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Salary figures supplied by the user, unchanged; annual USD thousands. STEM pipeline means annual graduates, rounded to thousands, and is not a measure of experienced software or AI/ML workers. Source coverage and reporting years vary. JLL counts are coarse estimates. Germany uses Eurostat rather than JLL because Eurostat provides explicitly defined fields and education levels. STEM: science, technology, engineering and mathematics.</a:t>
            </a:r>
          </a:p>
          <a:p>
            <a:r>
              <a:t>Canada: 143.1 thousand annual graduates; reference year 2023; Statistics Canada; tertiary STEM programmes. Source: https://www150.statcan.gc.ca/t1/tbl1/en/tv.action?pid=3710016401</a:t>
            </a:r>
          </a:p>
          <a:p>
            <a:r>
              <a:t>USA: 1,000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Mexico: 175.7 thousand annual graduates; reference year 2023; El Pais / government figures; reported STEM graduates. Source: https://elpais.com/mexico/2024-10-16/carreras-en-ciencia-tecnologia-ingenieria-y-matematicas-a-la-alza-pero-la-educacion-superior-sigue-siendo-escasa-en-mexico.html</a:t>
            </a:r>
          </a:p>
          <a:p>
            <a:r>
              <a:t>Colombia: 121.8 thousand annual graduates; reference year 2023; U. del Rosario / OLE; national STEM classification. Source: https://urosario.edu.co/en/node/71181</a:t>
            </a:r>
          </a:p>
          <a:p>
            <a:r>
              <a:t>Brazil: 400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UK: 200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Germany: 227.2 thousand annual graduates; reference year 2024; Eurostat; ISCED 5-8, fields 05 + 06 + 07. Source: https://ec.europa.eu/eurostat/databrowser/view/educ_uoe_grad02/default/table?lang=en</a:t>
            </a:r>
          </a:p>
          <a:p>
            <a:r>
              <a:t>Poland: 76.3 thousand annual graduates; reference year 2024; Eurostat; ISCED 5-8, fields 05 + 06 + 07. Source: https://ec.europa.eu/eurostat/databrowser/view/educ_uoe_grad02/default/table?lang=en</a:t>
            </a:r>
          </a:p>
          <a:p>
            <a:r>
              <a:t>Romania: 37.1 thousand annual graduates; reference year 2024; Eurostat; ISCED 5-8, fields 05 + 06 + 07. Source: https://ec.europa.eu/eurostat/databrowser/view/educ_uoe_grad02/default/table?lang=en</a:t>
            </a:r>
          </a:p>
          <a:p>
            <a:r>
              <a:t>Ukraine: 110.9† thousand annual graduates; reference year 2018; UIS historical calculation; pre-war baseline. Source: https://databrowser.uis.unesco.org/resources/bulk</a:t>
            </a:r>
          </a:p>
          <a:p>
            <a:r>
              <a:t>India: 2,500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China: 4,300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Philippines: 200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Singapore: &gt;15 thousand annual graduates; reference year Unspecified; EDB annual statement; page updated Aug 2026. Source: https://www.edb.gov.sg/en/our-industries/technology-hardware-and-equipment.html</a:t>
            </a:r>
          </a:p>
          <a:p>
            <a:r>
              <a:t>Vietnam: 148 thousand annual graduates; reference year 2023; World Bank; engineering / STEM university graduates. Source: https://documents1.worldbank.org/curated/en/099071425042512029/pdf/P507482-a2f47330-b662-475d-908f-41fc3a027a04.pdf</a:t>
            </a:r>
          </a:p>
          <a:p>
            <a:r>
              <a:t>Canada: sum of STEM [a], all institution types, all genders, all student statuses, all ages: short-cycle tertiary 51561 + bachelor 62463 + master 23976 + doctorate 5118 = 143118. Excludes post-secondary non-tertiary education. Statistics Canada table release 20 Nov 2025.</a:t>
            </a:r>
          </a:p>
          <a:p>
            <a:r>
              <a:t>Eurostat 2024: Germany 52149 + 39598 + 135481 = 227228; Poland 12451 + 20677 + 43131 = 76259; Romania 6279 + 9077 + 21777 = 37133. Sum F05 natural sciences/math/statistics, F06 ICT, F07 engineering/manufacturing/construction, ISCED ED5-8, sex T, unit NR. API https://ec.europa.eu/eurostat/api/dissemination/statistics/1.0/data/educ_uoe_grad02 .</a:t>
            </a:r>
          </a:p>
          <a:p>
            <a:r>
              <a:t>Ukraine 2018: 438771 total tertiary graduates (indicator 26375, UIS February 2020 noncore archive https://download.uis.unesco.org/bdds/archive/EDUNONCORE-FEB2020.zip) multiplied by same-year STEM share 25.28448780799096% (indicator FOSGP.5T8.F500600700, UIS February 2026 OPRI https://download.uis.unesco.org/bdds/202602/OPRI.zip) = 110941. Historical baseline, not a current forecast; no assumption of unchanged output after the full-scale invasion.</a:t>
            </a:r>
          </a:p>
          <a:p>
            <a:r>
              <a:t>Mexico 175718 = 115340 men + 60378 women, reported for 2023 by El Pais, 16 Oct 2024. Colombia 121795 uses national NBC fields 7 (engineering/architecture/urbanism and related) and 8 (mathematics and natural sciences), includes technical/technological education and specializations.</a:t>
            </a:r>
          </a:p>
          <a:p>
            <a:r>
              <a:t>Vietnam source Table 1.3, PDF page 25, 2023 count. Singapore source states more than 15000 annually but does not name a graduation year; no year is imputed.</a:t>
            </a:r>
          </a:p>
          <a:p>
            <a:r>
              <a:t>JLL report 29 Dec 2025, PDF page 16, 2024 comparison based on UNESCO/Payscale/JLL Research. China 4.3m exceeds India 2.5m on this comparison. These are mixed-source directional benchmarks, not a harmonized country ranking.</a:t>
            </a:r>
          </a:p>
          <a:p>
            <a:r>
              <a:t>Geography: Natural Earth 1:110m admin-0 countries public domain, https://github.com/nvkelso/natural-earth-vector/blob/master/geojson/ne_110m_admin_0_countries.geojson .</a:t>
            </a:r>
          </a:p>
          <a:p>
            <a:r>
              <a:t>Poland 2024 Eurostat cells carry flags d (definition differs) and e (estimated) for each of the three STEM fields. Treat the 76259 sum as an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Salary figures supplied by the user, unchanged; annual USD thousands. STEM pipeline means annual graduates, rounded to thousands, and is not a measure of experienced software or AI/ML workers. Source coverage and reporting years vary. JLL counts are coarse estimates. Germany uses Eurostat rather than JLL because Eurostat provides explicitly defined fields and education levels. STEM: science, technology, engineering and mathematics.</a:t>
            </a:r>
          </a:p>
          <a:p>
            <a:r>
              <a:t>Canada: 143.1 thousand annual graduates; reference year 2023; Statistics Canada; tertiary STEM programmes. Source: https://www150.statcan.gc.ca/t1/tbl1/en/tv.action?pid=3710016401</a:t>
            </a:r>
          </a:p>
          <a:p>
            <a:r>
              <a:t>USA: 1,000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Mexico: 175.7 thousand annual graduates; reference year 2023; El Pais / government figures; reported STEM graduates. Source: https://elpais.com/mexico/2024-10-16/carreras-en-ciencia-tecnologia-ingenieria-y-matematicas-a-la-alza-pero-la-educacion-superior-sigue-siendo-escasa-en-mexico.html</a:t>
            </a:r>
          </a:p>
          <a:p>
            <a:r>
              <a:t>Colombia: 121.8 thousand annual graduates; reference year 2023; U. del Rosario / OLE; national STEM classification. Source: https://urosario.edu.co/en/node/71181</a:t>
            </a:r>
          </a:p>
          <a:p>
            <a:r>
              <a:t>Brazil: 400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UK: 200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Germany: 227.2 thousand annual graduates; reference year 2024; Eurostat; ISCED 5-8, fields 05 + 06 + 07. Source: https://ec.europa.eu/eurostat/databrowser/view/educ_uoe_grad02/default/table?lang=en</a:t>
            </a:r>
          </a:p>
          <a:p>
            <a:r>
              <a:t>Poland: 76.3 thousand annual graduates; reference year 2024; Eurostat; ISCED 5-8, fields 05 + 06 + 07. Source: https://ec.europa.eu/eurostat/databrowser/view/educ_uoe_grad02/default/table?lang=en</a:t>
            </a:r>
          </a:p>
          <a:p>
            <a:r>
              <a:t>Romania: 37.1 thousand annual graduates; reference year 2024; Eurostat; ISCED 5-8, fields 05 + 06 + 07. Source: https://ec.europa.eu/eurostat/databrowser/view/educ_uoe_grad02/default/table?lang=en</a:t>
            </a:r>
          </a:p>
          <a:p>
            <a:r>
              <a:t>Ukraine: 110.9† thousand annual graduates; reference year 2018; UIS historical calculation; pre-war baseline. Source: https://databrowser.uis.unesco.org/resources/bulk</a:t>
            </a:r>
          </a:p>
          <a:p>
            <a:r>
              <a:t>India: 2,500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China: 4,300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Philippines: 200 thousand annual graduates; reference year 2024; JLL estimate; all higher-education levels. Source: https://bagmane-reit.beta.2026.webenza.net/media/investor_reports/industry_report_YJ3L0pC.pdf</a:t>
            </a:r>
          </a:p>
          <a:p>
            <a:r>
              <a:t>Singapore: &gt;15 thousand annual graduates; reference year Unspecified; EDB annual statement; page updated Aug 2026. Source: https://www.edb.gov.sg/en/our-industries/technology-hardware-and-equipment.html</a:t>
            </a:r>
          </a:p>
          <a:p>
            <a:r>
              <a:t>Vietnam: 148 thousand annual graduates; reference year 2023; World Bank; engineering / STEM university graduates. Source: https://documents1.worldbank.org/curated/en/099071425042512029/pdf/P507482-a2f47330-b662-475d-908f-41fc3a027a04.pdf</a:t>
            </a:r>
          </a:p>
          <a:p>
            <a:r>
              <a:t>Canada: sum of STEM [a], all institution types, all genders, all student statuses, all ages: short-cycle tertiary 51561 + bachelor 62463 + master 23976 + doctorate 5118 = 143118. Excludes post-secondary non-tertiary education. Statistics Canada table release 20 Nov 2025.</a:t>
            </a:r>
          </a:p>
          <a:p>
            <a:r>
              <a:t>Eurostat 2024: Germany 52149 + 39598 + 135481 = 227228; Poland 12451 + 20677 + 43131 = 76259; Romania 6279 + 9077 + 21777 = 37133. Sum F05 natural sciences/math/statistics, F06 ICT, F07 engineering/manufacturing/construction, ISCED ED5-8, sex T, unit NR. API https://ec.europa.eu/eurostat/api/dissemination/statistics/1.0/data/educ_uoe_grad02 .</a:t>
            </a:r>
          </a:p>
          <a:p>
            <a:r>
              <a:t>Ukraine 2018: 438771 total tertiary graduates (indicator 26375, UIS February 2020 noncore archive https://download.uis.unesco.org/bdds/archive/EDUNONCORE-FEB2020.zip) multiplied by same-year STEM share 25.28448780799096% (indicator FOSGP.5T8.F500600700, UIS February 2026 OPRI https://download.uis.unesco.org/bdds/202602/OPRI.zip) = 110941. Historical baseline, not a current forecast; no assumption of unchanged output after the full-scale invasion.</a:t>
            </a:r>
          </a:p>
          <a:p>
            <a:r>
              <a:t>Mexico 175718 = 115340 men + 60378 women, reported for 2023 by El Pais, 16 Oct 2024. Colombia 121795 uses national NBC fields 7 (engineering/architecture/urbanism and related) and 8 (mathematics and natural sciences), includes technical/technological education and specializations.</a:t>
            </a:r>
          </a:p>
          <a:p>
            <a:r>
              <a:t>Vietnam source Table 1.3, PDF page 25, 2023 count. Singapore source states more than 15000 annually but does not name a graduation year; no year is imputed.</a:t>
            </a:r>
          </a:p>
          <a:p>
            <a:r>
              <a:t>JLL report 29 Dec 2025, PDF page 16, 2024 comparison based on UNESCO/Payscale/JLL Research. China 4.3m exceeds India 2.5m on this comparison. These are mixed-source directional benchmarks, not a harmonized country ranking.</a:t>
            </a:r>
          </a:p>
          <a:p>
            <a:r>
              <a:t>Geography: Natural Earth 1:110m admin-0 countries public domain, https://github.com/nvkelso/natural-earth-vector/blob/master/geojson/ne_110m_admin_0_countries.geojson .</a:t>
            </a:r>
          </a:p>
          <a:p>
            <a:r>
              <a:t>Poland 2024 Eurostat cells carry flags d (definition differs) and e (estimated) for each of the three STEM fields. Treat the 76259 sum as an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Engineering pay and STEM pipeline">
            <a:extLst>
              <a:ext uri="{FF2B5EF4-FFF2-40B4-BE49-F238E27FC236}">
                <a16:creationId xmlns:a16="http://schemas.microsoft.com/office/drawing/2014/main" id="{A3A0914A-CBB9-45E3-9EFC-11BD3BABA732}"/>
              </a:ext>
            </a:extLst>
          </p:cNvPr>
          <p:cNvSpPr>
            <a:spLocks noGrp="1"/>
          </p:cNvSpPr>
          <p:nvPr/>
        </p:nvSpPr>
        <p:spPr>
          <a:xfrm>
            <a:off x="1619250" y="333375"/>
            <a:ext cx="150495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825" b="0">
                <a:solidFill>
                  <a:srgbClr val="182A32"/>
                </a:solidFill>
                <a:latin typeface="Georgia"/>
                <a:ea typeface="Georgia"/>
                <a:cs typeface="Georgia"/>
              </a:defRPr>
            </a:pPr>
            <a:r>
              <a:rPr sz="3825" b="0">
                <a:solidFill>
                  <a:srgbClr val="182A32"/>
                </a:solidFill>
                <a:latin typeface="Georgia"/>
                <a:ea typeface="Georgia"/>
                <a:cs typeface="Georgia"/>
              </a:rPr>
              <a:t>Engineering pay and STEM pipeline</a:t>
            </a:r>
          </a:p>
        </p:txBody>
      </p:sp>
      <p:sp>
        <p:nvSpPr>
          <p:cNvPr id="2" name="Annual pay benchmarks and STEM graduate pipeline">
            <a:extLst>
              <a:ext uri="{FF2B5EF4-FFF2-40B4-BE49-F238E27FC236}">
                <a16:creationId xmlns:a16="http://schemas.microsoft.com/office/drawing/2014/main" id="{CD6B5593-8A16-4482-A518-23EA02F48E44}"/>
              </a:ext>
            </a:extLst>
          </p:cNvPr>
          <p:cNvSpPr>
            <a:spLocks noGrp="1"/>
          </p:cNvSpPr>
          <p:nvPr/>
        </p:nvSpPr>
        <p:spPr>
          <a:xfrm>
            <a:off x="4000500" y="104775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6877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8777E"/>
                </a:solidFill>
                <a:latin typeface="Arial"/>
                <a:ea typeface="Arial"/>
                <a:cs typeface="Arial"/>
              </a:rPr>
              <a:t>Annual pay benchmarks and STEM graduate pipeline</a:t>
            </a:r>
          </a:p>
        </p:txBody>
      </p:sp>
      <p:sp>
        <p:nvSpPr>
          <p:cNvPr id="3" name="Reference accent dot">
            <a:extLst>
              <a:ext uri="{FF2B5EF4-FFF2-40B4-BE49-F238E27FC236}">
                <a16:creationId xmlns:a16="http://schemas.microsoft.com/office/drawing/2014/main" id="{E1C07CA5-2063-4EB2-9A81-FB9CC06B627C}"/>
              </a:ext>
            </a:extLst>
          </p:cNvPr>
          <p:cNvSpPr>
            <a:spLocks noGrp="1"/>
          </p:cNvSpPr>
          <p:nvPr/>
        </p:nvSpPr>
        <p:spPr>
          <a:xfrm>
            <a:off x="8924925" y="1524000"/>
            <a:ext cx="76200" cy="76200"/>
          </a:xfrm>
          <a:prstGeom prst="ellipse">
            <a:avLst/>
          </a:prstGeom>
          <a:solidFill>
            <a:srgbClr val="735284"/>
          </a:solidFill>
          <a:ln w="0">
            <a:noFill/>
          </a:ln>
        </p:spPr>
      </p:sp>
      <p:sp>
        <p:nvSpPr>
          <p:cNvPr id="4" name="Reference accent dot">
            <a:extLst>
              <a:ext uri="{FF2B5EF4-FFF2-40B4-BE49-F238E27FC236}">
                <a16:creationId xmlns:a16="http://schemas.microsoft.com/office/drawing/2014/main" id="{BC99FAF9-5EC0-49F8-BA91-7A1FE649F606}"/>
              </a:ext>
            </a:extLst>
          </p:cNvPr>
          <p:cNvSpPr>
            <a:spLocks noGrp="1"/>
          </p:cNvSpPr>
          <p:nvPr/>
        </p:nvSpPr>
        <p:spPr>
          <a:xfrm>
            <a:off x="9115425" y="1524000"/>
            <a:ext cx="76200" cy="7620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5" name="Reference accent dot">
            <a:extLst>
              <a:ext uri="{FF2B5EF4-FFF2-40B4-BE49-F238E27FC236}">
                <a16:creationId xmlns:a16="http://schemas.microsoft.com/office/drawing/2014/main" id="{6FD4A735-317C-4B56-8362-F29FB1C57752}"/>
              </a:ext>
            </a:extLst>
          </p:cNvPr>
          <p:cNvSpPr>
            <a:spLocks noGrp="1"/>
          </p:cNvSpPr>
          <p:nvPr/>
        </p:nvSpPr>
        <p:spPr>
          <a:xfrm>
            <a:off x="9305925" y="1524000"/>
            <a:ext cx="76200" cy="7620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6" name="Map / Fiji / 0">
            <a:extLst>
              <a:ext uri="{FF2B5EF4-FFF2-40B4-BE49-F238E27FC236}">
                <a16:creationId xmlns:a16="http://schemas.microsoft.com/office/drawing/2014/main" id="{2218F2D9-0856-499A-9172-A8BFA10A317B}"/>
              </a:ext>
            </a:extLst>
          </p:cNvPr>
          <p:cNvSpPr>
            <a:spLocks noGrp="1"/>
          </p:cNvSpPr>
          <p:nvPr/>
        </p:nvSpPr>
        <p:spPr>
          <a:xfrm>
            <a:off x="15959124" y="4959841"/>
            <a:ext cx="55675" cy="29251"/>
          </a:xfrm>
          <a:custGeom>
            <a:avLst/>
            <a:gdLst/>
            <a:ahLst/>
            <a:cxnLst/>
            <a:rect l="0" t="0" r="0" b="0"/>
            <a:pathLst>
              <a:path w="55675" h="29251">
                <a:moveTo>
                  <a:pt x="55675" y="0"/>
                </a:moveTo>
                <a:lnTo>
                  <a:pt x="53542" y="15109"/>
                </a:lnTo>
                <a:lnTo>
                  <a:pt x="28352" y="22729"/>
                </a:lnTo>
                <a:lnTo>
                  <a:pt x="3191" y="29251"/>
                </a:lnTo>
                <a:lnTo>
                  <a:pt x="0" y="17708"/>
                </a:lnTo>
                <a:lnTo>
                  <a:pt x="19842" y="11356"/>
                </a:lnTo>
                <a:lnTo>
                  <a:pt x="32092" y="9656"/>
                </a:lnTo>
                <a:lnTo>
                  <a:pt x="55675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" name="Map / Fiji / 1">
            <a:extLst>
              <a:ext uri="{FF2B5EF4-FFF2-40B4-BE49-F238E27FC236}">
                <a16:creationId xmlns:a16="http://schemas.microsoft.com/office/drawing/2014/main" id="{879FA2E4-48D9-4975-8DBF-8123F6FD01B7}"/>
              </a:ext>
            </a:extLst>
          </p:cNvPr>
          <p:cNvSpPr>
            <a:spLocks noGrp="1"/>
          </p:cNvSpPr>
          <p:nvPr/>
        </p:nvSpPr>
        <p:spPr>
          <a:xfrm>
            <a:off x="15904502" y="4999241"/>
            <a:ext cx="54712" cy="29349"/>
          </a:xfrm>
          <a:custGeom>
            <a:avLst/>
            <a:gdLst/>
            <a:ahLst/>
            <a:cxnLst/>
            <a:rect l="0" t="0" r="0" b="0"/>
            <a:pathLst>
              <a:path w="54712" h="29349">
                <a:moveTo>
                  <a:pt x="32851" y="5104"/>
                </a:moveTo>
                <a:lnTo>
                  <a:pt x="43005" y="0"/>
                </a:lnTo>
                <a:lnTo>
                  <a:pt x="54712" y="8932"/>
                </a:lnTo>
                <a:lnTo>
                  <a:pt x="45975" y="25095"/>
                </a:lnTo>
                <a:lnTo>
                  <a:pt x="21844" y="29349"/>
                </a:lnTo>
                <a:lnTo>
                  <a:pt x="1574" y="25520"/>
                </a:lnTo>
                <a:lnTo>
                  <a:pt x="0" y="11910"/>
                </a:lnTo>
                <a:lnTo>
                  <a:pt x="16201" y="1276"/>
                </a:lnTo>
                <a:lnTo>
                  <a:pt x="32851" y="510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" name="Map / Fiji / 2">
            <a:extLst>
              <a:ext uri="{FF2B5EF4-FFF2-40B4-BE49-F238E27FC236}">
                <a16:creationId xmlns:a16="http://schemas.microsoft.com/office/drawing/2014/main" id="{FC95569D-332D-4DE6-8EE7-FBD607E0F65A}"/>
              </a:ext>
            </a:extLst>
          </p:cNvPr>
          <p:cNvSpPr>
            <a:spLocks noGrp="1"/>
          </p:cNvSpPr>
          <p:nvPr/>
        </p:nvSpPr>
        <p:spPr>
          <a:xfrm>
            <a:off x="2368450" y="4958409"/>
            <a:ext cx="7636" cy="16541"/>
          </a:xfrm>
          <a:custGeom>
            <a:avLst/>
            <a:gdLst/>
            <a:ahLst/>
            <a:cxnLst/>
            <a:rect l="0" t="0" r="0" b="0"/>
            <a:pathLst>
              <a:path w="7636" h="16541">
                <a:moveTo>
                  <a:pt x="7636" y="0"/>
                </a:moveTo>
                <a:lnTo>
                  <a:pt x="5028" y="14887"/>
                </a:lnTo>
                <a:lnTo>
                  <a:pt x="2133" y="16541"/>
                </a:lnTo>
                <a:lnTo>
                  <a:pt x="0" y="1432"/>
                </a:lnTo>
                <a:lnTo>
                  <a:pt x="7636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" name="Map / United Republic of Tanzania / 0">
            <a:extLst>
              <a:ext uri="{FF2B5EF4-FFF2-40B4-BE49-F238E27FC236}">
                <a16:creationId xmlns:a16="http://schemas.microsoft.com/office/drawing/2014/main" id="{AC27ED81-19DC-4F76-BED0-69A46F77D60C}"/>
              </a:ext>
            </a:extLst>
          </p:cNvPr>
          <p:cNvSpPr>
            <a:spLocks noGrp="1"/>
          </p:cNvSpPr>
          <p:nvPr/>
        </p:nvSpPr>
        <p:spPr>
          <a:xfrm>
            <a:off x="10309031" y="4491871"/>
            <a:ext cx="415427" cy="333428"/>
          </a:xfrm>
          <a:custGeom>
            <a:avLst/>
            <a:gdLst/>
            <a:ahLst/>
            <a:cxnLst/>
            <a:rect l="0" t="0" r="0" b="0"/>
            <a:pathLst>
              <a:path w="415427" h="333428">
                <a:moveTo>
                  <a:pt x="174302" y="0"/>
                </a:moveTo>
                <a:lnTo>
                  <a:pt x="180732" y="3400"/>
                </a:lnTo>
                <a:lnTo>
                  <a:pt x="318641" y="66463"/>
                </a:lnTo>
                <a:lnTo>
                  <a:pt x="321128" y="84421"/>
                </a:lnTo>
                <a:lnTo>
                  <a:pt x="375552" y="115367"/>
                </a:lnTo>
                <a:lnTo>
                  <a:pt x="357589" y="153510"/>
                </a:lnTo>
                <a:lnTo>
                  <a:pt x="359639" y="171054"/>
                </a:lnTo>
                <a:lnTo>
                  <a:pt x="383868" y="182332"/>
                </a:lnTo>
                <a:lnTo>
                  <a:pt x="384902" y="190381"/>
                </a:lnTo>
                <a:lnTo>
                  <a:pt x="374160" y="209075"/>
                </a:lnTo>
                <a:lnTo>
                  <a:pt x="376201" y="218483"/>
                </a:lnTo>
                <a:lnTo>
                  <a:pt x="373476" y="233271"/>
                </a:lnTo>
                <a:lnTo>
                  <a:pt x="386434" y="252676"/>
                </a:lnTo>
                <a:lnTo>
                  <a:pt x="401608" y="283200"/>
                </a:lnTo>
                <a:lnTo>
                  <a:pt x="415427" y="289970"/>
                </a:lnTo>
                <a:lnTo>
                  <a:pt x="415427" y="289970"/>
                </a:lnTo>
                <a:lnTo>
                  <a:pt x="384815" y="307918"/>
                </a:lnTo>
                <a:lnTo>
                  <a:pt x="343004" y="319939"/>
                </a:lnTo>
                <a:lnTo>
                  <a:pt x="320215" y="319431"/>
                </a:lnTo>
                <a:lnTo>
                  <a:pt x="306480" y="328717"/>
                </a:lnTo>
                <a:lnTo>
                  <a:pt x="280010" y="329515"/>
                </a:lnTo>
                <a:lnTo>
                  <a:pt x="270010" y="333428"/>
                </a:lnTo>
                <a:lnTo>
                  <a:pt x="224522" y="324705"/>
                </a:lnTo>
                <a:lnTo>
                  <a:pt x="195881" y="327208"/>
                </a:lnTo>
                <a:lnTo>
                  <a:pt x="186000" y="285107"/>
                </a:lnTo>
                <a:lnTo>
                  <a:pt x="173340" y="270671"/>
                </a:lnTo>
                <a:lnTo>
                  <a:pt x="165825" y="262111"/>
                </a:lnTo>
                <a:lnTo>
                  <a:pt x="128625" y="256336"/>
                </a:lnTo>
                <a:lnTo>
                  <a:pt x="107171" y="247042"/>
                </a:lnTo>
                <a:lnTo>
                  <a:pt x="83067" y="241832"/>
                </a:lnTo>
                <a:lnTo>
                  <a:pt x="67971" y="236647"/>
                </a:lnTo>
                <a:lnTo>
                  <a:pt x="52178" y="228767"/>
                </a:lnTo>
                <a:lnTo>
                  <a:pt x="52178" y="228767"/>
                </a:lnTo>
                <a:lnTo>
                  <a:pt x="32073" y="189761"/>
                </a:lnTo>
                <a:lnTo>
                  <a:pt x="10168" y="172427"/>
                </a:lnTo>
                <a:lnTo>
                  <a:pt x="2713" y="154472"/>
                </a:lnTo>
                <a:lnTo>
                  <a:pt x="6652" y="138374"/>
                </a:lnTo>
                <a:lnTo>
                  <a:pt x="0" y="109894"/>
                </a:lnTo>
                <a:lnTo>
                  <a:pt x="15758" y="108421"/>
                </a:lnTo>
                <a:lnTo>
                  <a:pt x="29646" y="97206"/>
                </a:lnTo>
                <a:lnTo>
                  <a:pt x="44562" y="81061"/>
                </a:lnTo>
                <a:lnTo>
                  <a:pt x="53993" y="74583"/>
                </a:lnTo>
                <a:lnTo>
                  <a:pt x="53689" y="64522"/>
                </a:lnTo>
                <a:lnTo>
                  <a:pt x="45516" y="57505"/>
                </a:lnTo>
                <a:lnTo>
                  <a:pt x="43355" y="45315"/>
                </a:lnTo>
                <a:lnTo>
                  <a:pt x="43355" y="45315"/>
                </a:lnTo>
                <a:lnTo>
                  <a:pt x="54364" y="41396"/>
                </a:lnTo>
                <a:lnTo>
                  <a:pt x="56622" y="23184"/>
                </a:lnTo>
                <a:lnTo>
                  <a:pt x="41532" y="5716"/>
                </a:lnTo>
                <a:lnTo>
                  <a:pt x="54902" y="1998"/>
                </a:lnTo>
                <a:lnTo>
                  <a:pt x="96670" y="2395"/>
                </a:lnTo>
                <a:lnTo>
                  <a:pt x="174302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" name="Map / Western Sahara / 0">
            <a:extLst>
              <a:ext uri="{FF2B5EF4-FFF2-40B4-BE49-F238E27FC236}">
                <a16:creationId xmlns:a16="http://schemas.microsoft.com/office/drawing/2014/main" id="{8012B10F-EF95-4191-B4E9-9D9FC3D94C1F}"/>
              </a:ext>
            </a:extLst>
          </p:cNvPr>
          <p:cNvSpPr>
            <a:spLocks noGrp="1"/>
          </p:cNvSpPr>
          <p:nvPr/>
        </p:nvSpPr>
        <p:spPr>
          <a:xfrm>
            <a:off x="8547122" y="3606323"/>
            <a:ext cx="319248" cy="206066"/>
          </a:xfrm>
          <a:custGeom>
            <a:avLst/>
            <a:gdLst/>
            <a:ahLst/>
            <a:cxnLst/>
            <a:rect l="0" t="0" r="0" b="0"/>
            <a:pathLst>
              <a:path w="319248" h="206066">
                <a:moveTo>
                  <a:pt x="319248" y="0"/>
                </a:moveTo>
                <a:lnTo>
                  <a:pt x="319242" y="2072"/>
                </a:lnTo>
                <a:lnTo>
                  <a:pt x="318451" y="8070"/>
                </a:lnTo>
                <a:lnTo>
                  <a:pt x="317833" y="54959"/>
                </a:lnTo>
                <a:lnTo>
                  <a:pt x="194438" y="53340"/>
                </a:lnTo>
                <a:lnTo>
                  <a:pt x="194547" y="132549"/>
                </a:lnTo>
                <a:lnTo>
                  <a:pt x="159189" y="135328"/>
                </a:lnTo>
                <a:lnTo>
                  <a:pt x="149743" y="151228"/>
                </a:lnTo>
                <a:lnTo>
                  <a:pt x="156290" y="195933"/>
                </a:lnTo>
                <a:lnTo>
                  <a:pt x="8418" y="195740"/>
                </a:lnTo>
                <a:lnTo>
                  <a:pt x="0" y="206066"/>
                </a:lnTo>
                <a:lnTo>
                  <a:pt x="1849" y="192985"/>
                </a:lnTo>
                <a:lnTo>
                  <a:pt x="2508" y="193034"/>
                </a:lnTo>
                <a:lnTo>
                  <a:pt x="87576" y="190561"/>
                </a:lnTo>
                <a:lnTo>
                  <a:pt x="92279" y="179407"/>
                </a:lnTo>
                <a:lnTo>
                  <a:pt x="107949" y="165500"/>
                </a:lnTo>
                <a:lnTo>
                  <a:pt x="121050" y="122754"/>
                </a:lnTo>
                <a:lnTo>
                  <a:pt x="173913" y="89349"/>
                </a:lnTo>
                <a:lnTo>
                  <a:pt x="192176" y="50321"/>
                </a:lnTo>
                <a:lnTo>
                  <a:pt x="203959" y="48054"/>
                </a:lnTo>
                <a:lnTo>
                  <a:pt x="216545" y="23929"/>
                </a:lnTo>
                <a:lnTo>
                  <a:pt x="248192" y="20605"/>
                </a:lnTo>
                <a:lnTo>
                  <a:pt x="261731" y="24625"/>
                </a:lnTo>
                <a:lnTo>
                  <a:pt x="278789" y="24625"/>
                </a:lnTo>
                <a:lnTo>
                  <a:pt x="290981" y="17582"/>
                </a:lnTo>
                <a:lnTo>
                  <a:pt x="314208" y="16584"/>
                </a:lnTo>
                <a:lnTo>
                  <a:pt x="313534" y="0"/>
                </a:lnTo>
                <a:lnTo>
                  <a:pt x="319248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" name="Map / Canada / 0">
            <a:extLst>
              <a:ext uri="{FF2B5EF4-FFF2-40B4-BE49-F238E27FC236}">
                <a16:creationId xmlns:a16="http://schemas.microsoft.com/office/drawing/2014/main" id="{3D4B041D-50F7-453C-A544-BF9630C54417}"/>
              </a:ext>
            </a:extLst>
          </p:cNvPr>
          <p:cNvSpPr>
            <a:spLocks noGrp="1"/>
          </p:cNvSpPr>
          <p:nvPr/>
        </p:nvSpPr>
        <p:spPr>
          <a:xfrm>
            <a:off x="4172030" y="2236073"/>
            <a:ext cx="3006285" cy="936285"/>
          </a:xfrm>
          <a:custGeom>
            <a:avLst/>
            <a:gdLst/>
            <a:ahLst/>
            <a:cxnLst/>
            <a:rect l="0" t="0" r="0" b="0"/>
            <a:pathLst>
              <a:path w="3006285" h="936285">
                <a:moveTo>
                  <a:pt x="548654" y="709534"/>
                </a:moveTo>
                <a:lnTo>
                  <a:pt x="543790" y="709455"/>
                </a:lnTo>
                <a:lnTo>
                  <a:pt x="481388" y="679055"/>
                </a:lnTo>
                <a:lnTo>
                  <a:pt x="459038" y="665682"/>
                </a:lnTo>
                <a:lnTo>
                  <a:pt x="396819" y="652865"/>
                </a:lnTo>
                <a:lnTo>
                  <a:pt x="384249" y="625462"/>
                </a:lnTo>
                <a:lnTo>
                  <a:pt x="394755" y="606461"/>
                </a:lnTo>
                <a:lnTo>
                  <a:pt x="352244" y="593281"/>
                </a:lnTo>
                <a:lnTo>
                  <a:pt x="353115" y="568324"/>
                </a:lnTo>
                <a:lnTo>
                  <a:pt x="316077" y="545850"/>
                </a:lnTo>
                <a:lnTo>
                  <a:pt x="320051" y="529902"/>
                </a:lnTo>
                <a:lnTo>
                  <a:pt x="320051" y="529901"/>
                </a:lnTo>
                <a:lnTo>
                  <a:pt x="344513" y="514974"/>
                </a:lnTo>
                <a:lnTo>
                  <a:pt x="349363" y="495445"/>
                </a:lnTo>
                <a:lnTo>
                  <a:pt x="294316" y="475748"/>
                </a:lnTo>
                <a:lnTo>
                  <a:pt x="268620" y="440434"/>
                </a:lnTo>
                <a:lnTo>
                  <a:pt x="253261" y="418227"/>
                </a:lnTo>
                <a:lnTo>
                  <a:pt x="225007" y="404271"/>
                </a:lnTo>
                <a:lnTo>
                  <a:pt x="205040" y="391596"/>
                </a:lnTo>
                <a:lnTo>
                  <a:pt x="191322" y="375584"/>
                </a:lnTo>
                <a:lnTo>
                  <a:pt x="152247" y="385611"/>
                </a:lnTo>
                <a:lnTo>
                  <a:pt x="111851" y="402912"/>
                </a:lnTo>
                <a:lnTo>
                  <a:pt x="86883" y="382570"/>
                </a:lnTo>
                <a:lnTo>
                  <a:pt x="66539" y="369015"/>
                </a:lnTo>
                <a:lnTo>
                  <a:pt x="34748" y="360446"/>
                </a:lnTo>
                <a:lnTo>
                  <a:pt x="0" y="359530"/>
                </a:lnTo>
                <a:lnTo>
                  <a:pt x="62078" y="183276"/>
                </a:lnTo>
                <a:lnTo>
                  <a:pt x="104203" y="68368"/>
                </a:lnTo>
                <a:lnTo>
                  <a:pt x="104203" y="68368"/>
                </a:lnTo>
                <a:lnTo>
                  <a:pt x="166526" y="75828"/>
                </a:lnTo>
                <a:lnTo>
                  <a:pt x="216091" y="90718"/>
                </a:lnTo>
                <a:lnTo>
                  <a:pt x="251495" y="93565"/>
                </a:lnTo>
                <a:lnTo>
                  <a:pt x="286726" y="80654"/>
                </a:lnTo>
                <a:lnTo>
                  <a:pt x="332388" y="70986"/>
                </a:lnTo>
                <a:lnTo>
                  <a:pt x="382871" y="74765"/>
                </a:lnTo>
                <a:lnTo>
                  <a:pt x="439800" y="61170"/>
                </a:lnTo>
                <a:lnTo>
                  <a:pt x="499458" y="53456"/>
                </a:lnTo>
                <a:lnTo>
                  <a:pt x="519036" y="66285"/>
                </a:lnTo>
                <a:lnTo>
                  <a:pt x="547481" y="59054"/>
                </a:lnTo>
                <a:lnTo>
                  <a:pt x="560174" y="44475"/>
                </a:lnTo>
                <a:lnTo>
                  <a:pt x="583117" y="47775"/>
                </a:lnTo>
                <a:lnTo>
                  <a:pt x="632819" y="75532"/>
                </a:lnTo>
                <a:lnTo>
                  <a:pt x="686108" y="54549"/>
                </a:lnTo>
                <a:lnTo>
                  <a:pt x="683166" y="78036"/>
                </a:lnTo>
                <a:lnTo>
                  <a:pt x="727666" y="72958"/>
                </a:lnTo>
                <a:lnTo>
                  <a:pt x="743737" y="63925"/>
                </a:lnTo>
                <a:lnTo>
                  <a:pt x="785383" y="65712"/>
                </a:lnTo>
                <a:lnTo>
                  <a:pt x="834613" y="78712"/>
                </a:lnTo>
                <a:lnTo>
                  <a:pt x="912782" y="90059"/>
                </a:lnTo>
                <a:lnTo>
                  <a:pt x="959250" y="95315"/>
                </a:lnTo>
                <a:lnTo>
                  <a:pt x="994069" y="93321"/>
                </a:lnTo>
                <a:lnTo>
                  <a:pt x="1036538" y="109016"/>
                </a:lnTo>
                <a:lnTo>
                  <a:pt x="982745" y="124380"/>
                </a:lnTo>
                <a:lnTo>
                  <a:pt x="1044082" y="131019"/>
                </a:lnTo>
                <a:lnTo>
                  <a:pt x="1139676" y="127367"/>
                </a:lnTo>
                <a:lnTo>
                  <a:pt x="1171045" y="121952"/>
                </a:lnTo>
                <a:lnTo>
                  <a:pt x="1203138" y="140513"/>
                </a:lnTo>
                <a:lnTo>
                  <a:pt x="1245627" y="124852"/>
                </a:lnTo>
                <a:lnTo>
                  <a:pt x="1213598" y="111718"/>
                </a:lnTo>
                <a:lnTo>
                  <a:pt x="1239163" y="101122"/>
                </a:lnTo>
                <a:lnTo>
                  <a:pt x="1282101" y="99696"/>
                </a:lnTo>
                <a:lnTo>
                  <a:pt x="1310913" y="96600"/>
                </a:lnTo>
                <a:lnTo>
                  <a:pt x="1337089" y="103992"/>
                </a:lnTo>
                <a:lnTo>
                  <a:pt x="1367666" y="120808"/>
                </a:lnTo>
                <a:lnTo>
                  <a:pt x="1407414" y="118339"/>
                </a:lnTo>
                <a:lnTo>
                  <a:pt x="1465580" y="132296"/>
                </a:lnTo>
                <a:lnTo>
                  <a:pt x="1521230" y="127381"/>
                </a:lnTo>
                <a:lnTo>
                  <a:pt x="1572123" y="128124"/>
                </a:lnTo>
                <a:lnTo>
                  <a:pt x="1573001" y="108860"/>
                </a:lnTo>
                <a:lnTo>
                  <a:pt x="1605465" y="103452"/>
                </a:lnTo>
                <a:lnTo>
                  <a:pt x="1657011" y="113954"/>
                </a:lnTo>
                <a:lnTo>
                  <a:pt x="1649526" y="143239"/>
                </a:lnTo>
                <a:lnTo>
                  <a:pt x="1677928" y="118557"/>
                </a:lnTo>
                <a:lnTo>
                  <a:pt x="1705875" y="119389"/>
                </a:lnTo>
                <a:lnTo>
                  <a:pt x="1729322" y="88272"/>
                </a:lnTo>
                <a:lnTo>
                  <a:pt x="1696673" y="69182"/>
                </a:lnTo>
                <a:lnTo>
                  <a:pt x="1659139" y="56674"/>
                </a:lnTo>
                <a:lnTo>
                  <a:pt x="1670619" y="22465"/>
                </a:lnTo>
                <a:lnTo>
                  <a:pt x="1717364" y="0"/>
                </a:lnTo>
                <a:lnTo>
                  <a:pt x="1761870" y="4965"/>
                </a:lnTo>
                <a:lnTo>
                  <a:pt x="1793614" y="18631"/>
                </a:lnTo>
                <a:lnTo>
                  <a:pt x="1832380" y="53531"/>
                </a:lnTo>
                <a:lnTo>
                  <a:pt x="1797793" y="68740"/>
                </a:lnTo>
                <a:lnTo>
                  <a:pt x="1861152" y="75003"/>
                </a:lnTo>
                <a:lnTo>
                  <a:pt x="1853526" y="106661"/>
                </a:lnTo>
                <a:lnTo>
                  <a:pt x="1905889" y="82399"/>
                </a:lnTo>
                <a:lnTo>
                  <a:pt x="1943042" y="102324"/>
                </a:lnTo>
                <a:lnTo>
                  <a:pt x="1927373" y="125285"/>
                </a:lnTo>
                <a:lnTo>
                  <a:pt x="1956533" y="146170"/>
                </a:lnTo>
                <a:lnTo>
                  <a:pt x="1998130" y="123796"/>
                </a:lnTo>
                <a:lnTo>
                  <a:pt x="2029601" y="97078"/>
                </a:lnTo>
                <a:lnTo>
                  <a:pt x="2039103" y="63102"/>
                </a:lnTo>
                <a:lnTo>
                  <a:pt x="2088108" y="65477"/>
                </a:lnTo>
                <a:lnTo>
                  <a:pt x="2138649" y="70031"/>
                </a:lnTo>
                <a:lnTo>
                  <a:pt x="2182184" y="85393"/>
                </a:lnTo>
                <a:lnTo>
                  <a:pt x="2181035" y="100758"/>
                </a:lnTo>
                <a:lnTo>
                  <a:pt x="2151515" y="117262"/>
                </a:lnTo>
                <a:lnTo>
                  <a:pt x="2172703" y="133835"/>
                </a:lnTo>
                <a:lnTo>
                  <a:pt x="2165087" y="148892"/>
                </a:lnTo>
                <a:lnTo>
                  <a:pt x="2091783" y="170538"/>
                </a:lnTo>
                <a:lnTo>
                  <a:pt x="2041889" y="175312"/>
                </a:lnTo>
                <a:lnTo>
                  <a:pt x="2007598" y="165994"/>
                </a:lnTo>
                <a:lnTo>
                  <a:pt x="1993706" y="181536"/>
                </a:lnTo>
                <a:lnTo>
                  <a:pt x="1954041" y="207641"/>
                </a:lnTo>
                <a:lnTo>
                  <a:pt x="1940771" y="221179"/>
                </a:lnTo>
                <a:lnTo>
                  <a:pt x="1895212" y="242126"/>
                </a:lnTo>
                <a:lnTo>
                  <a:pt x="1844203" y="244177"/>
                </a:lnTo>
                <a:lnTo>
                  <a:pt x="1813346" y="257258"/>
                </a:lnTo>
                <a:lnTo>
                  <a:pt x="1806456" y="277378"/>
                </a:lnTo>
                <a:lnTo>
                  <a:pt x="1764388" y="281251"/>
                </a:lnTo>
                <a:lnTo>
                  <a:pt x="1715279" y="306338"/>
                </a:lnTo>
                <a:lnTo>
                  <a:pt x="1668751" y="341196"/>
                </a:lnTo>
                <a:lnTo>
                  <a:pt x="1649349" y="365603"/>
                </a:lnTo>
                <a:lnTo>
                  <a:pt x="1639187" y="401555"/>
                </a:lnTo>
                <a:lnTo>
                  <a:pt x="1690504" y="406716"/>
                </a:lnTo>
                <a:lnTo>
                  <a:pt x="1700200" y="435704"/>
                </a:lnTo>
                <a:lnTo>
                  <a:pt x="1711828" y="459188"/>
                </a:lnTo>
                <a:lnTo>
                  <a:pt x="1763283" y="453071"/>
                </a:lnTo>
                <a:lnTo>
                  <a:pt x="1827053" y="466474"/>
                </a:lnTo>
                <a:lnTo>
                  <a:pt x="1860482" y="478240"/>
                </a:lnTo>
                <a:lnTo>
                  <a:pt x="1883194" y="492867"/>
                </a:lnTo>
                <a:lnTo>
                  <a:pt x="1926502" y="501389"/>
                </a:lnTo>
                <a:lnTo>
                  <a:pt x="1962022" y="514429"/>
                </a:lnTo>
                <a:lnTo>
                  <a:pt x="2021070" y="516215"/>
                </a:lnTo>
                <a:lnTo>
                  <a:pt x="2059631" y="519205"/>
                </a:lnTo>
                <a:lnTo>
                  <a:pt x="2048716" y="546014"/>
                </a:lnTo>
                <a:lnTo>
                  <a:pt x="2054173" y="577133"/>
                </a:lnTo>
                <a:lnTo>
                  <a:pt x="2074060" y="611778"/>
                </a:lnTo>
                <a:lnTo>
                  <a:pt x="2122753" y="641169"/>
                </a:lnTo>
                <a:lnTo>
                  <a:pt x="2152401" y="631093"/>
                </a:lnTo>
                <a:lnTo>
                  <a:pt x="2177512" y="599265"/>
                </a:lnTo>
                <a:lnTo>
                  <a:pt x="2167294" y="550374"/>
                </a:lnTo>
                <a:lnTo>
                  <a:pt x="2144820" y="534082"/>
                </a:lnTo>
                <a:lnTo>
                  <a:pt x="2205062" y="519572"/>
                </a:lnTo>
                <a:lnTo>
                  <a:pt x="2249680" y="497873"/>
                </a:lnTo>
                <a:lnTo>
                  <a:pt x="2273423" y="476302"/>
                </a:lnTo>
                <a:lnTo>
                  <a:pt x="2274195" y="455611"/>
                </a:lnTo>
                <a:lnTo>
                  <a:pt x="2254658" y="429315"/>
                </a:lnTo>
                <a:lnTo>
                  <a:pt x="2215565" y="406021"/>
                </a:lnTo>
                <a:lnTo>
                  <a:pt x="2263736" y="373578"/>
                </a:lnTo>
                <a:lnTo>
                  <a:pt x="2253488" y="345554"/>
                </a:lnTo>
                <a:lnTo>
                  <a:pt x="2250874" y="297208"/>
                </a:lnTo>
                <a:lnTo>
                  <a:pt x="2276922" y="290060"/>
                </a:lnTo>
                <a:lnTo>
                  <a:pt x="2336088" y="298484"/>
                </a:lnTo>
                <a:lnTo>
                  <a:pt x="2371976" y="301496"/>
                </a:lnTo>
                <a:lnTo>
                  <a:pt x="2402832" y="293364"/>
                </a:lnTo>
                <a:lnTo>
                  <a:pt x="2433948" y="303850"/>
                </a:lnTo>
                <a:lnTo>
                  <a:pt x="2474454" y="321796"/>
                </a:lnTo>
                <a:lnTo>
                  <a:pt x="2483125" y="333812"/>
                </a:lnTo>
                <a:lnTo>
                  <a:pt x="2546100" y="336158"/>
                </a:lnTo>
                <a:lnTo>
                  <a:pt x="2540630" y="362166"/>
                </a:lnTo>
                <a:lnTo>
                  <a:pt x="2545938" y="401291"/>
                </a:lnTo>
                <a:lnTo>
                  <a:pt x="2577755" y="406130"/>
                </a:lnTo>
                <a:lnTo>
                  <a:pt x="2600702" y="424363"/>
                </a:lnTo>
                <a:lnTo>
                  <a:pt x="2655185" y="407174"/>
                </a:lnTo>
                <a:lnTo>
                  <a:pt x="2694703" y="373017"/>
                </a:lnTo>
                <a:lnTo>
                  <a:pt x="2720530" y="358627"/>
                </a:lnTo>
                <a:lnTo>
                  <a:pt x="2743992" y="386270"/>
                </a:lnTo>
                <a:lnTo>
                  <a:pt x="2784546" y="425755"/>
                </a:lnTo>
                <a:lnTo>
                  <a:pt x="2818716" y="462891"/>
                </a:lnTo>
                <a:lnTo>
                  <a:pt x="2801499" y="482332"/>
                </a:lnTo>
                <a:lnTo>
                  <a:pt x="2846795" y="499790"/>
                </a:lnTo>
                <a:lnTo>
                  <a:pt x="2876670" y="517479"/>
                </a:lnTo>
                <a:lnTo>
                  <a:pt x="2932969" y="525484"/>
                </a:lnTo>
                <a:lnTo>
                  <a:pt x="2954780" y="535358"/>
                </a:lnTo>
                <a:lnTo>
                  <a:pt x="2965674" y="561553"/>
                </a:lnTo>
                <a:lnTo>
                  <a:pt x="2993248" y="565665"/>
                </a:lnTo>
                <a:lnTo>
                  <a:pt x="3006285" y="577339"/>
                </a:lnTo>
                <a:lnTo>
                  <a:pt x="3004616" y="612125"/>
                </a:lnTo>
                <a:lnTo>
                  <a:pt x="2976909" y="623763"/>
                </a:lnTo>
                <a:lnTo>
                  <a:pt x="2949559" y="634628"/>
                </a:lnTo>
                <a:lnTo>
                  <a:pt x="2888438" y="645631"/>
                </a:lnTo>
                <a:lnTo>
                  <a:pt x="2839516" y="671062"/>
                </a:lnTo>
                <a:lnTo>
                  <a:pt x="2777459" y="676087"/>
                </a:lnTo>
                <a:lnTo>
                  <a:pt x="2700657" y="669569"/>
                </a:lnTo>
                <a:lnTo>
                  <a:pt x="2646192" y="669346"/>
                </a:lnTo>
                <a:lnTo>
                  <a:pt x="2608278" y="671489"/>
                </a:lnTo>
                <a:lnTo>
                  <a:pt x="2574684" y="693698"/>
                </a:lnTo>
                <a:lnTo>
                  <a:pt x="2526338" y="707417"/>
                </a:lnTo>
                <a:lnTo>
                  <a:pt x="2467858" y="748387"/>
                </a:lnTo>
                <a:lnTo>
                  <a:pt x="2421705" y="776965"/>
                </a:lnTo>
                <a:lnTo>
                  <a:pt x="2453466" y="771878"/>
                </a:lnTo>
                <a:lnTo>
                  <a:pt x="2517860" y="731203"/>
                </a:lnTo>
                <a:lnTo>
                  <a:pt x="2597901" y="705413"/>
                </a:lnTo>
                <a:lnTo>
                  <a:pt x="2652767" y="702328"/>
                </a:lnTo>
                <a:lnTo>
                  <a:pt x="2682922" y="717506"/>
                </a:lnTo>
                <a:lnTo>
                  <a:pt x="2645704" y="738297"/>
                </a:lnTo>
                <a:lnTo>
                  <a:pt x="2652804" y="771664"/>
                </a:lnTo>
                <a:lnTo>
                  <a:pt x="2661668" y="795020"/>
                </a:lnTo>
                <a:lnTo>
                  <a:pt x="2707211" y="810481"/>
                </a:lnTo>
                <a:lnTo>
                  <a:pt x="2768253" y="806000"/>
                </a:lnTo>
                <a:lnTo>
                  <a:pt x="2809204" y="771201"/>
                </a:lnTo>
                <a:lnTo>
                  <a:pt x="2808988" y="793653"/>
                </a:lnTo>
                <a:lnTo>
                  <a:pt x="2831253" y="804867"/>
                </a:lnTo>
                <a:lnTo>
                  <a:pt x="2783518" y="825148"/>
                </a:lnTo>
                <a:lnTo>
                  <a:pt x="2700083" y="843570"/>
                </a:lnTo>
                <a:lnTo>
                  <a:pt x="2662138" y="856095"/>
                </a:lnTo>
                <a:lnTo>
                  <a:pt x="2618310" y="878393"/>
                </a:lnTo>
                <a:lnTo>
                  <a:pt x="2590704" y="876119"/>
                </a:lnTo>
                <a:lnTo>
                  <a:pt x="2592661" y="849917"/>
                </a:lnTo>
                <a:lnTo>
                  <a:pt x="2659599" y="824318"/>
                </a:lnTo>
                <a:lnTo>
                  <a:pt x="2600836" y="825331"/>
                </a:lnTo>
                <a:lnTo>
                  <a:pt x="2559621" y="829101"/>
                </a:lnTo>
                <a:lnTo>
                  <a:pt x="2538020" y="811602"/>
                </a:lnTo>
                <a:lnTo>
                  <a:pt x="2543837" y="769392"/>
                </a:lnTo>
                <a:lnTo>
                  <a:pt x="2528872" y="760461"/>
                </a:lnTo>
                <a:lnTo>
                  <a:pt x="2503652" y="765719"/>
                </a:lnTo>
                <a:lnTo>
                  <a:pt x="2492677" y="757585"/>
                </a:lnTo>
                <a:lnTo>
                  <a:pt x="2461496" y="780948"/>
                </a:lnTo>
                <a:lnTo>
                  <a:pt x="2446930" y="805034"/>
                </a:lnTo>
                <a:lnTo>
                  <a:pt x="2431951" y="819119"/>
                </a:lnTo>
                <a:lnTo>
                  <a:pt x="2415716" y="823910"/>
                </a:lnTo>
                <a:lnTo>
                  <a:pt x="2403767" y="825465"/>
                </a:lnTo>
                <a:lnTo>
                  <a:pt x="2399021" y="833105"/>
                </a:lnTo>
                <a:lnTo>
                  <a:pt x="2331482" y="833130"/>
                </a:lnTo>
                <a:lnTo>
                  <a:pt x="2275774" y="833344"/>
                </a:lnTo>
                <a:lnTo>
                  <a:pt x="2258392" y="839041"/>
                </a:lnTo>
                <a:lnTo>
                  <a:pt x="2216320" y="861334"/>
                </a:lnTo>
                <a:lnTo>
                  <a:pt x="2211373" y="863743"/>
                </a:lnTo>
                <a:lnTo>
                  <a:pt x="2197834" y="875806"/>
                </a:lnTo>
                <a:lnTo>
                  <a:pt x="2164120" y="875798"/>
                </a:lnTo>
                <a:lnTo>
                  <a:pt x="2128016" y="875921"/>
                </a:lnTo>
                <a:lnTo>
                  <a:pt x="2110687" y="880835"/>
                </a:lnTo>
                <a:lnTo>
                  <a:pt x="2115706" y="886913"/>
                </a:lnTo>
                <a:lnTo>
                  <a:pt x="2117592" y="896355"/>
                </a:lnTo>
                <a:lnTo>
                  <a:pt x="2116409" y="899493"/>
                </a:lnTo>
                <a:lnTo>
                  <a:pt x="2065964" y="914891"/>
                </a:lnTo>
                <a:lnTo>
                  <a:pt x="2027300" y="919757"/>
                </a:lnTo>
                <a:lnTo>
                  <a:pt x="1981994" y="936285"/>
                </a:lnTo>
                <a:lnTo>
                  <a:pt x="1972752" y="936285"/>
                </a:lnTo>
                <a:lnTo>
                  <a:pt x="1960989" y="931403"/>
                </a:lnTo>
                <a:lnTo>
                  <a:pt x="1957542" y="926980"/>
                </a:lnTo>
                <a:lnTo>
                  <a:pt x="1958854" y="923751"/>
                </a:lnTo>
                <a:lnTo>
                  <a:pt x="1968641" y="912916"/>
                </a:lnTo>
                <a:lnTo>
                  <a:pt x="1988597" y="895890"/>
                </a:lnTo>
                <a:lnTo>
                  <a:pt x="2002224" y="877592"/>
                </a:lnTo>
                <a:lnTo>
                  <a:pt x="1999169" y="850694"/>
                </a:lnTo>
                <a:lnTo>
                  <a:pt x="1995921" y="822601"/>
                </a:lnTo>
                <a:lnTo>
                  <a:pt x="1960180" y="808071"/>
                </a:lnTo>
                <a:lnTo>
                  <a:pt x="1965614" y="802567"/>
                </a:lnTo>
                <a:lnTo>
                  <a:pt x="1960887" y="798783"/>
                </a:lnTo>
                <a:lnTo>
                  <a:pt x="1950840" y="798783"/>
                </a:lnTo>
                <a:lnTo>
                  <a:pt x="1944316" y="793876"/>
                </a:lnTo>
                <a:lnTo>
                  <a:pt x="1943725" y="786546"/>
                </a:lnTo>
                <a:lnTo>
                  <a:pt x="1936065" y="789748"/>
                </a:lnTo>
                <a:lnTo>
                  <a:pt x="1926423" y="788794"/>
                </a:lnTo>
                <a:lnTo>
                  <a:pt x="1929184" y="785727"/>
                </a:lnTo>
                <a:lnTo>
                  <a:pt x="1921099" y="782680"/>
                </a:lnTo>
                <a:lnTo>
                  <a:pt x="1918966" y="774539"/>
                </a:lnTo>
                <a:lnTo>
                  <a:pt x="1892343" y="764629"/>
                </a:lnTo>
                <a:lnTo>
                  <a:pt x="1864615" y="754317"/>
                </a:lnTo>
                <a:lnTo>
                  <a:pt x="1831098" y="742347"/>
                </a:lnTo>
                <a:lnTo>
                  <a:pt x="1798947" y="731113"/>
                </a:lnTo>
                <a:lnTo>
                  <a:pt x="1764711" y="739877"/>
                </a:lnTo>
                <a:lnTo>
                  <a:pt x="1752729" y="740180"/>
                </a:lnTo>
                <a:lnTo>
                  <a:pt x="1709403" y="732132"/>
                </a:lnTo>
                <a:lnTo>
                  <a:pt x="1679116" y="736156"/>
                </a:lnTo>
                <a:lnTo>
                  <a:pt x="1645610" y="726560"/>
                </a:lnTo>
                <a:lnTo>
                  <a:pt x="1609383" y="721630"/>
                </a:lnTo>
                <a:lnTo>
                  <a:pt x="1584327" y="719726"/>
                </a:lnTo>
                <a:lnTo>
                  <a:pt x="1574048" y="714487"/>
                </a:lnTo>
                <a:lnTo>
                  <a:pt x="1570985" y="697490"/>
                </a:lnTo>
                <a:lnTo>
                  <a:pt x="1558643" y="697639"/>
                </a:lnTo>
                <a:lnTo>
                  <a:pt x="1556142" y="709534"/>
                </a:lnTo>
                <a:lnTo>
                  <a:pt x="1480818" y="709512"/>
                </a:lnTo>
                <a:lnTo>
                  <a:pt x="1356292" y="709534"/>
                </a:lnTo>
                <a:lnTo>
                  <a:pt x="1232606" y="709538"/>
                </a:lnTo>
                <a:lnTo>
                  <a:pt x="1123354" y="709534"/>
                </a:lnTo>
                <a:lnTo>
                  <a:pt x="1014165" y="709534"/>
                </a:lnTo>
                <a:lnTo>
                  <a:pt x="906795" y="709534"/>
                </a:lnTo>
                <a:lnTo>
                  <a:pt x="795852" y="709534"/>
                </a:lnTo>
                <a:lnTo>
                  <a:pt x="760073" y="709534"/>
                </a:lnTo>
                <a:lnTo>
                  <a:pt x="652020" y="709534"/>
                </a:lnTo>
                <a:lnTo>
                  <a:pt x="548654" y="709534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2" name="Map / Canada / 1">
            <a:extLst>
              <a:ext uri="{FF2B5EF4-FFF2-40B4-BE49-F238E27FC236}">
                <a16:creationId xmlns:a16="http://schemas.microsoft.com/office/drawing/2014/main" id="{CF90385C-583E-4452-9A9A-EBBFBFD1E80B}"/>
              </a:ext>
            </a:extLst>
          </p:cNvPr>
          <p:cNvSpPr>
            <a:spLocks noGrp="1"/>
          </p:cNvSpPr>
          <p:nvPr/>
        </p:nvSpPr>
        <p:spPr>
          <a:xfrm>
            <a:off x="6215086" y="2514878"/>
            <a:ext cx="77851" cy="23368"/>
          </a:xfrm>
          <a:custGeom>
            <a:avLst/>
            <a:gdLst/>
            <a:ahLst/>
            <a:cxnLst/>
            <a:rect l="0" t="0" r="0" b="0"/>
            <a:pathLst>
              <a:path w="77851" h="23368">
                <a:moveTo>
                  <a:pt x="0" y="14280"/>
                </a:moveTo>
                <a:lnTo>
                  <a:pt x="29286" y="0"/>
                </a:lnTo>
                <a:lnTo>
                  <a:pt x="77851" y="294"/>
                </a:lnTo>
                <a:lnTo>
                  <a:pt x="75878" y="6293"/>
                </a:lnTo>
                <a:lnTo>
                  <a:pt x="30917" y="23368"/>
                </a:lnTo>
                <a:lnTo>
                  <a:pt x="6028" y="22653"/>
                </a:lnTo>
                <a:lnTo>
                  <a:pt x="0" y="1428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3" name="Map / Canada / 2">
            <a:extLst>
              <a:ext uri="{FF2B5EF4-FFF2-40B4-BE49-F238E27FC236}">
                <a16:creationId xmlns:a16="http://schemas.microsoft.com/office/drawing/2014/main" id="{21DAF7E4-094B-4B9F-A677-7CD49EF6ED3D}"/>
              </a:ext>
            </a:extLst>
          </p:cNvPr>
          <p:cNvSpPr>
            <a:spLocks noGrp="1"/>
          </p:cNvSpPr>
          <p:nvPr/>
        </p:nvSpPr>
        <p:spPr>
          <a:xfrm>
            <a:off x="6395936" y="2179138"/>
            <a:ext cx="156668" cy="31499"/>
          </a:xfrm>
          <a:custGeom>
            <a:avLst/>
            <a:gdLst/>
            <a:ahLst/>
            <a:cxnLst/>
            <a:rect l="0" t="0" r="0" b="0"/>
            <a:pathLst>
              <a:path w="156668" h="31499">
                <a:moveTo>
                  <a:pt x="34535" y="29619"/>
                </a:moveTo>
                <a:lnTo>
                  <a:pt x="0" y="13204"/>
                </a:lnTo>
                <a:lnTo>
                  <a:pt x="3871" y="2060"/>
                </a:lnTo>
                <a:lnTo>
                  <a:pt x="20922" y="0"/>
                </a:lnTo>
                <a:lnTo>
                  <a:pt x="99255" y="3337"/>
                </a:lnTo>
                <a:lnTo>
                  <a:pt x="155345" y="20339"/>
                </a:lnTo>
                <a:lnTo>
                  <a:pt x="156668" y="28893"/>
                </a:lnTo>
                <a:lnTo>
                  <a:pt x="120064" y="27990"/>
                </a:lnTo>
                <a:lnTo>
                  <a:pt x="82920" y="27336"/>
                </a:lnTo>
                <a:lnTo>
                  <a:pt x="44159" y="31499"/>
                </a:lnTo>
                <a:lnTo>
                  <a:pt x="34535" y="29619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4" name="Map / Canada / 3">
            <a:extLst>
              <a:ext uri="{FF2B5EF4-FFF2-40B4-BE49-F238E27FC236}">
                <a16:creationId xmlns:a16="http://schemas.microsoft.com/office/drawing/2014/main" id="{2E41D9EA-57F2-40DB-AB8D-3D488AB855C6}"/>
              </a:ext>
            </a:extLst>
          </p:cNvPr>
          <p:cNvSpPr>
            <a:spLocks noGrp="1"/>
          </p:cNvSpPr>
          <p:nvPr/>
        </p:nvSpPr>
        <p:spPr>
          <a:xfrm>
            <a:off x="6341096" y="2531238"/>
            <a:ext cx="39749" cy="23295"/>
          </a:xfrm>
          <a:custGeom>
            <a:avLst/>
            <a:gdLst/>
            <a:ahLst/>
            <a:cxnLst/>
            <a:rect l="0" t="0" r="0" b="0"/>
            <a:pathLst>
              <a:path w="39749" h="23295">
                <a:moveTo>
                  <a:pt x="2082" y="9288"/>
                </a:moveTo>
                <a:lnTo>
                  <a:pt x="17606" y="0"/>
                </a:lnTo>
                <a:lnTo>
                  <a:pt x="31982" y="678"/>
                </a:lnTo>
                <a:lnTo>
                  <a:pt x="39749" y="7025"/>
                </a:lnTo>
                <a:lnTo>
                  <a:pt x="22667" y="23295"/>
                </a:lnTo>
                <a:lnTo>
                  <a:pt x="7492" y="20663"/>
                </a:lnTo>
                <a:lnTo>
                  <a:pt x="0" y="11426"/>
                </a:lnTo>
                <a:lnTo>
                  <a:pt x="2082" y="9288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5" name="Map / Canada / 4">
            <a:extLst>
              <a:ext uri="{FF2B5EF4-FFF2-40B4-BE49-F238E27FC236}">
                <a16:creationId xmlns:a16="http://schemas.microsoft.com/office/drawing/2014/main" id="{936B49B4-5DF4-4CAA-9971-F7641273AF9B}"/>
              </a:ext>
            </a:extLst>
          </p:cNvPr>
          <p:cNvSpPr>
            <a:spLocks noGrp="1"/>
          </p:cNvSpPr>
          <p:nvPr/>
        </p:nvSpPr>
        <p:spPr>
          <a:xfrm>
            <a:off x="5857599" y="2120708"/>
            <a:ext cx="110883" cy="32655"/>
          </a:xfrm>
          <a:custGeom>
            <a:avLst/>
            <a:gdLst/>
            <a:ahLst/>
            <a:cxnLst/>
            <a:rect l="0" t="0" r="0" b="0"/>
            <a:pathLst>
              <a:path w="110883" h="32655">
                <a:moveTo>
                  <a:pt x="110883" y="20655"/>
                </a:moveTo>
                <a:lnTo>
                  <a:pt x="89103" y="32655"/>
                </a:lnTo>
                <a:lnTo>
                  <a:pt x="39664" y="30348"/>
                </a:lnTo>
                <a:lnTo>
                  <a:pt x="0" y="22276"/>
                </a:lnTo>
                <a:lnTo>
                  <a:pt x="21954" y="8339"/>
                </a:lnTo>
                <a:lnTo>
                  <a:pt x="73548" y="0"/>
                </a:lnTo>
                <a:lnTo>
                  <a:pt x="100801" y="10857"/>
                </a:lnTo>
                <a:lnTo>
                  <a:pt x="110883" y="20655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6" name="Map / Canada / 5">
            <a:extLst>
              <a:ext uri="{FF2B5EF4-FFF2-40B4-BE49-F238E27FC236}">
                <a16:creationId xmlns:a16="http://schemas.microsoft.com/office/drawing/2014/main" id="{56517479-7D92-4E1D-B8EE-EF3A83A783D6}"/>
              </a:ext>
            </a:extLst>
          </p:cNvPr>
          <p:cNvSpPr>
            <a:spLocks noGrp="1"/>
          </p:cNvSpPr>
          <p:nvPr/>
        </p:nvSpPr>
        <p:spPr>
          <a:xfrm>
            <a:off x="5894394" y="2052994"/>
            <a:ext cx="91264" cy="10627"/>
          </a:xfrm>
          <a:custGeom>
            <a:avLst/>
            <a:gdLst/>
            <a:ahLst/>
            <a:cxnLst/>
            <a:rect l="0" t="0" r="0" b="0"/>
            <a:pathLst>
              <a:path w="91264" h="10627">
                <a:moveTo>
                  <a:pt x="86276" y="9740"/>
                </a:moveTo>
                <a:lnTo>
                  <a:pt x="70458" y="10627"/>
                </a:lnTo>
                <a:lnTo>
                  <a:pt x="6847" y="8653"/>
                </a:lnTo>
                <a:lnTo>
                  <a:pt x="0" y="0"/>
                </a:lnTo>
                <a:lnTo>
                  <a:pt x="68734" y="453"/>
                </a:lnTo>
                <a:lnTo>
                  <a:pt x="91264" y="6200"/>
                </a:lnTo>
                <a:lnTo>
                  <a:pt x="86276" y="974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7" name="Map / Canada / 6">
            <a:extLst>
              <a:ext uri="{FF2B5EF4-FFF2-40B4-BE49-F238E27FC236}">
                <a16:creationId xmlns:a16="http://schemas.microsoft.com/office/drawing/2014/main" id="{4D949C79-5024-4937-845F-91710644BD9C}"/>
              </a:ext>
            </a:extLst>
          </p:cNvPr>
          <p:cNvSpPr>
            <a:spLocks noGrp="1"/>
          </p:cNvSpPr>
          <p:nvPr/>
        </p:nvSpPr>
        <p:spPr>
          <a:xfrm>
            <a:off x="5827225" y="2020883"/>
            <a:ext cx="101873" cy="31617"/>
          </a:xfrm>
          <a:custGeom>
            <a:avLst/>
            <a:gdLst/>
            <a:ahLst/>
            <a:cxnLst/>
            <a:rect l="0" t="0" r="0" b="0"/>
            <a:pathLst>
              <a:path w="101873" h="31617">
                <a:moveTo>
                  <a:pt x="63919" y="3285"/>
                </a:moveTo>
                <a:lnTo>
                  <a:pt x="101873" y="14042"/>
                </a:lnTo>
                <a:lnTo>
                  <a:pt x="89689" y="25229"/>
                </a:lnTo>
                <a:lnTo>
                  <a:pt x="37433" y="31617"/>
                </a:lnTo>
                <a:lnTo>
                  <a:pt x="11514" y="24427"/>
                </a:lnTo>
                <a:lnTo>
                  <a:pt x="0" y="12810"/>
                </a:lnTo>
                <a:lnTo>
                  <a:pt x="759" y="0"/>
                </a:lnTo>
                <a:lnTo>
                  <a:pt x="44584" y="1237"/>
                </a:lnTo>
                <a:lnTo>
                  <a:pt x="63919" y="3285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8" name="Map / Canada / 7">
            <a:extLst>
              <a:ext uri="{FF2B5EF4-FFF2-40B4-BE49-F238E27FC236}">
                <a16:creationId xmlns:a16="http://schemas.microsoft.com/office/drawing/2014/main" id="{4AF86345-5491-4EA3-A812-3DD2AB69757C}"/>
              </a:ext>
            </a:extLst>
          </p:cNvPr>
          <p:cNvSpPr>
            <a:spLocks noGrp="1"/>
          </p:cNvSpPr>
          <p:nvPr/>
        </p:nvSpPr>
        <p:spPr>
          <a:xfrm>
            <a:off x="5862096" y="2073835"/>
            <a:ext cx="580419" cy="85720"/>
          </a:xfrm>
          <a:custGeom>
            <a:avLst/>
            <a:gdLst/>
            <a:ahLst/>
            <a:cxnLst/>
            <a:rect l="0" t="0" r="0" b="0"/>
            <a:pathLst>
              <a:path w="580419" h="85720">
                <a:moveTo>
                  <a:pt x="290140" y="85720"/>
                </a:moveTo>
                <a:lnTo>
                  <a:pt x="235398" y="81905"/>
                </a:lnTo>
                <a:lnTo>
                  <a:pt x="146271" y="71931"/>
                </a:lnTo>
                <a:lnTo>
                  <a:pt x="138615" y="54934"/>
                </a:lnTo>
                <a:lnTo>
                  <a:pt x="138289" y="39585"/>
                </a:lnTo>
                <a:lnTo>
                  <a:pt x="107239" y="26070"/>
                </a:lnTo>
                <a:lnTo>
                  <a:pt x="37231" y="22289"/>
                </a:lnTo>
                <a:lnTo>
                  <a:pt x="0" y="12702"/>
                </a:lnTo>
                <a:lnTo>
                  <a:pt x="16242" y="0"/>
                </a:lnTo>
                <a:lnTo>
                  <a:pt x="86321" y="1966"/>
                </a:lnTo>
                <a:lnTo>
                  <a:pt x="121813" y="11921"/>
                </a:lnTo>
                <a:lnTo>
                  <a:pt x="189324" y="11852"/>
                </a:lnTo>
                <a:lnTo>
                  <a:pt x="216404" y="22034"/>
                </a:lnTo>
                <a:lnTo>
                  <a:pt x="205719" y="33661"/>
                </a:lnTo>
                <a:lnTo>
                  <a:pt x="243416" y="40665"/>
                </a:lnTo>
                <a:lnTo>
                  <a:pt x="263463" y="48020"/>
                </a:lnTo>
                <a:lnTo>
                  <a:pt x="309509" y="49381"/>
                </a:lnTo>
                <a:lnTo>
                  <a:pt x="359069" y="51975"/>
                </a:lnTo>
                <a:lnTo>
                  <a:pt x="415271" y="45264"/>
                </a:lnTo>
                <a:lnTo>
                  <a:pt x="485845" y="42629"/>
                </a:lnTo>
                <a:lnTo>
                  <a:pt x="541205" y="44806"/>
                </a:lnTo>
                <a:lnTo>
                  <a:pt x="575488" y="56481"/>
                </a:lnTo>
                <a:lnTo>
                  <a:pt x="580419" y="69288"/>
                </a:lnTo>
                <a:lnTo>
                  <a:pt x="557153" y="77517"/>
                </a:lnTo>
                <a:lnTo>
                  <a:pt x="504307" y="84168"/>
                </a:lnTo>
                <a:lnTo>
                  <a:pt x="461020" y="80405"/>
                </a:lnTo>
                <a:lnTo>
                  <a:pt x="361050" y="85172"/>
                </a:lnTo>
                <a:lnTo>
                  <a:pt x="290140" y="8572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9" name="Map / Canada / 8">
            <a:extLst>
              <a:ext uri="{FF2B5EF4-FFF2-40B4-BE49-F238E27FC236}">
                <a16:creationId xmlns:a16="http://schemas.microsoft.com/office/drawing/2014/main" id="{672B428C-B810-49C9-932D-66184A41539A}"/>
              </a:ext>
            </a:extLst>
          </p:cNvPr>
          <p:cNvSpPr>
            <a:spLocks noGrp="1"/>
          </p:cNvSpPr>
          <p:nvPr/>
        </p:nvSpPr>
        <p:spPr>
          <a:xfrm>
            <a:off x="5308819" y="2043140"/>
            <a:ext cx="128300" cy="23023"/>
          </a:xfrm>
          <a:custGeom>
            <a:avLst/>
            <a:gdLst/>
            <a:ahLst/>
            <a:cxnLst/>
            <a:rect l="0" t="0" r="0" b="0"/>
            <a:pathLst>
              <a:path w="128300" h="23023">
                <a:moveTo>
                  <a:pt x="81585" y="0"/>
                </a:moveTo>
                <a:lnTo>
                  <a:pt x="128300" y="4849"/>
                </a:lnTo>
                <a:lnTo>
                  <a:pt x="114150" y="14114"/>
                </a:lnTo>
                <a:lnTo>
                  <a:pt x="47666" y="23023"/>
                </a:lnTo>
                <a:lnTo>
                  <a:pt x="0" y="13025"/>
                </a:lnTo>
                <a:lnTo>
                  <a:pt x="30729" y="3155"/>
                </a:lnTo>
                <a:lnTo>
                  <a:pt x="81585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0" name="Map / Canada / 9">
            <a:extLst>
              <a:ext uri="{FF2B5EF4-FFF2-40B4-BE49-F238E27FC236}">
                <a16:creationId xmlns:a16="http://schemas.microsoft.com/office/drawing/2014/main" id="{C817F607-C7B8-4715-BC6D-0F8821F5C733}"/>
              </a:ext>
            </a:extLst>
          </p:cNvPr>
          <p:cNvSpPr>
            <a:spLocks noGrp="1"/>
          </p:cNvSpPr>
          <p:nvPr/>
        </p:nvSpPr>
        <p:spPr>
          <a:xfrm>
            <a:off x="5349183" y="2021562"/>
            <a:ext cx="100097" cy="13716"/>
          </a:xfrm>
          <a:custGeom>
            <a:avLst/>
            <a:gdLst/>
            <a:ahLst/>
            <a:cxnLst/>
            <a:rect l="0" t="0" r="0" b="0"/>
            <a:pathLst>
              <a:path w="100097" h="13716">
                <a:moveTo>
                  <a:pt x="57620" y="1410"/>
                </a:moveTo>
                <a:lnTo>
                  <a:pt x="100097" y="7678"/>
                </a:lnTo>
                <a:lnTo>
                  <a:pt x="56693" y="13716"/>
                </a:lnTo>
                <a:lnTo>
                  <a:pt x="0" y="13686"/>
                </a:lnTo>
                <a:lnTo>
                  <a:pt x="1913" y="9270"/>
                </a:lnTo>
                <a:lnTo>
                  <a:pt x="39757" y="0"/>
                </a:lnTo>
                <a:lnTo>
                  <a:pt x="57620" y="141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1" name="Map / Canada / 10">
            <a:extLst>
              <a:ext uri="{FF2B5EF4-FFF2-40B4-BE49-F238E27FC236}">
                <a16:creationId xmlns:a16="http://schemas.microsoft.com/office/drawing/2014/main" id="{7236033D-91A0-4543-9FAC-FDC8DAD4604B}"/>
              </a:ext>
            </a:extLst>
          </p:cNvPr>
          <p:cNvSpPr>
            <a:spLocks noGrp="1"/>
          </p:cNvSpPr>
          <p:nvPr/>
        </p:nvSpPr>
        <p:spPr>
          <a:xfrm>
            <a:off x="7024735" y="2864126"/>
            <a:ext cx="245712" cy="155209"/>
          </a:xfrm>
          <a:custGeom>
            <a:avLst/>
            <a:gdLst/>
            <a:ahLst/>
            <a:cxnLst/>
            <a:rect l="0" t="0" r="0" b="0"/>
            <a:pathLst>
              <a:path w="245712" h="155209">
                <a:moveTo>
                  <a:pt x="151789" y="9752"/>
                </a:moveTo>
                <a:lnTo>
                  <a:pt x="130066" y="29256"/>
                </a:lnTo>
                <a:lnTo>
                  <a:pt x="102749" y="56334"/>
                </a:lnTo>
                <a:lnTo>
                  <a:pt x="127729" y="45876"/>
                </a:lnTo>
                <a:lnTo>
                  <a:pt x="151334" y="52510"/>
                </a:lnTo>
                <a:lnTo>
                  <a:pt x="137300" y="63304"/>
                </a:lnTo>
                <a:lnTo>
                  <a:pt x="168570" y="71790"/>
                </a:lnTo>
                <a:lnTo>
                  <a:pt x="186224" y="64247"/>
                </a:lnTo>
                <a:lnTo>
                  <a:pt x="221404" y="73767"/>
                </a:lnTo>
                <a:lnTo>
                  <a:pt x="207580" y="96438"/>
                </a:lnTo>
                <a:lnTo>
                  <a:pt x="233664" y="91144"/>
                </a:lnTo>
                <a:lnTo>
                  <a:pt x="236489" y="107571"/>
                </a:lnTo>
                <a:lnTo>
                  <a:pt x="245712" y="126814"/>
                </a:lnTo>
                <a:lnTo>
                  <a:pt x="227389" y="154057"/>
                </a:lnTo>
                <a:lnTo>
                  <a:pt x="210734" y="155209"/>
                </a:lnTo>
                <a:lnTo>
                  <a:pt x="187348" y="149365"/>
                </a:lnTo>
                <a:lnTo>
                  <a:pt x="198080" y="124038"/>
                </a:lnTo>
                <a:lnTo>
                  <a:pt x="188355" y="120105"/>
                </a:lnTo>
                <a:lnTo>
                  <a:pt x="142978" y="146952"/>
                </a:lnTo>
                <a:lnTo>
                  <a:pt x="121301" y="145877"/>
                </a:lnTo>
                <a:lnTo>
                  <a:pt x="148748" y="131333"/>
                </a:lnTo>
                <a:lnTo>
                  <a:pt x="114594" y="123811"/>
                </a:lnTo>
                <a:lnTo>
                  <a:pt x="75175" y="125660"/>
                </a:lnTo>
                <a:lnTo>
                  <a:pt x="4474" y="124715"/>
                </a:lnTo>
                <a:lnTo>
                  <a:pt x="0" y="115549"/>
                </a:lnTo>
                <a:lnTo>
                  <a:pt x="24047" y="104650"/>
                </a:lnTo>
                <a:lnTo>
                  <a:pt x="9232" y="96240"/>
                </a:lnTo>
                <a:lnTo>
                  <a:pt x="42114" y="77592"/>
                </a:lnTo>
                <a:lnTo>
                  <a:pt x="85749" y="28288"/>
                </a:lnTo>
                <a:lnTo>
                  <a:pt x="110416" y="10669"/>
                </a:lnTo>
                <a:lnTo>
                  <a:pt x="143166" y="0"/>
                </a:lnTo>
                <a:lnTo>
                  <a:pt x="159809" y="1357"/>
                </a:lnTo>
                <a:lnTo>
                  <a:pt x="151789" y="9752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2" name="Map / Canada / 11">
            <a:extLst>
              <a:ext uri="{FF2B5EF4-FFF2-40B4-BE49-F238E27FC236}">
                <a16:creationId xmlns:a16="http://schemas.microsoft.com/office/drawing/2014/main" id="{389D1913-E648-4C88-9397-364023BE849B}"/>
              </a:ext>
            </a:extLst>
          </p:cNvPr>
          <p:cNvSpPr>
            <a:spLocks noGrp="1"/>
          </p:cNvSpPr>
          <p:nvPr/>
        </p:nvSpPr>
        <p:spPr>
          <a:xfrm>
            <a:off x="6107994" y="2427436"/>
            <a:ext cx="252814" cy="83161"/>
          </a:xfrm>
          <a:custGeom>
            <a:avLst/>
            <a:gdLst/>
            <a:ahLst/>
            <a:cxnLst/>
            <a:rect l="0" t="0" r="0" b="0"/>
            <a:pathLst>
              <a:path w="252814" h="83161">
                <a:moveTo>
                  <a:pt x="128309" y="19476"/>
                </a:moveTo>
                <a:lnTo>
                  <a:pt x="164666" y="30092"/>
                </a:lnTo>
                <a:lnTo>
                  <a:pt x="203070" y="39737"/>
                </a:lnTo>
                <a:lnTo>
                  <a:pt x="203177" y="54457"/>
                </a:lnTo>
                <a:lnTo>
                  <a:pt x="229664" y="52046"/>
                </a:lnTo>
                <a:lnTo>
                  <a:pt x="252814" y="62309"/>
                </a:lnTo>
                <a:lnTo>
                  <a:pt x="219474" y="72052"/>
                </a:lnTo>
                <a:lnTo>
                  <a:pt x="165978" y="64607"/>
                </a:lnTo>
                <a:lnTo>
                  <a:pt x="149032" y="50672"/>
                </a:lnTo>
                <a:lnTo>
                  <a:pt x="110545" y="67146"/>
                </a:lnTo>
                <a:lnTo>
                  <a:pt x="56822" y="83161"/>
                </a:lnTo>
                <a:lnTo>
                  <a:pt x="48550" y="65055"/>
                </a:lnTo>
                <a:lnTo>
                  <a:pt x="0" y="68028"/>
                </a:lnTo>
                <a:lnTo>
                  <a:pt x="34043" y="52717"/>
                </a:lnTo>
                <a:lnTo>
                  <a:pt x="43851" y="28352"/>
                </a:lnTo>
                <a:lnTo>
                  <a:pt x="62050" y="0"/>
                </a:lnTo>
                <a:lnTo>
                  <a:pt x="86924" y="2523"/>
                </a:lnTo>
                <a:lnTo>
                  <a:pt x="90515" y="16136"/>
                </a:lnTo>
                <a:lnTo>
                  <a:pt x="109564" y="11361"/>
                </a:lnTo>
                <a:lnTo>
                  <a:pt x="128309" y="19476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3" name="Map / Canada / 12">
            <a:extLst>
              <a:ext uri="{FF2B5EF4-FFF2-40B4-BE49-F238E27FC236}">
                <a16:creationId xmlns:a16="http://schemas.microsoft.com/office/drawing/2014/main" id="{60BDB297-ED78-46DD-B852-83472B7FB125}"/>
              </a:ext>
            </a:extLst>
          </p:cNvPr>
          <p:cNvSpPr>
            <a:spLocks noGrp="1"/>
          </p:cNvSpPr>
          <p:nvPr/>
        </p:nvSpPr>
        <p:spPr>
          <a:xfrm>
            <a:off x="6065275" y="2177773"/>
            <a:ext cx="955763" cy="367541"/>
          </a:xfrm>
          <a:custGeom>
            <a:avLst/>
            <a:gdLst/>
            <a:ahLst/>
            <a:cxnLst/>
            <a:rect l="0" t="0" r="0" b="0"/>
            <a:pathLst>
              <a:path w="955763" h="367541">
                <a:moveTo>
                  <a:pt x="397060" y="44937"/>
                </a:moveTo>
                <a:lnTo>
                  <a:pt x="432389" y="32634"/>
                </a:lnTo>
                <a:lnTo>
                  <a:pt x="506040" y="48296"/>
                </a:lnTo>
                <a:lnTo>
                  <a:pt x="550863" y="63048"/>
                </a:lnTo>
                <a:lnTo>
                  <a:pt x="552704" y="76554"/>
                </a:lnTo>
                <a:lnTo>
                  <a:pt x="618538" y="69555"/>
                </a:lnTo>
                <a:lnTo>
                  <a:pt x="651005" y="89272"/>
                </a:lnTo>
                <a:lnTo>
                  <a:pt x="732712" y="101499"/>
                </a:lnTo>
                <a:lnTo>
                  <a:pt x="760796" y="113977"/>
                </a:lnTo>
                <a:lnTo>
                  <a:pt x="788664" y="142948"/>
                </a:lnTo>
                <a:lnTo>
                  <a:pt x="721986" y="157370"/>
                </a:lnTo>
                <a:lnTo>
                  <a:pt x="800802" y="177585"/>
                </a:lnTo>
                <a:lnTo>
                  <a:pt x="855220" y="184384"/>
                </a:lnTo>
                <a:lnTo>
                  <a:pt x="900898" y="212835"/>
                </a:lnTo>
                <a:lnTo>
                  <a:pt x="955763" y="214889"/>
                </a:lnTo>
                <a:lnTo>
                  <a:pt x="941383" y="236616"/>
                </a:lnTo>
                <a:lnTo>
                  <a:pt x="873843" y="272574"/>
                </a:lnTo>
                <a:lnTo>
                  <a:pt x="832668" y="259345"/>
                </a:lnTo>
                <a:lnTo>
                  <a:pt x="782376" y="229565"/>
                </a:lnTo>
                <a:lnTo>
                  <a:pt x="736249" y="233444"/>
                </a:lnTo>
                <a:lnTo>
                  <a:pt x="728729" y="251180"/>
                </a:lnTo>
                <a:lnTo>
                  <a:pt x="762666" y="269176"/>
                </a:lnTo>
                <a:lnTo>
                  <a:pt x="808129" y="283417"/>
                </a:lnTo>
                <a:lnTo>
                  <a:pt x="821302" y="291641"/>
                </a:lnTo>
                <a:lnTo>
                  <a:pt x="839298" y="322282"/>
                </a:lnTo>
                <a:lnTo>
                  <a:pt x="823518" y="344532"/>
                </a:lnTo>
                <a:lnTo>
                  <a:pt x="780224" y="336145"/>
                </a:lnTo>
                <a:lnTo>
                  <a:pt x="695691" y="311362"/>
                </a:lnTo>
                <a:lnTo>
                  <a:pt x="741157" y="338038"/>
                </a:lnTo>
                <a:lnTo>
                  <a:pt x="774953" y="356732"/>
                </a:lnTo>
                <a:lnTo>
                  <a:pt x="778957" y="367541"/>
                </a:lnTo>
                <a:lnTo>
                  <a:pt x="684851" y="355182"/>
                </a:lnTo>
                <a:lnTo>
                  <a:pt x="611944" y="337210"/>
                </a:lnTo>
                <a:lnTo>
                  <a:pt x="571752" y="322130"/>
                </a:lnTo>
                <a:lnTo>
                  <a:pt x="585668" y="313396"/>
                </a:lnTo>
                <a:lnTo>
                  <a:pt x="535864" y="297485"/>
                </a:lnTo>
                <a:lnTo>
                  <a:pt x="487289" y="282468"/>
                </a:lnTo>
                <a:lnTo>
                  <a:pt x="486157" y="291445"/>
                </a:lnTo>
                <a:lnTo>
                  <a:pt x="383157" y="296384"/>
                </a:lnTo>
                <a:lnTo>
                  <a:pt x="355397" y="285754"/>
                </a:lnTo>
                <a:lnTo>
                  <a:pt x="383122" y="262962"/>
                </a:lnTo>
                <a:lnTo>
                  <a:pt x="449399" y="262411"/>
                </a:lnTo>
                <a:lnTo>
                  <a:pt x="522630" y="258455"/>
                </a:lnTo>
                <a:lnTo>
                  <a:pt x="512958" y="247404"/>
                </a:lnTo>
                <a:lnTo>
                  <a:pt x="528147" y="231963"/>
                </a:lnTo>
                <a:lnTo>
                  <a:pt x="579228" y="201811"/>
                </a:lnTo>
                <a:lnTo>
                  <a:pt x="572167" y="188118"/>
                </a:lnTo>
                <a:lnTo>
                  <a:pt x="560674" y="177515"/>
                </a:lnTo>
                <a:lnTo>
                  <a:pt x="509987" y="162495"/>
                </a:lnTo>
                <a:lnTo>
                  <a:pt x="441275" y="151967"/>
                </a:lnTo>
                <a:lnTo>
                  <a:pt x="465203" y="144134"/>
                </a:lnTo>
                <a:lnTo>
                  <a:pt x="432133" y="124886"/>
                </a:lnTo>
                <a:lnTo>
                  <a:pt x="401774" y="123123"/>
                </a:lnTo>
                <a:lnTo>
                  <a:pt x="376470" y="112586"/>
                </a:lnTo>
                <a:lnTo>
                  <a:pt x="355924" y="121720"/>
                </a:lnTo>
                <a:lnTo>
                  <a:pt x="291890" y="125702"/>
                </a:lnTo>
                <a:lnTo>
                  <a:pt x="166560" y="118785"/>
                </a:lnTo>
                <a:lnTo>
                  <a:pt x="94931" y="109703"/>
                </a:lnTo>
                <a:lnTo>
                  <a:pt x="39551" y="105037"/>
                </a:lnTo>
                <a:lnTo>
                  <a:pt x="13165" y="94162"/>
                </a:lnTo>
                <a:lnTo>
                  <a:pt x="52832" y="80041"/>
                </a:lnTo>
                <a:lnTo>
                  <a:pt x="3516" y="79906"/>
                </a:lnTo>
                <a:lnTo>
                  <a:pt x="0" y="48562"/>
                </a:lnTo>
                <a:lnTo>
                  <a:pt x="33239" y="20875"/>
                </a:lnTo>
                <a:lnTo>
                  <a:pt x="71794" y="8232"/>
                </a:lnTo>
                <a:lnTo>
                  <a:pt x="162900" y="0"/>
                </a:lnTo>
                <a:lnTo>
                  <a:pt x="132849" y="20009"/>
                </a:lnTo>
                <a:lnTo>
                  <a:pt x="155677" y="39305"/>
                </a:lnTo>
                <a:lnTo>
                  <a:pt x="193340" y="14349"/>
                </a:lnTo>
                <a:lnTo>
                  <a:pt x="283753" y="1637"/>
                </a:lnTo>
                <a:lnTo>
                  <a:pt x="336094" y="33658"/>
                </a:lnTo>
                <a:lnTo>
                  <a:pt x="326585" y="53923"/>
                </a:lnTo>
                <a:lnTo>
                  <a:pt x="397060" y="44937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4" name="Map / Canada / 13">
            <a:extLst>
              <a:ext uri="{FF2B5EF4-FFF2-40B4-BE49-F238E27FC236}">
                <a16:creationId xmlns:a16="http://schemas.microsoft.com/office/drawing/2014/main" id="{1CEEEFCD-1AD8-4A88-923B-102461DF27B8}"/>
              </a:ext>
            </a:extLst>
          </p:cNvPr>
          <p:cNvSpPr>
            <a:spLocks noGrp="1"/>
          </p:cNvSpPr>
          <p:nvPr/>
        </p:nvSpPr>
        <p:spPr>
          <a:xfrm>
            <a:off x="5868852" y="2167524"/>
            <a:ext cx="198001" cy="65327"/>
          </a:xfrm>
          <a:custGeom>
            <a:avLst/>
            <a:gdLst/>
            <a:ahLst/>
            <a:cxnLst/>
            <a:rect l="0" t="0" r="0" b="0"/>
            <a:pathLst>
              <a:path w="198001" h="65327">
                <a:moveTo>
                  <a:pt x="62300" y="0"/>
                </a:moveTo>
                <a:lnTo>
                  <a:pt x="133920" y="1080"/>
                </a:lnTo>
                <a:lnTo>
                  <a:pt x="198001" y="8611"/>
                </a:lnTo>
                <a:lnTo>
                  <a:pt x="139628" y="36177"/>
                </a:lnTo>
                <a:lnTo>
                  <a:pt x="96880" y="42191"/>
                </a:lnTo>
                <a:lnTo>
                  <a:pt x="53943" y="65327"/>
                </a:lnTo>
                <a:lnTo>
                  <a:pt x="14677" y="64173"/>
                </a:lnTo>
                <a:lnTo>
                  <a:pt x="0" y="36981"/>
                </a:lnTo>
                <a:lnTo>
                  <a:pt x="4486" y="21591"/>
                </a:lnTo>
                <a:lnTo>
                  <a:pt x="25908" y="8435"/>
                </a:lnTo>
                <a:lnTo>
                  <a:pt x="62300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5" name="Map / Canada / 14">
            <a:extLst>
              <a:ext uri="{FF2B5EF4-FFF2-40B4-BE49-F238E27FC236}">
                <a16:creationId xmlns:a16="http://schemas.microsoft.com/office/drawing/2014/main" id="{5F8184CA-FB64-4A3A-B290-129B32C7AAF1}"/>
              </a:ext>
            </a:extLst>
          </p:cNvPr>
          <p:cNvSpPr>
            <a:spLocks noGrp="1"/>
          </p:cNvSpPr>
          <p:nvPr/>
        </p:nvSpPr>
        <p:spPr>
          <a:xfrm>
            <a:off x="4973344" y="2058856"/>
            <a:ext cx="243503" cy="54027"/>
          </a:xfrm>
          <a:custGeom>
            <a:avLst/>
            <a:gdLst/>
            <a:ahLst/>
            <a:cxnLst/>
            <a:rect l="0" t="0" r="0" b="0"/>
            <a:pathLst>
              <a:path w="243503" h="54027">
                <a:moveTo>
                  <a:pt x="0" y="47324"/>
                </a:moveTo>
                <a:lnTo>
                  <a:pt x="0" y="47324"/>
                </a:lnTo>
                <a:lnTo>
                  <a:pt x="65898" y="24170"/>
                </a:lnTo>
                <a:lnTo>
                  <a:pt x="142783" y="4119"/>
                </a:lnTo>
                <a:lnTo>
                  <a:pt x="195129" y="4550"/>
                </a:lnTo>
                <a:lnTo>
                  <a:pt x="243503" y="0"/>
                </a:lnTo>
                <a:lnTo>
                  <a:pt x="231273" y="23784"/>
                </a:lnTo>
                <a:lnTo>
                  <a:pt x="201457" y="34524"/>
                </a:lnTo>
                <a:lnTo>
                  <a:pt x="168923" y="36037"/>
                </a:lnTo>
                <a:lnTo>
                  <a:pt x="100845" y="49285"/>
                </a:lnTo>
                <a:lnTo>
                  <a:pt x="44315" y="54027"/>
                </a:lnTo>
                <a:lnTo>
                  <a:pt x="0" y="47324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6" name="Map / Canada / 15">
            <a:extLst>
              <a:ext uri="{FF2B5EF4-FFF2-40B4-BE49-F238E27FC236}">
                <a16:creationId xmlns:a16="http://schemas.microsoft.com/office/drawing/2014/main" id="{2DFB0688-D878-4EE0-9396-CB9808F0D45D}"/>
              </a:ext>
            </a:extLst>
          </p:cNvPr>
          <p:cNvSpPr>
            <a:spLocks noGrp="1"/>
          </p:cNvSpPr>
          <p:nvPr/>
        </p:nvSpPr>
        <p:spPr>
          <a:xfrm>
            <a:off x="4385843" y="2785563"/>
            <a:ext cx="59191" cy="61589"/>
          </a:xfrm>
          <a:custGeom>
            <a:avLst/>
            <a:gdLst/>
            <a:ahLst/>
            <a:cxnLst/>
            <a:rect l="0" t="0" r="0" b="0"/>
            <a:pathLst>
              <a:path w="59191" h="61589">
                <a:moveTo>
                  <a:pt x="20856" y="4023"/>
                </a:moveTo>
                <a:lnTo>
                  <a:pt x="56208" y="1547"/>
                </a:lnTo>
                <a:lnTo>
                  <a:pt x="34986" y="36694"/>
                </a:lnTo>
                <a:lnTo>
                  <a:pt x="59191" y="61589"/>
                </a:lnTo>
                <a:lnTo>
                  <a:pt x="44779" y="61529"/>
                </a:lnTo>
                <a:lnTo>
                  <a:pt x="27115" y="47371"/>
                </a:lnTo>
                <a:lnTo>
                  <a:pt x="17960" y="33122"/>
                </a:lnTo>
                <a:lnTo>
                  <a:pt x="2603" y="23481"/>
                </a:lnTo>
                <a:lnTo>
                  <a:pt x="0" y="9872"/>
                </a:lnTo>
                <a:lnTo>
                  <a:pt x="5122" y="0"/>
                </a:lnTo>
                <a:lnTo>
                  <a:pt x="20856" y="4023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7" name="Map / Canada / 16">
            <a:extLst>
              <a:ext uri="{FF2B5EF4-FFF2-40B4-BE49-F238E27FC236}">
                <a16:creationId xmlns:a16="http://schemas.microsoft.com/office/drawing/2014/main" id="{AB1F24FD-0058-4E84-81D4-6D15BEDB63B7}"/>
              </a:ext>
            </a:extLst>
          </p:cNvPr>
          <p:cNvSpPr>
            <a:spLocks noGrp="1"/>
          </p:cNvSpPr>
          <p:nvPr/>
        </p:nvSpPr>
        <p:spPr>
          <a:xfrm>
            <a:off x="5596922" y="2007583"/>
            <a:ext cx="187491" cy="43155"/>
          </a:xfrm>
          <a:custGeom>
            <a:avLst/>
            <a:gdLst/>
            <a:ahLst/>
            <a:cxnLst/>
            <a:rect l="0" t="0" r="0" b="0"/>
            <a:pathLst>
              <a:path w="187491" h="43155">
                <a:moveTo>
                  <a:pt x="953" y="0"/>
                </a:moveTo>
                <a:lnTo>
                  <a:pt x="66628" y="4218"/>
                </a:lnTo>
                <a:lnTo>
                  <a:pt x="155657" y="15513"/>
                </a:lnTo>
                <a:lnTo>
                  <a:pt x="177716" y="30239"/>
                </a:lnTo>
                <a:lnTo>
                  <a:pt x="187491" y="43155"/>
                </a:lnTo>
                <a:lnTo>
                  <a:pt x="132622" y="39705"/>
                </a:lnTo>
                <a:lnTo>
                  <a:pt x="79199" y="29667"/>
                </a:lnTo>
                <a:lnTo>
                  <a:pt x="3505" y="28519"/>
                </a:lnTo>
                <a:lnTo>
                  <a:pt x="39102" y="19322"/>
                </a:lnTo>
                <a:lnTo>
                  <a:pt x="0" y="11864"/>
                </a:lnTo>
                <a:lnTo>
                  <a:pt x="953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8" name="Map / Canada / 17">
            <a:extLst>
              <a:ext uri="{FF2B5EF4-FFF2-40B4-BE49-F238E27FC236}">
                <a16:creationId xmlns:a16="http://schemas.microsoft.com/office/drawing/2014/main" id="{AB0DAE3E-A51D-4DD4-B493-57FD6B2A1059}"/>
              </a:ext>
            </a:extLst>
          </p:cNvPr>
          <p:cNvSpPr>
            <a:spLocks noGrp="1"/>
          </p:cNvSpPr>
          <p:nvPr/>
        </p:nvSpPr>
        <p:spPr>
          <a:xfrm>
            <a:off x="4529744" y="2890794"/>
            <a:ext cx="162621" cy="74289"/>
          </a:xfrm>
          <a:custGeom>
            <a:avLst/>
            <a:gdLst/>
            <a:ahLst/>
            <a:cxnLst/>
            <a:rect l="0" t="0" r="0" b="0"/>
            <a:pathLst>
              <a:path w="162621" h="74289">
                <a:moveTo>
                  <a:pt x="162621" y="69981"/>
                </a:moveTo>
                <a:lnTo>
                  <a:pt x="143185" y="74289"/>
                </a:lnTo>
                <a:lnTo>
                  <a:pt x="87051" y="60230"/>
                </a:lnTo>
                <a:lnTo>
                  <a:pt x="79046" y="49241"/>
                </a:lnTo>
                <a:lnTo>
                  <a:pt x="49394" y="38406"/>
                </a:lnTo>
                <a:lnTo>
                  <a:pt x="45235" y="29583"/>
                </a:lnTo>
                <a:lnTo>
                  <a:pt x="9350" y="24012"/>
                </a:lnTo>
                <a:lnTo>
                  <a:pt x="0" y="7167"/>
                </a:lnTo>
                <a:lnTo>
                  <a:pt x="5114" y="0"/>
                </a:lnTo>
                <a:lnTo>
                  <a:pt x="41345" y="6751"/>
                </a:lnTo>
                <a:lnTo>
                  <a:pt x="62333" y="11446"/>
                </a:lnTo>
                <a:lnTo>
                  <a:pt x="95573" y="14724"/>
                </a:lnTo>
                <a:lnTo>
                  <a:pt x="105048" y="25404"/>
                </a:lnTo>
                <a:lnTo>
                  <a:pt x="119095" y="40100"/>
                </a:lnTo>
                <a:lnTo>
                  <a:pt x="152046" y="52878"/>
                </a:lnTo>
                <a:lnTo>
                  <a:pt x="162621" y="69981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29" name="Map / Canada / 18">
            <a:extLst>
              <a:ext uri="{FF2B5EF4-FFF2-40B4-BE49-F238E27FC236}">
                <a16:creationId xmlns:a16="http://schemas.microsoft.com/office/drawing/2014/main" id="{0218953D-9B84-4C5D-B1A9-21881D2F9E60}"/>
              </a:ext>
            </a:extLst>
          </p:cNvPr>
          <p:cNvSpPr>
            <a:spLocks noGrp="1"/>
          </p:cNvSpPr>
          <p:nvPr/>
        </p:nvSpPr>
        <p:spPr>
          <a:xfrm>
            <a:off x="4823357" y="2157803"/>
            <a:ext cx="376701" cy="109811"/>
          </a:xfrm>
          <a:custGeom>
            <a:avLst/>
            <a:gdLst/>
            <a:ahLst/>
            <a:cxnLst/>
            <a:rect l="0" t="0" r="0" b="0"/>
            <a:pathLst>
              <a:path w="376701" h="109811">
                <a:moveTo>
                  <a:pt x="178263" y="0"/>
                </a:moveTo>
                <a:lnTo>
                  <a:pt x="225422" y="6426"/>
                </a:lnTo>
                <a:lnTo>
                  <a:pt x="312976" y="8146"/>
                </a:lnTo>
                <a:lnTo>
                  <a:pt x="343673" y="17114"/>
                </a:lnTo>
                <a:lnTo>
                  <a:pt x="376701" y="30143"/>
                </a:lnTo>
                <a:lnTo>
                  <a:pt x="330820" y="37953"/>
                </a:lnTo>
                <a:lnTo>
                  <a:pt x="239113" y="59712"/>
                </a:lnTo>
                <a:lnTo>
                  <a:pt x="189227" y="81382"/>
                </a:lnTo>
                <a:lnTo>
                  <a:pt x="184915" y="94891"/>
                </a:lnTo>
                <a:lnTo>
                  <a:pt x="88651" y="109811"/>
                </a:lnTo>
                <a:lnTo>
                  <a:pt x="74733" y="96241"/>
                </a:lnTo>
                <a:lnTo>
                  <a:pt x="0" y="79875"/>
                </a:lnTo>
                <a:lnTo>
                  <a:pt x="19252" y="66762"/>
                </a:lnTo>
                <a:lnTo>
                  <a:pt x="50778" y="44155"/>
                </a:lnTo>
                <a:lnTo>
                  <a:pt x="87529" y="23803"/>
                </a:lnTo>
                <a:lnTo>
                  <a:pt x="60119" y="4835"/>
                </a:lnTo>
                <a:lnTo>
                  <a:pt x="178263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0" name="Map / Canada / 19">
            <a:extLst>
              <a:ext uri="{FF2B5EF4-FFF2-40B4-BE49-F238E27FC236}">
                <a16:creationId xmlns:a16="http://schemas.microsoft.com/office/drawing/2014/main" id="{8C024302-F08D-4E0C-8B9E-CFBF7230F68E}"/>
              </a:ext>
            </a:extLst>
          </p:cNvPr>
          <p:cNvSpPr>
            <a:spLocks noGrp="1"/>
          </p:cNvSpPr>
          <p:nvPr/>
        </p:nvSpPr>
        <p:spPr>
          <a:xfrm>
            <a:off x="5141167" y="2085203"/>
            <a:ext cx="415386" cy="74292"/>
          </a:xfrm>
          <a:custGeom>
            <a:avLst/>
            <a:gdLst/>
            <a:ahLst/>
            <a:cxnLst/>
            <a:rect l="0" t="0" r="0" b="0"/>
            <a:pathLst>
              <a:path w="415386" h="74292">
                <a:moveTo>
                  <a:pt x="345977" y="29367"/>
                </a:moveTo>
                <a:lnTo>
                  <a:pt x="378073" y="24188"/>
                </a:lnTo>
                <a:lnTo>
                  <a:pt x="413678" y="25532"/>
                </a:lnTo>
                <a:lnTo>
                  <a:pt x="415386" y="40697"/>
                </a:lnTo>
                <a:lnTo>
                  <a:pt x="390246" y="55378"/>
                </a:lnTo>
                <a:lnTo>
                  <a:pt x="272231" y="60184"/>
                </a:lnTo>
                <a:lnTo>
                  <a:pt x="181282" y="73590"/>
                </a:lnTo>
                <a:lnTo>
                  <a:pt x="128636" y="74292"/>
                </a:lnTo>
                <a:lnTo>
                  <a:pt x="127331" y="64200"/>
                </a:lnTo>
                <a:lnTo>
                  <a:pt x="203020" y="50510"/>
                </a:lnTo>
                <a:lnTo>
                  <a:pt x="46375" y="54196"/>
                </a:lnTo>
                <a:lnTo>
                  <a:pt x="0" y="48662"/>
                </a:lnTo>
                <a:lnTo>
                  <a:pt x="56469" y="18423"/>
                </a:lnTo>
                <a:lnTo>
                  <a:pt x="91490" y="9761"/>
                </a:lnTo>
                <a:lnTo>
                  <a:pt x="184844" y="20209"/>
                </a:lnTo>
                <a:lnTo>
                  <a:pt x="240331" y="38540"/>
                </a:lnTo>
                <a:lnTo>
                  <a:pt x="299709" y="40892"/>
                </a:lnTo>
                <a:lnTo>
                  <a:pt x="259391" y="11279"/>
                </a:lnTo>
                <a:lnTo>
                  <a:pt x="294181" y="0"/>
                </a:lnTo>
                <a:lnTo>
                  <a:pt x="328516" y="3586"/>
                </a:lnTo>
                <a:lnTo>
                  <a:pt x="335743" y="18341"/>
                </a:lnTo>
                <a:lnTo>
                  <a:pt x="345977" y="29367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1" name="Map / Canada / 20">
            <a:extLst>
              <a:ext uri="{FF2B5EF4-FFF2-40B4-BE49-F238E27FC236}">
                <a16:creationId xmlns:a16="http://schemas.microsoft.com/office/drawing/2014/main" id="{85C32F3F-8649-49DA-9B00-4BC7857D2174}"/>
              </a:ext>
            </a:extLst>
          </p:cNvPr>
          <p:cNvSpPr>
            <a:spLocks noGrp="1"/>
          </p:cNvSpPr>
          <p:nvPr/>
        </p:nvSpPr>
        <p:spPr>
          <a:xfrm>
            <a:off x="5046727" y="2192918"/>
            <a:ext cx="626823" cy="147941"/>
          </a:xfrm>
          <a:custGeom>
            <a:avLst/>
            <a:gdLst/>
            <a:ahLst/>
            <a:cxnLst/>
            <a:rect l="0" t="0" r="0" b="0"/>
            <a:pathLst>
              <a:path w="626823" h="147941">
                <a:moveTo>
                  <a:pt x="460406" y="7386"/>
                </a:moveTo>
                <a:lnTo>
                  <a:pt x="495637" y="19874"/>
                </a:lnTo>
                <a:lnTo>
                  <a:pt x="508966" y="50031"/>
                </a:lnTo>
                <a:lnTo>
                  <a:pt x="513691" y="71869"/>
                </a:lnTo>
                <a:lnTo>
                  <a:pt x="567912" y="87198"/>
                </a:lnTo>
                <a:lnTo>
                  <a:pt x="626823" y="101854"/>
                </a:lnTo>
                <a:lnTo>
                  <a:pt x="619435" y="115471"/>
                </a:lnTo>
                <a:lnTo>
                  <a:pt x="561506" y="117961"/>
                </a:lnTo>
                <a:lnTo>
                  <a:pt x="580582" y="129861"/>
                </a:lnTo>
                <a:lnTo>
                  <a:pt x="565787" y="141215"/>
                </a:lnTo>
                <a:lnTo>
                  <a:pt x="503872" y="136350"/>
                </a:lnTo>
                <a:lnTo>
                  <a:pt x="446103" y="127991"/>
                </a:lnTo>
                <a:lnTo>
                  <a:pt x="404996" y="129873"/>
                </a:lnTo>
                <a:lnTo>
                  <a:pt x="336466" y="140374"/>
                </a:lnTo>
                <a:lnTo>
                  <a:pt x="246577" y="145016"/>
                </a:lnTo>
                <a:lnTo>
                  <a:pt x="183534" y="147941"/>
                </a:lnTo>
                <a:lnTo>
                  <a:pt x="168923" y="133333"/>
                </a:lnTo>
                <a:lnTo>
                  <a:pt x="123791" y="124896"/>
                </a:lnTo>
                <a:lnTo>
                  <a:pt x="91754" y="128356"/>
                </a:lnTo>
                <a:lnTo>
                  <a:pt x="56270" y="103846"/>
                </a:lnTo>
                <a:lnTo>
                  <a:pt x="80461" y="100547"/>
                </a:lnTo>
                <a:lnTo>
                  <a:pt x="135832" y="95261"/>
                </a:lnTo>
                <a:lnTo>
                  <a:pt x="184505" y="96652"/>
                </a:lnTo>
                <a:lnTo>
                  <a:pt x="231555" y="91266"/>
                </a:lnTo>
                <a:lnTo>
                  <a:pt x="166410" y="84034"/>
                </a:lnTo>
                <a:lnTo>
                  <a:pt x="91309" y="86496"/>
                </a:lnTo>
                <a:lnTo>
                  <a:pt x="42159" y="85874"/>
                </a:lnTo>
                <a:lnTo>
                  <a:pt x="27364" y="74462"/>
                </a:lnTo>
                <a:lnTo>
                  <a:pt x="111796" y="62080"/>
                </a:lnTo>
                <a:lnTo>
                  <a:pt x="58082" y="62513"/>
                </a:lnTo>
                <a:lnTo>
                  <a:pt x="0" y="54359"/>
                </a:lnTo>
                <a:lnTo>
                  <a:pt x="36437" y="31165"/>
                </a:lnTo>
                <a:lnTo>
                  <a:pt x="64432" y="18842"/>
                </a:lnTo>
                <a:lnTo>
                  <a:pt x="162916" y="0"/>
                </a:lnTo>
                <a:lnTo>
                  <a:pt x="196418" y="5979"/>
                </a:lnTo>
                <a:lnTo>
                  <a:pt x="174714" y="20487"/>
                </a:lnTo>
                <a:lnTo>
                  <a:pt x="254573" y="11119"/>
                </a:lnTo>
                <a:lnTo>
                  <a:pt x="298058" y="26752"/>
                </a:lnTo>
                <a:lnTo>
                  <a:pt x="341837" y="10942"/>
                </a:lnTo>
                <a:lnTo>
                  <a:pt x="370503" y="21089"/>
                </a:lnTo>
                <a:lnTo>
                  <a:pt x="390087" y="51502"/>
                </a:lnTo>
                <a:lnTo>
                  <a:pt x="411190" y="38668"/>
                </a:lnTo>
                <a:lnTo>
                  <a:pt x="395714" y="6967"/>
                </a:lnTo>
                <a:lnTo>
                  <a:pt x="427452" y="2433"/>
                </a:lnTo>
                <a:lnTo>
                  <a:pt x="460406" y="7386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2" name="Map / Canada / 21">
            <a:extLst>
              <a:ext uri="{FF2B5EF4-FFF2-40B4-BE49-F238E27FC236}">
                <a16:creationId xmlns:a16="http://schemas.microsoft.com/office/drawing/2014/main" id="{13E651FE-4D91-483A-88F1-F7096C5E797A}"/>
              </a:ext>
            </a:extLst>
          </p:cNvPr>
          <p:cNvSpPr>
            <a:spLocks noGrp="1"/>
          </p:cNvSpPr>
          <p:nvPr/>
        </p:nvSpPr>
        <p:spPr>
          <a:xfrm>
            <a:off x="5641479" y="2176533"/>
            <a:ext cx="206826" cy="79590"/>
          </a:xfrm>
          <a:custGeom>
            <a:avLst/>
            <a:gdLst/>
            <a:ahLst/>
            <a:cxnLst/>
            <a:rect l="0" t="0" r="0" b="0"/>
            <a:pathLst>
              <a:path w="206826" h="79590">
                <a:moveTo>
                  <a:pt x="73029" y="35229"/>
                </a:moveTo>
                <a:lnTo>
                  <a:pt x="40383" y="14979"/>
                </a:lnTo>
                <a:lnTo>
                  <a:pt x="85321" y="0"/>
                </a:lnTo>
                <a:lnTo>
                  <a:pt x="124761" y="6516"/>
                </a:lnTo>
                <a:lnTo>
                  <a:pt x="187404" y="2597"/>
                </a:lnTo>
                <a:lnTo>
                  <a:pt x="194047" y="11574"/>
                </a:lnTo>
                <a:lnTo>
                  <a:pt x="157894" y="26417"/>
                </a:lnTo>
                <a:lnTo>
                  <a:pt x="206826" y="39744"/>
                </a:lnTo>
                <a:lnTo>
                  <a:pt x="193431" y="67605"/>
                </a:lnTo>
                <a:lnTo>
                  <a:pt x="133405" y="79590"/>
                </a:lnTo>
                <a:lnTo>
                  <a:pt x="100626" y="77004"/>
                </a:lnTo>
                <a:lnTo>
                  <a:pt x="79725" y="65182"/>
                </a:lnTo>
                <a:lnTo>
                  <a:pt x="0" y="41292"/>
                </a:lnTo>
                <a:lnTo>
                  <a:pt x="3399" y="31386"/>
                </a:lnTo>
                <a:lnTo>
                  <a:pt x="73029" y="35229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3" name="Map / Canada / 22">
            <a:extLst>
              <a:ext uri="{FF2B5EF4-FFF2-40B4-BE49-F238E27FC236}">
                <a16:creationId xmlns:a16="http://schemas.microsoft.com/office/drawing/2014/main" id="{286196A4-48E8-46C1-8FC8-C67BB06C8FE9}"/>
              </a:ext>
            </a:extLst>
          </p:cNvPr>
          <p:cNvSpPr>
            <a:spLocks noGrp="1"/>
          </p:cNvSpPr>
          <p:nvPr/>
        </p:nvSpPr>
        <p:spPr>
          <a:xfrm>
            <a:off x="5496095" y="2182844"/>
            <a:ext cx="83973" cy="27241"/>
          </a:xfrm>
          <a:custGeom>
            <a:avLst/>
            <a:gdLst/>
            <a:ahLst/>
            <a:cxnLst/>
            <a:rect l="0" t="0" r="0" b="0"/>
            <a:pathLst>
              <a:path w="83973" h="27241">
                <a:moveTo>
                  <a:pt x="12987" y="1238"/>
                </a:moveTo>
                <a:lnTo>
                  <a:pt x="59627" y="0"/>
                </a:lnTo>
                <a:lnTo>
                  <a:pt x="83973" y="6810"/>
                </a:lnTo>
                <a:lnTo>
                  <a:pt x="47807" y="27241"/>
                </a:lnTo>
                <a:lnTo>
                  <a:pt x="0" y="5572"/>
                </a:lnTo>
                <a:lnTo>
                  <a:pt x="12987" y="1238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4" name="Map / Canada / 23">
            <a:extLst>
              <a:ext uri="{FF2B5EF4-FFF2-40B4-BE49-F238E27FC236}">
                <a16:creationId xmlns:a16="http://schemas.microsoft.com/office/drawing/2014/main" id="{A7A0ADF3-07E6-4254-9236-06F019BE0E10}"/>
              </a:ext>
            </a:extLst>
          </p:cNvPr>
          <p:cNvSpPr>
            <a:spLocks noGrp="1"/>
          </p:cNvSpPr>
          <p:nvPr/>
        </p:nvSpPr>
        <p:spPr>
          <a:xfrm>
            <a:off x="5667419" y="2087499"/>
            <a:ext cx="169558" cy="56420"/>
          </a:xfrm>
          <a:custGeom>
            <a:avLst/>
            <a:gdLst/>
            <a:ahLst/>
            <a:cxnLst/>
            <a:rect l="0" t="0" r="0" b="0"/>
            <a:pathLst>
              <a:path w="169558" h="56420">
                <a:moveTo>
                  <a:pt x="147157" y="0"/>
                </a:moveTo>
                <a:lnTo>
                  <a:pt x="169558" y="14346"/>
                </a:lnTo>
                <a:lnTo>
                  <a:pt x="166423" y="30231"/>
                </a:lnTo>
                <a:lnTo>
                  <a:pt x="144662" y="53245"/>
                </a:lnTo>
                <a:lnTo>
                  <a:pt x="87043" y="56420"/>
                </a:lnTo>
                <a:lnTo>
                  <a:pt x="51372" y="51469"/>
                </a:lnTo>
                <a:lnTo>
                  <a:pt x="57007" y="33410"/>
                </a:lnTo>
                <a:lnTo>
                  <a:pt x="0" y="35792"/>
                </a:lnTo>
                <a:lnTo>
                  <a:pt x="4466" y="11869"/>
                </a:lnTo>
                <a:lnTo>
                  <a:pt x="41118" y="12835"/>
                </a:lnTo>
                <a:lnTo>
                  <a:pt x="95677" y="2280"/>
                </a:lnTo>
                <a:lnTo>
                  <a:pt x="143428" y="4068"/>
                </a:lnTo>
                <a:lnTo>
                  <a:pt x="147157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5" name="Map / Canada / 24">
            <a:extLst>
              <a:ext uri="{FF2B5EF4-FFF2-40B4-BE49-F238E27FC236}">
                <a16:creationId xmlns:a16="http://schemas.microsoft.com/office/drawing/2014/main" id="{2B71867F-1A84-41F9-BC64-80A685CDEC0A}"/>
              </a:ext>
            </a:extLst>
          </p:cNvPr>
          <p:cNvSpPr>
            <a:spLocks noGrp="1"/>
          </p:cNvSpPr>
          <p:nvPr/>
        </p:nvSpPr>
        <p:spPr>
          <a:xfrm>
            <a:off x="5904109" y="1947038"/>
            <a:ext cx="364381" cy="94171"/>
          </a:xfrm>
          <a:custGeom>
            <a:avLst/>
            <a:gdLst/>
            <a:ahLst/>
            <a:cxnLst/>
            <a:rect l="0" t="0" r="0" b="0"/>
            <a:pathLst>
              <a:path w="364381" h="94171">
                <a:moveTo>
                  <a:pt x="27205" y="20278"/>
                </a:moveTo>
                <a:lnTo>
                  <a:pt x="53217" y="10838"/>
                </a:lnTo>
                <a:lnTo>
                  <a:pt x="88559" y="8671"/>
                </a:lnTo>
                <a:lnTo>
                  <a:pt x="75588" y="1577"/>
                </a:lnTo>
                <a:lnTo>
                  <a:pt x="154837" y="0"/>
                </a:lnTo>
                <a:lnTo>
                  <a:pt x="193971" y="16529"/>
                </a:lnTo>
                <a:lnTo>
                  <a:pt x="249464" y="23157"/>
                </a:lnTo>
                <a:lnTo>
                  <a:pt x="303748" y="29018"/>
                </a:lnTo>
                <a:lnTo>
                  <a:pt x="325702" y="49449"/>
                </a:lnTo>
                <a:lnTo>
                  <a:pt x="364381" y="59451"/>
                </a:lnTo>
                <a:lnTo>
                  <a:pt x="315402" y="68664"/>
                </a:lnTo>
                <a:lnTo>
                  <a:pt x="246737" y="91945"/>
                </a:lnTo>
                <a:lnTo>
                  <a:pt x="185769" y="94171"/>
                </a:lnTo>
                <a:lnTo>
                  <a:pt x="115987" y="90208"/>
                </a:lnTo>
                <a:lnTo>
                  <a:pt x="82541" y="77589"/>
                </a:lnTo>
                <a:lnTo>
                  <a:pt x="85958" y="66360"/>
                </a:lnTo>
                <a:lnTo>
                  <a:pt x="115007" y="58114"/>
                </a:lnTo>
                <a:lnTo>
                  <a:pt x="52659" y="58350"/>
                </a:lnTo>
                <a:lnTo>
                  <a:pt x="17835" y="48056"/>
                </a:lnTo>
                <a:lnTo>
                  <a:pt x="0" y="34040"/>
                </a:lnTo>
                <a:lnTo>
                  <a:pt x="27205" y="20278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6" name="Map / Canada / 25">
            <a:extLst>
              <a:ext uri="{FF2B5EF4-FFF2-40B4-BE49-F238E27FC236}">
                <a16:creationId xmlns:a16="http://schemas.microsoft.com/office/drawing/2014/main" id="{8AC43689-F07A-41A5-AEAF-F1D20285C516}"/>
              </a:ext>
            </a:extLst>
          </p:cNvPr>
          <p:cNvSpPr>
            <a:spLocks noGrp="1"/>
          </p:cNvSpPr>
          <p:nvPr/>
        </p:nvSpPr>
        <p:spPr>
          <a:xfrm>
            <a:off x="6091828" y="1885874"/>
            <a:ext cx="1010351" cy="218400"/>
          </a:xfrm>
          <a:custGeom>
            <a:avLst/>
            <a:gdLst/>
            <a:ahLst/>
            <a:cxnLst/>
            <a:rect l="0" t="0" r="0" b="0"/>
            <a:pathLst>
              <a:path w="1010351" h="218400">
                <a:moveTo>
                  <a:pt x="0" y="41449"/>
                </a:moveTo>
                <a:lnTo>
                  <a:pt x="51800" y="35545"/>
                </a:lnTo>
                <a:lnTo>
                  <a:pt x="91550" y="34539"/>
                </a:lnTo>
                <a:lnTo>
                  <a:pt x="159126" y="29521"/>
                </a:lnTo>
                <a:lnTo>
                  <a:pt x="211569" y="17985"/>
                </a:lnTo>
                <a:lnTo>
                  <a:pt x="253079" y="19603"/>
                </a:lnTo>
                <a:lnTo>
                  <a:pt x="287571" y="28270"/>
                </a:lnTo>
                <a:lnTo>
                  <a:pt x="317081" y="11554"/>
                </a:lnTo>
                <a:lnTo>
                  <a:pt x="362761" y="6601"/>
                </a:lnTo>
                <a:lnTo>
                  <a:pt x="424037" y="3179"/>
                </a:lnTo>
                <a:lnTo>
                  <a:pt x="527438" y="1894"/>
                </a:lnTo>
                <a:lnTo>
                  <a:pt x="544657" y="5238"/>
                </a:lnTo>
                <a:lnTo>
                  <a:pt x="643145" y="0"/>
                </a:lnTo>
                <a:lnTo>
                  <a:pt x="715813" y="1964"/>
                </a:lnTo>
                <a:lnTo>
                  <a:pt x="788504" y="3929"/>
                </a:lnTo>
                <a:lnTo>
                  <a:pt x="878241" y="6353"/>
                </a:lnTo>
                <a:lnTo>
                  <a:pt x="950011" y="10316"/>
                </a:lnTo>
                <a:lnTo>
                  <a:pt x="1010351" y="18717"/>
                </a:lnTo>
                <a:lnTo>
                  <a:pt x="1007452" y="26981"/>
                </a:lnTo>
                <a:lnTo>
                  <a:pt x="922573" y="40413"/>
                </a:lnTo>
                <a:lnTo>
                  <a:pt x="839537" y="46681"/>
                </a:lnTo>
                <a:lnTo>
                  <a:pt x="807628" y="53611"/>
                </a:lnTo>
                <a:lnTo>
                  <a:pt x="881420" y="53451"/>
                </a:lnTo>
                <a:lnTo>
                  <a:pt x="797961" y="72228"/>
                </a:lnTo>
                <a:lnTo>
                  <a:pt x="740987" y="80994"/>
                </a:lnTo>
                <a:lnTo>
                  <a:pt x="677961" y="106280"/>
                </a:lnTo>
                <a:lnTo>
                  <a:pt x="606743" y="111414"/>
                </a:lnTo>
                <a:lnTo>
                  <a:pt x="583773" y="117729"/>
                </a:lnTo>
                <a:lnTo>
                  <a:pt x="479962" y="121044"/>
                </a:lnTo>
                <a:lnTo>
                  <a:pt x="526115" y="124926"/>
                </a:lnTo>
                <a:lnTo>
                  <a:pt x="501406" y="130455"/>
                </a:lnTo>
                <a:lnTo>
                  <a:pt x="526446" y="145724"/>
                </a:lnTo>
                <a:lnTo>
                  <a:pt x="491801" y="156338"/>
                </a:lnTo>
                <a:lnTo>
                  <a:pt x="437159" y="165100"/>
                </a:lnTo>
                <a:lnTo>
                  <a:pt x="418359" y="177214"/>
                </a:lnTo>
                <a:lnTo>
                  <a:pt x="368551" y="186467"/>
                </a:lnTo>
                <a:lnTo>
                  <a:pt x="371822" y="193473"/>
                </a:lnTo>
                <a:lnTo>
                  <a:pt x="430622" y="192275"/>
                </a:lnTo>
                <a:lnTo>
                  <a:pt x="429768" y="199831"/>
                </a:lnTo>
                <a:lnTo>
                  <a:pt x="334105" y="218400"/>
                </a:lnTo>
                <a:lnTo>
                  <a:pt x="246323" y="209859"/>
                </a:lnTo>
                <a:lnTo>
                  <a:pt x="144426" y="214658"/>
                </a:lnTo>
                <a:lnTo>
                  <a:pt x="94243" y="210912"/>
                </a:lnTo>
                <a:lnTo>
                  <a:pt x="29768" y="209291"/>
                </a:lnTo>
                <a:lnTo>
                  <a:pt x="29082" y="194440"/>
                </a:lnTo>
                <a:lnTo>
                  <a:pt x="94101" y="187437"/>
                </a:lnTo>
                <a:lnTo>
                  <a:pt x="82607" y="165097"/>
                </a:lnTo>
                <a:lnTo>
                  <a:pt x="103981" y="162923"/>
                </a:lnTo>
                <a:lnTo>
                  <a:pt x="192267" y="176281"/>
                </a:lnTo>
                <a:lnTo>
                  <a:pt x="150288" y="156429"/>
                </a:lnTo>
                <a:lnTo>
                  <a:pt x="96308" y="150492"/>
                </a:lnTo>
                <a:lnTo>
                  <a:pt x="126821" y="138516"/>
                </a:lnTo>
                <a:lnTo>
                  <a:pt x="189038" y="131141"/>
                </a:lnTo>
                <a:lnTo>
                  <a:pt x="201229" y="120352"/>
                </a:lnTo>
                <a:lnTo>
                  <a:pt x="155993" y="108254"/>
                </a:lnTo>
                <a:lnTo>
                  <a:pt x="145362" y="92305"/>
                </a:lnTo>
                <a:lnTo>
                  <a:pt x="237948" y="93639"/>
                </a:lnTo>
                <a:lnTo>
                  <a:pt x="264021" y="96993"/>
                </a:lnTo>
                <a:lnTo>
                  <a:pt x="319616" y="85712"/>
                </a:lnTo>
                <a:lnTo>
                  <a:pt x="243958" y="82134"/>
                </a:lnTo>
                <a:lnTo>
                  <a:pt x="124665" y="84107"/>
                </a:lnTo>
                <a:lnTo>
                  <a:pt x="67217" y="73600"/>
                </a:lnTo>
                <a:lnTo>
                  <a:pt x="42052" y="61084"/>
                </a:lnTo>
                <a:lnTo>
                  <a:pt x="4751" y="52011"/>
                </a:lnTo>
                <a:lnTo>
                  <a:pt x="0" y="41449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7" name="Map / Canada / 26">
            <a:extLst>
              <a:ext uri="{FF2B5EF4-FFF2-40B4-BE49-F238E27FC236}">
                <a16:creationId xmlns:a16="http://schemas.microsoft.com/office/drawing/2014/main" id="{9206FB2B-3D58-4D1C-B05F-CB57D596CB52}"/>
              </a:ext>
            </a:extLst>
          </p:cNvPr>
          <p:cNvSpPr>
            <a:spLocks noGrp="1"/>
          </p:cNvSpPr>
          <p:nvPr/>
        </p:nvSpPr>
        <p:spPr>
          <a:xfrm>
            <a:off x="6485617" y="2348547"/>
            <a:ext cx="76880" cy="36791"/>
          </a:xfrm>
          <a:custGeom>
            <a:avLst/>
            <a:gdLst/>
            <a:ahLst/>
            <a:cxnLst/>
            <a:rect l="0" t="0" r="0" b="0"/>
            <a:pathLst>
              <a:path w="76880" h="36791">
                <a:moveTo>
                  <a:pt x="69922" y="26095"/>
                </a:moveTo>
                <a:lnTo>
                  <a:pt x="45358" y="35239"/>
                </a:lnTo>
                <a:lnTo>
                  <a:pt x="5737" y="36791"/>
                </a:lnTo>
                <a:lnTo>
                  <a:pt x="0" y="21642"/>
                </a:lnTo>
                <a:lnTo>
                  <a:pt x="18328" y="4292"/>
                </a:lnTo>
                <a:lnTo>
                  <a:pt x="51240" y="0"/>
                </a:lnTo>
                <a:lnTo>
                  <a:pt x="76880" y="8570"/>
                </a:lnTo>
                <a:lnTo>
                  <a:pt x="74697" y="21830"/>
                </a:lnTo>
                <a:lnTo>
                  <a:pt x="69922" y="26095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8" name="Map / Canada / 27">
            <a:extLst>
              <a:ext uri="{FF2B5EF4-FFF2-40B4-BE49-F238E27FC236}">
                <a16:creationId xmlns:a16="http://schemas.microsoft.com/office/drawing/2014/main" id="{78AC280E-A7E0-44B2-B37D-21571541EE05}"/>
              </a:ext>
            </a:extLst>
          </p:cNvPr>
          <p:cNvSpPr>
            <a:spLocks noGrp="1"/>
          </p:cNvSpPr>
          <p:nvPr/>
        </p:nvSpPr>
        <p:spPr>
          <a:xfrm>
            <a:off x="5709727" y="2291082"/>
            <a:ext cx="142522" cy="42921"/>
          </a:xfrm>
          <a:custGeom>
            <a:avLst/>
            <a:gdLst/>
            <a:ahLst/>
            <a:cxnLst/>
            <a:rect l="0" t="0" r="0" b="0"/>
            <a:pathLst>
              <a:path w="142522" h="42921">
                <a:moveTo>
                  <a:pt x="124211" y="20230"/>
                </a:moveTo>
                <a:lnTo>
                  <a:pt x="142522" y="32066"/>
                </a:lnTo>
                <a:lnTo>
                  <a:pt x="118088" y="42921"/>
                </a:lnTo>
                <a:lnTo>
                  <a:pt x="73377" y="33541"/>
                </a:lnTo>
                <a:lnTo>
                  <a:pt x="44072" y="36926"/>
                </a:lnTo>
                <a:lnTo>
                  <a:pt x="0" y="23016"/>
                </a:lnTo>
                <a:lnTo>
                  <a:pt x="33187" y="13420"/>
                </a:lnTo>
                <a:lnTo>
                  <a:pt x="61019" y="0"/>
                </a:lnTo>
                <a:lnTo>
                  <a:pt x="95731" y="8776"/>
                </a:lnTo>
                <a:lnTo>
                  <a:pt x="115232" y="14349"/>
                </a:lnTo>
                <a:lnTo>
                  <a:pt x="124211" y="2023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39" name="Map / Canada / 28">
            <a:extLst>
              <a:ext uri="{FF2B5EF4-FFF2-40B4-BE49-F238E27FC236}">
                <a16:creationId xmlns:a16="http://schemas.microsoft.com/office/drawing/2014/main" id="{264390BB-A212-4A99-B212-DD4276367F37}"/>
              </a:ext>
            </a:extLst>
          </p:cNvPr>
          <p:cNvSpPr>
            <a:spLocks noGrp="1"/>
          </p:cNvSpPr>
          <p:nvPr/>
        </p:nvSpPr>
        <p:spPr>
          <a:xfrm>
            <a:off x="6847057" y="2915976"/>
            <a:ext cx="95462" cy="26932"/>
          </a:xfrm>
          <a:custGeom>
            <a:avLst/>
            <a:gdLst/>
            <a:ahLst/>
            <a:cxnLst/>
            <a:rect l="0" t="0" r="0" b="0"/>
            <a:pathLst>
              <a:path w="95462" h="26932">
                <a:moveTo>
                  <a:pt x="0" y="2605"/>
                </a:moveTo>
                <a:lnTo>
                  <a:pt x="12927" y="0"/>
                </a:lnTo>
                <a:lnTo>
                  <a:pt x="59662" y="7763"/>
                </a:lnTo>
                <a:lnTo>
                  <a:pt x="95139" y="20698"/>
                </a:lnTo>
                <a:lnTo>
                  <a:pt x="95462" y="26378"/>
                </a:lnTo>
                <a:lnTo>
                  <a:pt x="77672" y="26932"/>
                </a:lnTo>
                <a:lnTo>
                  <a:pt x="31812" y="17227"/>
                </a:lnTo>
                <a:lnTo>
                  <a:pt x="0" y="2605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0" name="Map / Canada / 29">
            <a:extLst>
              <a:ext uri="{FF2B5EF4-FFF2-40B4-BE49-F238E27FC236}">
                <a16:creationId xmlns:a16="http://schemas.microsoft.com/office/drawing/2014/main" id="{180173CB-C04B-41B8-B045-B563E7AA19DD}"/>
              </a:ext>
            </a:extLst>
          </p:cNvPr>
          <p:cNvSpPr>
            <a:spLocks noGrp="1"/>
          </p:cNvSpPr>
          <p:nvPr/>
        </p:nvSpPr>
        <p:spPr>
          <a:xfrm>
            <a:off x="6838582" y="3006404"/>
            <a:ext cx="85882" cy="33056"/>
          </a:xfrm>
          <a:custGeom>
            <a:avLst/>
            <a:gdLst/>
            <a:ahLst/>
            <a:cxnLst/>
            <a:rect l="0" t="0" r="0" b="0"/>
            <a:pathLst>
              <a:path w="85882" h="33056">
                <a:moveTo>
                  <a:pt x="15050" y="0"/>
                </a:moveTo>
                <a:lnTo>
                  <a:pt x="25897" y="15045"/>
                </a:lnTo>
                <a:lnTo>
                  <a:pt x="51876" y="19197"/>
                </a:lnTo>
                <a:lnTo>
                  <a:pt x="85882" y="18353"/>
                </a:lnTo>
                <a:lnTo>
                  <a:pt x="66302" y="31037"/>
                </a:lnTo>
                <a:lnTo>
                  <a:pt x="52495" y="33056"/>
                </a:lnTo>
                <a:lnTo>
                  <a:pt x="7781" y="19916"/>
                </a:lnTo>
                <a:lnTo>
                  <a:pt x="0" y="9551"/>
                </a:lnTo>
                <a:lnTo>
                  <a:pt x="15050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1" name="Map / United States of America / 0">
            <a:extLst>
              <a:ext uri="{FF2B5EF4-FFF2-40B4-BE49-F238E27FC236}">
                <a16:creationId xmlns:a16="http://schemas.microsoft.com/office/drawing/2014/main" id="{5E6AFEED-5970-4DDA-AE6D-8CCBF0EDA66F}"/>
              </a:ext>
            </a:extLst>
          </p:cNvPr>
          <p:cNvSpPr>
            <a:spLocks noGrp="1"/>
          </p:cNvSpPr>
          <p:nvPr/>
        </p:nvSpPr>
        <p:spPr>
          <a:xfrm>
            <a:off x="4598381" y="2933563"/>
            <a:ext cx="2138259" cy="752517"/>
          </a:xfrm>
          <a:custGeom>
            <a:avLst/>
            <a:gdLst/>
            <a:ahLst/>
            <a:cxnLst/>
            <a:rect l="0" t="0" r="0" b="0"/>
            <a:pathLst>
              <a:path w="2138259" h="752517">
                <a:moveTo>
                  <a:pt x="122303" y="12044"/>
                </a:moveTo>
                <a:lnTo>
                  <a:pt x="225669" y="12044"/>
                </a:lnTo>
                <a:lnTo>
                  <a:pt x="333722" y="12044"/>
                </a:lnTo>
                <a:lnTo>
                  <a:pt x="369501" y="12044"/>
                </a:lnTo>
                <a:lnTo>
                  <a:pt x="480444" y="12044"/>
                </a:lnTo>
                <a:lnTo>
                  <a:pt x="587814" y="12044"/>
                </a:lnTo>
                <a:lnTo>
                  <a:pt x="697003" y="12044"/>
                </a:lnTo>
                <a:lnTo>
                  <a:pt x="806255" y="12048"/>
                </a:lnTo>
                <a:lnTo>
                  <a:pt x="929941" y="12044"/>
                </a:lnTo>
                <a:lnTo>
                  <a:pt x="1054467" y="12022"/>
                </a:lnTo>
                <a:lnTo>
                  <a:pt x="1129791" y="12044"/>
                </a:lnTo>
                <a:lnTo>
                  <a:pt x="1132292" y="149"/>
                </a:lnTo>
                <a:lnTo>
                  <a:pt x="1144634" y="0"/>
                </a:lnTo>
                <a:lnTo>
                  <a:pt x="1147697" y="16997"/>
                </a:lnTo>
                <a:lnTo>
                  <a:pt x="1157976" y="22236"/>
                </a:lnTo>
                <a:lnTo>
                  <a:pt x="1183032" y="24139"/>
                </a:lnTo>
                <a:lnTo>
                  <a:pt x="1219259" y="29069"/>
                </a:lnTo>
                <a:lnTo>
                  <a:pt x="1252765" y="38666"/>
                </a:lnTo>
                <a:lnTo>
                  <a:pt x="1283052" y="34642"/>
                </a:lnTo>
                <a:lnTo>
                  <a:pt x="1326378" y="42690"/>
                </a:lnTo>
                <a:lnTo>
                  <a:pt x="1338360" y="42387"/>
                </a:lnTo>
                <a:lnTo>
                  <a:pt x="1372596" y="33623"/>
                </a:lnTo>
                <a:lnTo>
                  <a:pt x="1404747" y="44857"/>
                </a:lnTo>
                <a:lnTo>
                  <a:pt x="1438264" y="56827"/>
                </a:lnTo>
                <a:lnTo>
                  <a:pt x="1465992" y="67139"/>
                </a:lnTo>
                <a:lnTo>
                  <a:pt x="1492615" y="77049"/>
                </a:lnTo>
                <a:lnTo>
                  <a:pt x="1494748" y="85190"/>
                </a:lnTo>
                <a:lnTo>
                  <a:pt x="1502833" y="88237"/>
                </a:lnTo>
                <a:lnTo>
                  <a:pt x="1500072" y="91304"/>
                </a:lnTo>
                <a:lnTo>
                  <a:pt x="1509714" y="92258"/>
                </a:lnTo>
                <a:lnTo>
                  <a:pt x="1517374" y="89056"/>
                </a:lnTo>
                <a:lnTo>
                  <a:pt x="1517965" y="96386"/>
                </a:lnTo>
                <a:lnTo>
                  <a:pt x="1524489" y="101293"/>
                </a:lnTo>
                <a:lnTo>
                  <a:pt x="1534536" y="101293"/>
                </a:lnTo>
                <a:lnTo>
                  <a:pt x="1539263" y="105077"/>
                </a:lnTo>
                <a:lnTo>
                  <a:pt x="1533829" y="110581"/>
                </a:lnTo>
                <a:lnTo>
                  <a:pt x="1569570" y="125111"/>
                </a:lnTo>
                <a:lnTo>
                  <a:pt x="1572818" y="153204"/>
                </a:lnTo>
                <a:lnTo>
                  <a:pt x="1575873" y="180102"/>
                </a:lnTo>
                <a:lnTo>
                  <a:pt x="1562246" y="198400"/>
                </a:lnTo>
                <a:lnTo>
                  <a:pt x="1542290" y="215426"/>
                </a:lnTo>
                <a:lnTo>
                  <a:pt x="1532503" y="226261"/>
                </a:lnTo>
                <a:lnTo>
                  <a:pt x="1531191" y="229490"/>
                </a:lnTo>
                <a:lnTo>
                  <a:pt x="1534638" y="233913"/>
                </a:lnTo>
                <a:lnTo>
                  <a:pt x="1546401" y="238795"/>
                </a:lnTo>
                <a:lnTo>
                  <a:pt x="1555643" y="238795"/>
                </a:lnTo>
                <a:lnTo>
                  <a:pt x="1600949" y="222267"/>
                </a:lnTo>
                <a:lnTo>
                  <a:pt x="1639613" y="217401"/>
                </a:lnTo>
                <a:lnTo>
                  <a:pt x="1690058" y="202003"/>
                </a:lnTo>
                <a:lnTo>
                  <a:pt x="1691241" y="198864"/>
                </a:lnTo>
                <a:lnTo>
                  <a:pt x="1689355" y="189423"/>
                </a:lnTo>
                <a:lnTo>
                  <a:pt x="1684336" y="183345"/>
                </a:lnTo>
                <a:lnTo>
                  <a:pt x="1701665" y="178431"/>
                </a:lnTo>
                <a:lnTo>
                  <a:pt x="1737769" y="178308"/>
                </a:lnTo>
                <a:lnTo>
                  <a:pt x="1771483" y="178316"/>
                </a:lnTo>
                <a:lnTo>
                  <a:pt x="1785022" y="166253"/>
                </a:lnTo>
                <a:lnTo>
                  <a:pt x="1789968" y="163843"/>
                </a:lnTo>
                <a:lnTo>
                  <a:pt x="1832041" y="141551"/>
                </a:lnTo>
                <a:lnTo>
                  <a:pt x="1849423" y="135854"/>
                </a:lnTo>
                <a:lnTo>
                  <a:pt x="1905131" y="135640"/>
                </a:lnTo>
                <a:lnTo>
                  <a:pt x="1972670" y="135615"/>
                </a:lnTo>
                <a:lnTo>
                  <a:pt x="1977416" y="127975"/>
                </a:lnTo>
                <a:lnTo>
                  <a:pt x="1989365" y="126419"/>
                </a:lnTo>
                <a:lnTo>
                  <a:pt x="2005600" y="121629"/>
                </a:lnTo>
                <a:lnTo>
                  <a:pt x="2020579" y="107544"/>
                </a:lnTo>
                <a:lnTo>
                  <a:pt x="2035145" y="83457"/>
                </a:lnTo>
                <a:lnTo>
                  <a:pt x="2066326" y="60094"/>
                </a:lnTo>
                <a:lnTo>
                  <a:pt x="2077301" y="68229"/>
                </a:lnTo>
                <a:lnTo>
                  <a:pt x="2102521" y="62971"/>
                </a:lnTo>
                <a:lnTo>
                  <a:pt x="2117486" y="71902"/>
                </a:lnTo>
                <a:lnTo>
                  <a:pt x="2111669" y="114112"/>
                </a:lnTo>
                <a:lnTo>
                  <a:pt x="2133270" y="131611"/>
                </a:lnTo>
                <a:lnTo>
                  <a:pt x="2138259" y="141760"/>
                </a:lnTo>
                <a:lnTo>
                  <a:pt x="2097110" y="156758"/>
                </a:lnTo>
                <a:lnTo>
                  <a:pt x="2057976" y="167444"/>
                </a:lnTo>
                <a:lnTo>
                  <a:pt x="2017961" y="176605"/>
                </a:lnTo>
                <a:lnTo>
                  <a:pt x="1996029" y="194988"/>
                </a:lnTo>
                <a:lnTo>
                  <a:pt x="1988862" y="201951"/>
                </a:lnTo>
                <a:lnTo>
                  <a:pt x="1986292" y="218367"/>
                </a:lnTo>
                <a:lnTo>
                  <a:pt x="1996275" y="234774"/>
                </a:lnTo>
                <a:lnTo>
                  <a:pt x="2011462" y="235548"/>
                </a:lnTo>
                <a:lnTo>
                  <a:pt x="2009075" y="224249"/>
                </a:lnTo>
                <a:lnTo>
                  <a:pt x="2019223" y="231126"/>
                </a:lnTo>
                <a:lnTo>
                  <a:pt x="2015123" y="239969"/>
                </a:lnTo>
                <a:lnTo>
                  <a:pt x="1989594" y="244989"/>
                </a:lnTo>
                <a:lnTo>
                  <a:pt x="1971967" y="244387"/>
                </a:lnTo>
                <a:lnTo>
                  <a:pt x="1943991" y="249788"/>
                </a:lnTo>
                <a:lnTo>
                  <a:pt x="1927748" y="251335"/>
                </a:lnTo>
                <a:lnTo>
                  <a:pt x="1906106" y="252863"/>
                </a:lnTo>
                <a:lnTo>
                  <a:pt x="1874157" y="261826"/>
                </a:lnTo>
                <a:lnTo>
                  <a:pt x="1929110" y="255995"/>
                </a:lnTo>
                <a:lnTo>
                  <a:pt x="1939262" y="261860"/>
                </a:lnTo>
                <a:lnTo>
                  <a:pt x="1886375" y="271147"/>
                </a:lnTo>
                <a:lnTo>
                  <a:pt x="1862858" y="271209"/>
                </a:lnTo>
                <a:lnTo>
                  <a:pt x="1864464" y="267409"/>
                </a:lnTo>
                <a:lnTo>
                  <a:pt x="1852074" y="275992"/>
                </a:lnTo>
                <a:lnTo>
                  <a:pt x="1862747" y="277412"/>
                </a:lnTo>
                <a:lnTo>
                  <a:pt x="1851810" y="299650"/>
                </a:lnTo>
                <a:lnTo>
                  <a:pt x="1821759" y="323478"/>
                </a:lnTo>
                <a:lnTo>
                  <a:pt x="1820057" y="315526"/>
                </a:lnTo>
                <a:lnTo>
                  <a:pt x="1812148" y="313915"/>
                </a:lnTo>
                <a:lnTo>
                  <a:pt x="1801052" y="306174"/>
                </a:lnTo>
                <a:lnTo>
                  <a:pt x="1806526" y="322844"/>
                </a:lnTo>
                <a:lnTo>
                  <a:pt x="1814983" y="328354"/>
                </a:lnTo>
                <a:lnTo>
                  <a:pt x="1814013" y="340052"/>
                </a:lnTo>
                <a:lnTo>
                  <a:pt x="1800570" y="352082"/>
                </a:lnTo>
                <a:lnTo>
                  <a:pt x="1776520" y="376804"/>
                </a:lnTo>
                <a:lnTo>
                  <a:pt x="1773301" y="375575"/>
                </a:lnTo>
                <a:lnTo>
                  <a:pt x="1787487" y="354511"/>
                </a:lnTo>
                <a:lnTo>
                  <a:pt x="1770115" y="342681"/>
                </a:lnTo>
                <a:lnTo>
                  <a:pt x="1769208" y="316963"/>
                </a:lnTo>
                <a:lnTo>
                  <a:pt x="1760282" y="330348"/>
                </a:lnTo>
                <a:lnTo>
                  <a:pt x="1765580" y="349985"/>
                </a:lnTo>
                <a:lnTo>
                  <a:pt x="1741749" y="345133"/>
                </a:lnTo>
                <a:lnTo>
                  <a:pt x="1765935" y="355102"/>
                </a:lnTo>
                <a:lnTo>
                  <a:pt x="1763710" y="384559"/>
                </a:lnTo>
                <a:lnTo>
                  <a:pt x="1774084" y="386699"/>
                </a:lnTo>
                <a:lnTo>
                  <a:pt x="1776578" y="397410"/>
                </a:lnTo>
                <a:lnTo>
                  <a:pt x="1777941" y="428382"/>
                </a:lnTo>
                <a:lnTo>
                  <a:pt x="1751485" y="451358"/>
                </a:lnTo>
                <a:lnTo>
                  <a:pt x="1711861" y="460537"/>
                </a:lnTo>
                <a:lnTo>
                  <a:pt x="1685164" y="478694"/>
                </a:lnTo>
                <a:lnTo>
                  <a:pt x="1666316" y="480680"/>
                </a:lnTo>
                <a:lnTo>
                  <a:pt x="1646058" y="492053"/>
                </a:lnTo>
                <a:lnTo>
                  <a:pt x="1639469" y="502440"/>
                </a:lnTo>
                <a:lnTo>
                  <a:pt x="1596087" y="522532"/>
                </a:lnTo>
                <a:lnTo>
                  <a:pt x="1573272" y="537269"/>
                </a:lnTo>
                <a:lnTo>
                  <a:pt x="1553478" y="555620"/>
                </a:lnTo>
                <a:lnTo>
                  <a:pt x="1545134" y="577615"/>
                </a:lnTo>
                <a:lnTo>
                  <a:pt x="1549275" y="599113"/>
                </a:lnTo>
                <a:lnTo>
                  <a:pt x="1558808" y="625596"/>
                </a:lnTo>
                <a:lnTo>
                  <a:pt x="1573085" y="647509"/>
                </a:lnTo>
                <a:lnTo>
                  <a:pt x="1571870" y="660887"/>
                </a:lnTo>
                <a:lnTo>
                  <a:pt x="1585932" y="696796"/>
                </a:lnTo>
                <a:lnTo>
                  <a:pt x="1582664" y="717668"/>
                </a:lnTo>
                <a:lnTo>
                  <a:pt x="1579845" y="729709"/>
                </a:lnTo>
                <a:lnTo>
                  <a:pt x="1568636" y="748612"/>
                </a:lnTo>
                <a:lnTo>
                  <a:pt x="1557013" y="752517"/>
                </a:lnTo>
                <a:lnTo>
                  <a:pt x="1538854" y="748763"/>
                </a:lnTo>
                <a:lnTo>
                  <a:pt x="1534237" y="735182"/>
                </a:lnTo>
                <a:lnTo>
                  <a:pt x="1520651" y="728062"/>
                </a:lnTo>
                <a:lnTo>
                  <a:pt x="1503430" y="701439"/>
                </a:lnTo>
                <a:lnTo>
                  <a:pt x="1488446" y="677756"/>
                </a:lnTo>
                <a:lnTo>
                  <a:pt x="1484113" y="665646"/>
                </a:lnTo>
                <a:lnTo>
                  <a:pt x="1494058" y="645099"/>
                </a:lnTo>
                <a:lnTo>
                  <a:pt x="1485460" y="628073"/>
                </a:lnTo>
                <a:lnTo>
                  <a:pt x="1459227" y="602176"/>
                </a:lnTo>
                <a:lnTo>
                  <a:pt x="1445169" y="597426"/>
                </a:lnTo>
                <a:lnTo>
                  <a:pt x="1405743" y="611476"/>
                </a:lnTo>
                <a:lnTo>
                  <a:pt x="1399221" y="609929"/>
                </a:lnTo>
                <a:lnTo>
                  <a:pt x="1382773" y="595488"/>
                </a:lnTo>
                <a:lnTo>
                  <a:pt x="1360240" y="587830"/>
                </a:lnTo>
                <a:lnTo>
                  <a:pt x="1317463" y="591720"/>
                </a:lnTo>
                <a:lnTo>
                  <a:pt x="1284677" y="588297"/>
                </a:lnTo>
                <a:lnTo>
                  <a:pt x="1255869" y="590431"/>
                </a:lnTo>
                <a:lnTo>
                  <a:pt x="1239793" y="595259"/>
                </a:lnTo>
                <a:lnTo>
                  <a:pt x="1245505" y="603488"/>
                </a:lnTo>
                <a:lnTo>
                  <a:pt x="1243344" y="616042"/>
                </a:lnTo>
                <a:lnTo>
                  <a:pt x="1250549" y="622158"/>
                </a:lnTo>
                <a:lnTo>
                  <a:pt x="1242914" y="626228"/>
                </a:lnTo>
                <a:lnTo>
                  <a:pt x="1229569" y="621661"/>
                </a:lnTo>
                <a:lnTo>
                  <a:pt x="1214784" y="627533"/>
                </a:lnTo>
                <a:lnTo>
                  <a:pt x="1187712" y="626570"/>
                </a:lnTo>
                <a:lnTo>
                  <a:pt x="1161792" y="610211"/>
                </a:lnTo>
                <a:lnTo>
                  <a:pt x="1128632" y="614071"/>
                </a:lnTo>
                <a:lnTo>
                  <a:pt x="1102314" y="606907"/>
                </a:lnTo>
                <a:lnTo>
                  <a:pt x="1078738" y="609077"/>
                </a:lnTo>
                <a:lnTo>
                  <a:pt x="1046278" y="616310"/>
                </a:lnTo>
                <a:lnTo>
                  <a:pt x="1009200" y="639260"/>
                </a:lnTo>
                <a:lnTo>
                  <a:pt x="970224" y="652606"/>
                </a:lnTo>
                <a:lnTo>
                  <a:pt x="947860" y="667387"/>
                </a:lnTo>
                <a:lnTo>
                  <a:pt x="937473" y="681318"/>
                </a:lnTo>
                <a:lnTo>
                  <a:pt x="934458" y="702677"/>
                </a:lnTo>
                <a:lnTo>
                  <a:pt x="934538" y="717536"/>
                </a:lnTo>
                <a:lnTo>
                  <a:pt x="940426" y="728062"/>
                </a:lnTo>
                <a:lnTo>
                  <a:pt x="925651" y="728990"/>
                </a:lnTo>
                <a:lnTo>
                  <a:pt x="899769" y="722180"/>
                </a:lnTo>
                <a:lnTo>
                  <a:pt x="871616" y="712583"/>
                </a:lnTo>
                <a:lnTo>
                  <a:pt x="862899" y="698034"/>
                </a:lnTo>
                <a:lnTo>
                  <a:pt x="857386" y="676365"/>
                </a:lnTo>
                <a:lnTo>
                  <a:pt x="837541" y="658720"/>
                </a:lnTo>
                <a:lnTo>
                  <a:pt x="826987" y="640576"/>
                </a:lnTo>
                <a:lnTo>
                  <a:pt x="811076" y="619383"/>
                </a:lnTo>
                <a:lnTo>
                  <a:pt x="786401" y="607044"/>
                </a:lnTo>
                <a:lnTo>
                  <a:pt x="755700" y="607642"/>
                </a:lnTo>
                <a:lnTo>
                  <a:pt x="728656" y="632097"/>
                </a:lnTo>
                <a:lnTo>
                  <a:pt x="698859" y="622810"/>
                </a:lnTo>
                <a:lnTo>
                  <a:pt x="680829" y="613463"/>
                </a:lnTo>
                <a:lnTo>
                  <a:pt x="673987" y="596444"/>
                </a:lnTo>
                <a:lnTo>
                  <a:pt x="663973" y="580276"/>
                </a:lnTo>
                <a:lnTo>
                  <a:pt x="643805" y="566661"/>
                </a:lnTo>
                <a:lnTo>
                  <a:pt x="626192" y="556875"/>
                </a:lnTo>
                <a:lnTo>
                  <a:pt x="614271" y="545899"/>
                </a:lnTo>
                <a:lnTo>
                  <a:pt x="549552" y="545889"/>
                </a:lnTo>
                <a:lnTo>
                  <a:pt x="547460" y="558662"/>
                </a:lnTo>
                <a:lnTo>
                  <a:pt x="517816" y="558671"/>
                </a:lnTo>
                <a:lnTo>
                  <a:pt x="443451" y="558894"/>
                </a:lnTo>
                <a:lnTo>
                  <a:pt x="361803" y="537088"/>
                </a:lnTo>
                <a:lnTo>
                  <a:pt x="307988" y="522039"/>
                </a:lnTo>
                <a:lnTo>
                  <a:pt x="312527" y="515986"/>
                </a:lnTo>
                <a:lnTo>
                  <a:pt x="264553" y="519342"/>
                </a:lnTo>
                <a:lnTo>
                  <a:pt x="221723" y="521728"/>
                </a:lnTo>
                <a:lnTo>
                  <a:pt x="218251" y="505913"/>
                </a:lnTo>
                <a:lnTo>
                  <a:pt x="197301" y="488112"/>
                </a:lnTo>
                <a:lnTo>
                  <a:pt x="180590" y="484408"/>
                </a:lnTo>
                <a:lnTo>
                  <a:pt x="178155" y="475527"/>
                </a:lnTo>
                <a:lnTo>
                  <a:pt x="157543" y="473973"/>
                </a:lnTo>
                <a:lnTo>
                  <a:pt x="145784" y="465600"/>
                </a:lnTo>
                <a:lnTo>
                  <a:pt x="111773" y="462546"/>
                </a:lnTo>
                <a:lnTo>
                  <a:pt x="103230" y="457549"/>
                </a:lnTo>
                <a:lnTo>
                  <a:pt x="101982" y="440575"/>
                </a:lnTo>
                <a:lnTo>
                  <a:pt x="72055" y="409474"/>
                </a:lnTo>
                <a:lnTo>
                  <a:pt x="49950" y="366438"/>
                </a:lnTo>
                <a:lnTo>
                  <a:pt x="52763" y="359268"/>
                </a:lnTo>
                <a:lnTo>
                  <a:pt x="38571" y="349042"/>
                </a:lnTo>
                <a:lnTo>
                  <a:pt x="15482" y="323102"/>
                </a:lnTo>
                <a:lnTo>
                  <a:pt x="15914" y="297863"/>
                </a:lnTo>
                <a:lnTo>
                  <a:pt x="0" y="280954"/>
                </a:lnTo>
                <a:lnTo>
                  <a:pt x="13899" y="255297"/>
                </a:lnTo>
                <a:lnTo>
                  <a:pt x="18725" y="228748"/>
                </a:lnTo>
                <a:lnTo>
                  <a:pt x="12533" y="205025"/>
                </a:lnTo>
                <a:lnTo>
                  <a:pt x="33832" y="175852"/>
                </a:lnTo>
                <a:lnTo>
                  <a:pt x="45076" y="147759"/>
                </a:lnTo>
                <a:lnTo>
                  <a:pt x="56417" y="119666"/>
                </a:lnTo>
                <a:lnTo>
                  <a:pt x="60183" y="78143"/>
                </a:lnTo>
                <a:lnTo>
                  <a:pt x="55397" y="51662"/>
                </a:lnTo>
                <a:lnTo>
                  <a:pt x="48478" y="37290"/>
                </a:lnTo>
                <a:lnTo>
                  <a:pt x="54462" y="31245"/>
                </a:lnTo>
                <a:lnTo>
                  <a:pt x="104457" y="41762"/>
                </a:lnTo>
                <a:lnTo>
                  <a:pt x="116493" y="70984"/>
                </a:lnTo>
                <a:lnTo>
                  <a:pt x="127576" y="62812"/>
                </a:lnTo>
                <a:lnTo>
                  <a:pt x="128165" y="37428"/>
                </a:lnTo>
                <a:lnTo>
                  <a:pt x="122303" y="12044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2" name="Map / United States of America / 1">
            <a:extLst>
              <a:ext uri="{FF2B5EF4-FFF2-40B4-BE49-F238E27FC236}">
                <a16:creationId xmlns:a16="http://schemas.microsoft.com/office/drawing/2014/main" id="{2BB7205A-F155-43AA-8BE0-B21F3BB0EEE0}"/>
              </a:ext>
            </a:extLst>
          </p:cNvPr>
          <p:cNvSpPr>
            <a:spLocks noGrp="1"/>
          </p:cNvSpPr>
          <p:nvPr/>
        </p:nvSpPr>
        <p:spPr>
          <a:xfrm>
            <a:off x="3290484" y="3835066"/>
            <a:ext cx="46998" cy="41823"/>
          </a:xfrm>
          <a:custGeom>
            <a:avLst/>
            <a:gdLst/>
            <a:ahLst/>
            <a:cxnLst/>
            <a:rect l="0" t="0" r="0" b="0"/>
            <a:pathLst>
              <a:path w="46998" h="41823">
                <a:moveTo>
                  <a:pt x="27105" y="5803"/>
                </a:moveTo>
                <a:lnTo>
                  <a:pt x="33420" y="8488"/>
                </a:lnTo>
                <a:lnTo>
                  <a:pt x="38942" y="12634"/>
                </a:lnTo>
                <a:lnTo>
                  <a:pt x="46998" y="23480"/>
                </a:lnTo>
                <a:lnTo>
                  <a:pt x="45840" y="25196"/>
                </a:lnTo>
                <a:lnTo>
                  <a:pt x="30116" y="31807"/>
                </a:lnTo>
                <a:lnTo>
                  <a:pt x="17325" y="36644"/>
                </a:lnTo>
                <a:lnTo>
                  <a:pt x="11067" y="41823"/>
                </a:lnTo>
                <a:lnTo>
                  <a:pt x="2294" y="37390"/>
                </a:lnTo>
                <a:lnTo>
                  <a:pt x="4615" y="28738"/>
                </a:lnTo>
                <a:lnTo>
                  <a:pt x="0" y="17468"/>
                </a:lnTo>
                <a:lnTo>
                  <a:pt x="2390" y="14023"/>
                </a:lnTo>
                <a:lnTo>
                  <a:pt x="9701" y="8975"/>
                </a:lnTo>
                <a:lnTo>
                  <a:pt x="8003" y="2887"/>
                </a:lnTo>
                <a:lnTo>
                  <a:pt x="10629" y="0"/>
                </a:lnTo>
                <a:lnTo>
                  <a:pt x="13416" y="573"/>
                </a:lnTo>
                <a:lnTo>
                  <a:pt x="27105" y="5803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3" name="Map / United States of America / 2">
            <a:extLst>
              <a:ext uri="{FF2B5EF4-FFF2-40B4-BE49-F238E27FC236}">
                <a16:creationId xmlns:a16="http://schemas.microsoft.com/office/drawing/2014/main" id="{3FE080CB-CE66-4E3B-A782-300BA8538153}"/>
              </a:ext>
            </a:extLst>
          </p:cNvPr>
          <p:cNvSpPr>
            <a:spLocks noGrp="1"/>
          </p:cNvSpPr>
          <p:nvPr/>
        </p:nvSpPr>
        <p:spPr>
          <a:xfrm>
            <a:off x="3272152" y="3811995"/>
            <a:ext cx="26223" cy="13623"/>
          </a:xfrm>
          <a:custGeom>
            <a:avLst/>
            <a:gdLst/>
            <a:ahLst/>
            <a:cxnLst/>
            <a:rect l="0" t="0" r="0" b="0"/>
            <a:pathLst>
              <a:path w="26223" h="13623">
                <a:moveTo>
                  <a:pt x="26223" y="7691"/>
                </a:moveTo>
                <a:lnTo>
                  <a:pt x="22492" y="11408"/>
                </a:lnTo>
                <a:lnTo>
                  <a:pt x="9487" y="13623"/>
                </a:lnTo>
                <a:lnTo>
                  <a:pt x="3984" y="7104"/>
                </a:lnTo>
                <a:lnTo>
                  <a:pt x="34" y="4587"/>
                </a:lnTo>
                <a:lnTo>
                  <a:pt x="0" y="2654"/>
                </a:lnTo>
                <a:lnTo>
                  <a:pt x="4116" y="0"/>
                </a:lnTo>
                <a:lnTo>
                  <a:pt x="17083" y="2942"/>
                </a:lnTo>
                <a:lnTo>
                  <a:pt x="26223" y="7691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4" name="Map / United States of America / 3">
            <a:extLst>
              <a:ext uri="{FF2B5EF4-FFF2-40B4-BE49-F238E27FC236}">
                <a16:creationId xmlns:a16="http://schemas.microsoft.com/office/drawing/2014/main" id="{B2C0B115-9C77-425A-8947-E116B398669F}"/>
              </a:ext>
            </a:extLst>
          </p:cNvPr>
          <p:cNvSpPr>
            <a:spLocks noGrp="1"/>
          </p:cNvSpPr>
          <p:nvPr/>
        </p:nvSpPr>
        <p:spPr>
          <a:xfrm>
            <a:off x="3249768" y="3805584"/>
            <a:ext cx="21800" cy="4670"/>
          </a:xfrm>
          <a:custGeom>
            <a:avLst/>
            <a:gdLst/>
            <a:ahLst/>
            <a:cxnLst/>
            <a:rect l="0" t="0" r="0" b="0"/>
            <a:pathLst>
              <a:path w="21800" h="4670">
                <a:moveTo>
                  <a:pt x="21800" y="1323"/>
                </a:moveTo>
                <a:lnTo>
                  <a:pt x="20098" y="4670"/>
                </a:lnTo>
                <a:lnTo>
                  <a:pt x="0" y="3771"/>
                </a:lnTo>
                <a:lnTo>
                  <a:pt x="3428" y="0"/>
                </a:lnTo>
                <a:lnTo>
                  <a:pt x="21800" y="1323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5" name="Map / United States of America / 4">
            <a:extLst>
              <a:ext uri="{FF2B5EF4-FFF2-40B4-BE49-F238E27FC236}">
                <a16:creationId xmlns:a16="http://schemas.microsoft.com/office/drawing/2014/main" id="{7C33E477-A729-4969-8C50-917A4874FE1F}"/>
              </a:ext>
            </a:extLst>
          </p:cNvPr>
          <p:cNvSpPr>
            <a:spLocks noGrp="1"/>
          </p:cNvSpPr>
          <p:nvPr/>
        </p:nvSpPr>
        <p:spPr>
          <a:xfrm>
            <a:off x="3215627" y="3790187"/>
            <a:ext cx="22874" cy="14009"/>
          </a:xfrm>
          <a:custGeom>
            <a:avLst/>
            <a:gdLst/>
            <a:ahLst/>
            <a:cxnLst/>
            <a:rect l="0" t="0" r="0" b="0"/>
            <a:pathLst>
              <a:path w="22874" h="14009">
                <a:moveTo>
                  <a:pt x="10792" y="0"/>
                </a:moveTo>
                <a:lnTo>
                  <a:pt x="13623" y="1989"/>
                </a:lnTo>
                <a:lnTo>
                  <a:pt x="22874" y="12221"/>
                </a:lnTo>
                <a:lnTo>
                  <a:pt x="20542" y="14009"/>
                </a:lnTo>
                <a:lnTo>
                  <a:pt x="17903" y="13611"/>
                </a:lnTo>
                <a:lnTo>
                  <a:pt x="4933" y="12522"/>
                </a:lnTo>
                <a:lnTo>
                  <a:pt x="1266" y="5503"/>
                </a:lnTo>
                <a:lnTo>
                  <a:pt x="0" y="4267"/>
                </a:lnTo>
                <a:lnTo>
                  <a:pt x="10792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6" name="Map / United States of America / 5">
            <a:extLst>
              <a:ext uri="{FF2B5EF4-FFF2-40B4-BE49-F238E27FC236}">
                <a16:creationId xmlns:a16="http://schemas.microsoft.com/office/drawing/2014/main" id="{4E8D9A97-71B9-4025-A70D-18761396EAD2}"/>
              </a:ext>
            </a:extLst>
          </p:cNvPr>
          <p:cNvSpPr>
            <a:spLocks noGrp="1"/>
          </p:cNvSpPr>
          <p:nvPr/>
        </p:nvSpPr>
        <p:spPr>
          <a:xfrm>
            <a:off x="3161198" y="3774114"/>
            <a:ext cx="17186" cy="10933"/>
          </a:xfrm>
          <a:custGeom>
            <a:avLst/>
            <a:gdLst/>
            <a:ahLst/>
            <a:cxnLst/>
            <a:rect l="0" t="0" r="0" b="0"/>
            <a:pathLst>
              <a:path w="17186" h="10933">
                <a:moveTo>
                  <a:pt x="17186" y="658"/>
                </a:moveTo>
                <a:lnTo>
                  <a:pt x="16755" y="7868"/>
                </a:lnTo>
                <a:lnTo>
                  <a:pt x="11769" y="10933"/>
                </a:lnTo>
                <a:lnTo>
                  <a:pt x="0" y="5289"/>
                </a:lnTo>
                <a:lnTo>
                  <a:pt x="2331" y="3033"/>
                </a:lnTo>
                <a:lnTo>
                  <a:pt x="8599" y="0"/>
                </a:lnTo>
                <a:lnTo>
                  <a:pt x="17186" y="658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7" name="Map / United States of America / 6">
            <a:extLst>
              <a:ext uri="{FF2B5EF4-FFF2-40B4-BE49-F238E27FC236}">
                <a16:creationId xmlns:a16="http://schemas.microsoft.com/office/drawing/2014/main" id="{8E855DB5-846A-4D0F-8D98-E2234B7C1552}"/>
              </a:ext>
            </a:extLst>
          </p:cNvPr>
          <p:cNvSpPr>
            <a:spLocks noGrp="1"/>
          </p:cNvSpPr>
          <p:nvPr/>
        </p:nvSpPr>
        <p:spPr>
          <a:xfrm>
            <a:off x="3228956" y="2593195"/>
            <a:ext cx="64413" cy="19494"/>
          </a:xfrm>
          <a:custGeom>
            <a:avLst/>
            <a:gdLst/>
            <a:ahLst/>
            <a:cxnLst/>
            <a:rect l="0" t="0" r="0" b="0"/>
            <a:pathLst>
              <a:path w="64413" h="19494">
                <a:moveTo>
                  <a:pt x="37301" y="0"/>
                </a:moveTo>
                <a:lnTo>
                  <a:pt x="64413" y="2803"/>
                </a:lnTo>
                <a:lnTo>
                  <a:pt x="63044" y="14679"/>
                </a:lnTo>
                <a:lnTo>
                  <a:pt x="39249" y="19494"/>
                </a:lnTo>
                <a:lnTo>
                  <a:pt x="18216" y="13706"/>
                </a:lnTo>
                <a:lnTo>
                  <a:pt x="0" y="5297"/>
                </a:lnTo>
                <a:lnTo>
                  <a:pt x="37301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8" name="Map / United States of America / 7">
            <a:extLst>
              <a:ext uri="{FF2B5EF4-FFF2-40B4-BE49-F238E27FC236}">
                <a16:creationId xmlns:a16="http://schemas.microsoft.com/office/drawing/2014/main" id="{2E142A23-FE43-4361-9CA9-CC51D4BF228A}"/>
              </a:ext>
            </a:extLst>
          </p:cNvPr>
          <p:cNvSpPr>
            <a:spLocks noGrp="1"/>
          </p:cNvSpPr>
          <p:nvPr/>
        </p:nvSpPr>
        <p:spPr>
          <a:xfrm>
            <a:off x="3652691" y="2667961"/>
            <a:ext cx="92037" cy="38209"/>
          </a:xfrm>
          <a:custGeom>
            <a:avLst/>
            <a:gdLst/>
            <a:ahLst/>
            <a:cxnLst/>
            <a:rect l="0" t="0" r="0" b="0"/>
            <a:pathLst>
              <a:path w="92037" h="38209">
                <a:moveTo>
                  <a:pt x="57335" y="0"/>
                </a:moveTo>
                <a:lnTo>
                  <a:pt x="80332" y="2091"/>
                </a:lnTo>
                <a:lnTo>
                  <a:pt x="92037" y="11699"/>
                </a:lnTo>
                <a:lnTo>
                  <a:pt x="55770" y="26410"/>
                </a:lnTo>
                <a:lnTo>
                  <a:pt x="15726" y="38209"/>
                </a:lnTo>
                <a:lnTo>
                  <a:pt x="275" y="30220"/>
                </a:lnTo>
                <a:lnTo>
                  <a:pt x="0" y="15719"/>
                </a:lnTo>
                <a:lnTo>
                  <a:pt x="36514" y="4718"/>
                </a:lnTo>
                <a:lnTo>
                  <a:pt x="57335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49" name="Map / United States of America / 8">
            <a:extLst>
              <a:ext uri="{FF2B5EF4-FFF2-40B4-BE49-F238E27FC236}">
                <a16:creationId xmlns:a16="http://schemas.microsoft.com/office/drawing/2014/main" id="{5B6B9F23-D1A7-4B0E-9B19-E298EAB18F81}"/>
              </a:ext>
            </a:extLst>
          </p:cNvPr>
          <p:cNvSpPr>
            <a:spLocks noGrp="1"/>
          </p:cNvSpPr>
          <p:nvPr/>
        </p:nvSpPr>
        <p:spPr>
          <a:xfrm>
            <a:off x="3250713" y="2253494"/>
            <a:ext cx="1270680" cy="524820"/>
          </a:xfrm>
          <a:custGeom>
            <a:avLst/>
            <a:gdLst/>
            <a:ahLst/>
            <a:cxnLst/>
            <a:rect l="0" t="0" r="0" b="0"/>
            <a:pathLst>
              <a:path w="1270680" h="524820">
                <a:moveTo>
                  <a:pt x="1025520" y="50947"/>
                </a:moveTo>
                <a:lnTo>
                  <a:pt x="1025519" y="50947"/>
                </a:lnTo>
                <a:lnTo>
                  <a:pt x="983395" y="165855"/>
                </a:lnTo>
                <a:lnTo>
                  <a:pt x="921316" y="342109"/>
                </a:lnTo>
                <a:lnTo>
                  <a:pt x="956064" y="343024"/>
                </a:lnTo>
                <a:lnTo>
                  <a:pt x="987856" y="351594"/>
                </a:lnTo>
                <a:lnTo>
                  <a:pt x="1008200" y="365149"/>
                </a:lnTo>
                <a:lnTo>
                  <a:pt x="1033167" y="385491"/>
                </a:lnTo>
                <a:lnTo>
                  <a:pt x="1073563" y="368190"/>
                </a:lnTo>
                <a:lnTo>
                  <a:pt x="1112638" y="358163"/>
                </a:lnTo>
                <a:lnTo>
                  <a:pt x="1126356" y="374175"/>
                </a:lnTo>
                <a:lnTo>
                  <a:pt x="1146323" y="386850"/>
                </a:lnTo>
                <a:lnTo>
                  <a:pt x="1174578" y="400806"/>
                </a:lnTo>
                <a:lnTo>
                  <a:pt x="1189937" y="423013"/>
                </a:lnTo>
                <a:lnTo>
                  <a:pt x="1215632" y="458327"/>
                </a:lnTo>
                <a:lnTo>
                  <a:pt x="1270680" y="478024"/>
                </a:lnTo>
                <a:lnTo>
                  <a:pt x="1265829" y="497553"/>
                </a:lnTo>
                <a:lnTo>
                  <a:pt x="1241367" y="512480"/>
                </a:lnTo>
                <a:lnTo>
                  <a:pt x="1241367" y="512481"/>
                </a:lnTo>
                <a:lnTo>
                  <a:pt x="1241367" y="512481"/>
                </a:lnTo>
                <a:lnTo>
                  <a:pt x="1225068" y="500837"/>
                </a:lnTo>
                <a:lnTo>
                  <a:pt x="1196351" y="490966"/>
                </a:lnTo>
                <a:lnTo>
                  <a:pt x="1194444" y="463965"/>
                </a:lnTo>
                <a:lnTo>
                  <a:pt x="1155987" y="438925"/>
                </a:lnTo>
                <a:lnTo>
                  <a:pt x="1145923" y="409697"/>
                </a:lnTo>
                <a:lnTo>
                  <a:pt x="1112227" y="407695"/>
                </a:lnTo>
                <a:lnTo>
                  <a:pt x="1055623" y="406937"/>
                </a:lnTo>
                <a:lnTo>
                  <a:pt x="1016637" y="398028"/>
                </a:lnTo>
                <a:lnTo>
                  <a:pt x="953503" y="365903"/>
                </a:lnTo>
                <a:lnTo>
                  <a:pt x="921354" y="360029"/>
                </a:lnTo>
                <a:lnTo>
                  <a:pt x="862813" y="348980"/>
                </a:lnTo>
                <a:lnTo>
                  <a:pt x="812584" y="351619"/>
                </a:lnTo>
                <a:lnTo>
                  <a:pt x="747554" y="337397"/>
                </a:lnTo>
                <a:lnTo>
                  <a:pt x="709969" y="324208"/>
                </a:lnTo>
                <a:lnTo>
                  <a:pt x="668136" y="330761"/>
                </a:lnTo>
                <a:lnTo>
                  <a:pt x="667750" y="352265"/>
                </a:lnTo>
                <a:lnTo>
                  <a:pt x="647345" y="354251"/>
                </a:lnTo>
                <a:lnTo>
                  <a:pt x="603787" y="360706"/>
                </a:lnTo>
                <a:lnTo>
                  <a:pt x="568618" y="371152"/>
                </a:lnTo>
                <a:lnTo>
                  <a:pt x="526695" y="377726"/>
                </a:lnTo>
                <a:lnTo>
                  <a:pt x="528252" y="359488"/>
                </a:lnTo>
                <a:lnTo>
                  <a:pt x="555424" y="329126"/>
                </a:lnTo>
                <a:lnTo>
                  <a:pt x="596721" y="319598"/>
                </a:lnTo>
                <a:lnTo>
                  <a:pt x="589836" y="311833"/>
                </a:lnTo>
                <a:lnTo>
                  <a:pt x="538150" y="329082"/>
                </a:lnTo>
                <a:lnTo>
                  <a:pt x="506242" y="349685"/>
                </a:lnTo>
                <a:lnTo>
                  <a:pt x="446743" y="371707"/>
                </a:lnTo>
                <a:lnTo>
                  <a:pt x="467321" y="386738"/>
                </a:lnTo>
                <a:lnTo>
                  <a:pt x="425411" y="408975"/>
                </a:lnTo>
                <a:lnTo>
                  <a:pt x="382206" y="421933"/>
                </a:lnTo>
                <a:lnTo>
                  <a:pt x="342905" y="431375"/>
                </a:lnTo>
                <a:lnTo>
                  <a:pt x="328994" y="445082"/>
                </a:lnTo>
                <a:lnTo>
                  <a:pt x="267134" y="461067"/>
                </a:lnTo>
                <a:lnTo>
                  <a:pt x="250446" y="475600"/>
                </a:lnTo>
                <a:lnTo>
                  <a:pt x="203546" y="488833"/>
                </a:lnTo>
                <a:lnTo>
                  <a:pt x="179751" y="486452"/>
                </a:lnTo>
                <a:lnTo>
                  <a:pt x="143002" y="495084"/>
                </a:lnTo>
                <a:lnTo>
                  <a:pt x="102589" y="505626"/>
                </a:lnTo>
                <a:lnTo>
                  <a:pt x="68805" y="515980"/>
                </a:lnTo>
                <a:lnTo>
                  <a:pt x="3694" y="524820"/>
                </a:lnTo>
                <a:lnTo>
                  <a:pt x="0" y="519617"/>
                </a:lnTo>
                <a:lnTo>
                  <a:pt x="44808" y="505154"/>
                </a:lnTo>
                <a:lnTo>
                  <a:pt x="83581" y="495601"/>
                </a:lnTo>
                <a:lnTo>
                  <a:pt x="128225" y="478670"/>
                </a:lnTo>
                <a:lnTo>
                  <a:pt x="174092" y="475169"/>
                </a:lnTo>
                <a:lnTo>
                  <a:pt x="196516" y="462477"/>
                </a:lnTo>
                <a:lnTo>
                  <a:pt x="253124" y="443946"/>
                </a:lnTo>
                <a:lnTo>
                  <a:pt x="263433" y="437747"/>
                </a:lnTo>
                <a:lnTo>
                  <a:pt x="293941" y="426817"/>
                </a:lnTo>
                <a:lnTo>
                  <a:pt x="308871" y="403343"/>
                </a:lnTo>
                <a:lnTo>
                  <a:pt x="333897" y="385061"/>
                </a:lnTo>
                <a:lnTo>
                  <a:pt x="289184" y="394443"/>
                </a:lnTo>
                <a:lnTo>
                  <a:pt x="279677" y="389120"/>
                </a:lnTo>
                <a:lnTo>
                  <a:pt x="256074" y="400375"/>
                </a:lnTo>
                <a:lnTo>
                  <a:pt x="238715" y="384674"/>
                </a:lnTo>
                <a:lnTo>
                  <a:pt x="224846" y="395782"/>
                </a:lnTo>
                <a:lnTo>
                  <a:pt x="217397" y="380348"/>
                </a:lnTo>
                <a:lnTo>
                  <a:pt x="176935" y="392740"/>
                </a:lnTo>
                <a:lnTo>
                  <a:pt x="155015" y="392714"/>
                </a:lnTo>
                <a:lnTo>
                  <a:pt x="159085" y="374287"/>
                </a:lnTo>
                <a:lnTo>
                  <a:pt x="169955" y="362936"/>
                </a:lnTo>
                <a:lnTo>
                  <a:pt x="151325" y="351912"/>
                </a:lnTo>
                <a:lnTo>
                  <a:pt x="102655" y="357845"/>
                </a:lnTo>
                <a:lnTo>
                  <a:pt x="78369" y="343313"/>
                </a:lnTo>
                <a:lnTo>
                  <a:pt x="56993" y="335884"/>
                </a:lnTo>
                <a:lnTo>
                  <a:pt x="63901" y="318350"/>
                </a:lnTo>
                <a:lnTo>
                  <a:pt x="41881" y="305159"/>
                </a:lnTo>
                <a:lnTo>
                  <a:pt x="62880" y="287360"/>
                </a:lnTo>
                <a:lnTo>
                  <a:pt x="98843" y="270084"/>
                </a:lnTo>
                <a:lnTo>
                  <a:pt x="117977" y="254194"/>
                </a:lnTo>
                <a:lnTo>
                  <a:pt x="147532" y="251932"/>
                </a:lnTo>
                <a:lnTo>
                  <a:pt x="169794" y="256884"/>
                </a:lnTo>
                <a:lnTo>
                  <a:pt x="204389" y="241949"/>
                </a:lnTo>
                <a:lnTo>
                  <a:pt x="228983" y="244615"/>
                </a:lnTo>
                <a:lnTo>
                  <a:pt x="259789" y="235009"/>
                </a:lnTo>
                <a:lnTo>
                  <a:pt x="258933" y="220872"/>
                </a:lnTo>
                <a:lnTo>
                  <a:pt x="241439" y="215300"/>
                </a:lnTo>
                <a:lnTo>
                  <a:pt x="272405" y="203357"/>
                </a:lnTo>
                <a:lnTo>
                  <a:pt x="250609" y="203709"/>
                </a:lnTo>
                <a:lnTo>
                  <a:pt x="210432" y="210450"/>
                </a:lnTo>
                <a:lnTo>
                  <a:pt x="196879" y="217287"/>
                </a:lnTo>
                <a:lnTo>
                  <a:pt x="171861" y="210459"/>
                </a:lnTo>
                <a:lnTo>
                  <a:pt x="120523" y="213933"/>
                </a:lnTo>
                <a:lnTo>
                  <a:pt x="71966" y="206512"/>
                </a:lnTo>
                <a:lnTo>
                  <a:pt x="62418" y="194061"/>
                </a:lnTo>
                <a:lnTo>
                  <a:pt x="25505" y="176072"/>
                </a:lnTo>
                <a:lnTo>
                  <a:pt x="80456" y="163122"/>
                </a:lnTo>
                <a:lnTo>
                  <a:pt x="165230" y="148005"/>
                </a:lnTo>
                <a:lnTo>
                  <a:pt x="194102" y="148005"/>
                </a:lnTo>
                <a:lnTo>
                  <a:pt x="182847" y="163466"/>
                </a:lnTo>
                <a:lnTo>
                  <a:pt x="257551" y="162262"/>
                </a:lnTo>
                <a:lnTo>
                  <a:pt x="236984" y="143086"/>
                </a:lnTo>
                <a:lnTo>
                  <a:pt x="198766" y="131297"/>
                </a:lnTo>
                <a:lnTo>
                  <a:pt x="180378" y="115821"/>
                </a:lnTo>
                <a:lnTo>
                  <a:pt x="152417" y="102620"/>
                </a:lnTo>
                <a:lnTo>
                  <a:pt x="108554" y="92834"/>
                </a:lnTo>
                <a:lnTo>
                  <a:pt x="135143" y="76608"/>
                </a:lnTo>
                <a:lnTo>
                  <a:pt x="197539" y="75602"/>
                </a:lnTo>
                <a:lnTo>
                  <a:pt x="247631" y="61499"/>
                </a:lnTo>
                <a:lnTo>
                  <a:pt x="262366" y="46425"/>
                </a:lnTo>
                <a:lnTo>
                  <a:pt x="304228" y="31713"/>
                </a:lnTo>
                <a:lnTo>
                  <a:pt x="339639" y="28172"/>
                </a:lnTo>
                <a:lnTo>
                  <a:pt x="411375" y="14429"/>
                </a:lnTo>
                <a:lnTo>
                  <a:pt x="442479" y="16501"/>
                </a:lnTo>
                <a:lnTo>
                  <a:pt x="502818" y="0"/>
                </a:lnTo>
                <a:lnTo>
                  <a:pt x="552701" y="6500"/>
                </a:lnTo>
                <a:lnTo>
                  <a:pt x="572153" y="20473"/>
                </a:lnTo>
                <a:lnTo>
                  <a:pt x="590035" y="14481"/>
                </a:lnTo>
                <a:lnTo>
                  <a:pt x="648048" y="16338"/>
                </a:lnTo>
                <a:lnTo>
                  <a:pt x="643104" y="23457"/>
                </a:lnTo>
                <a:lnTo>
                  <a:pt x="694248" y="28720"/>
                </a:lnTo>
                <a:lnTo>
                  <a:pt x="730970" y="25624"/>
                </a:lnTo>
                <a:lnTo>
                  <a:pt x="800479" y="35406"/>
                </a:lnTo>
                <a:lnTo>
                  <a:pt x="866344" y="38316"/>
                </a:lnTo>
                <a:lnTo>
                  <a:pt x="891632" y="42341"/>
                </a:lnTo>
                <a:lnTo>
                  <a:pt x="939888" y="37310"/>
                </a:lnTo>
                <a:lnTo>
                  <a:pt x="989252" y="46615"/>
                </a:lnTo>
                <a:lnTo>
                  <a:pt x="1025520" y="50947"/>
                </a:lnTo>
                <a:lnTo>
                  <a:pt x="1025520" y="50947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50" name="Map / United States of America / 9">
            <a:extLst>
              <a:ext uri="{FF2B5EF4-FFF2-40B4-BE49-F238E27FC236}">
                <a16:creationId xmlns:a16="http://schemas.microsoft.com/office/drawing/2014/main" id="{CDB41E3C-62FD-4E86-A9B4-24E86551BFEB}"/>
              </a:ext>
            </a:extLst>
          </p:cNvPr>
          <p:cNvSpPr>
            <a:spLocks noGrp="1"/>
          </p:cNvSpPr>
          <p:nvPr/>
        </p:nvSpPr>
        <p:spPr>
          <a:xfrm>
            <a:off x="3116353" y="2487995"/>
            <a:ext cx="108276" cy="24938"/>
          </a:xfrm>
          <a:custGeom>
            <a:avLst/>
            <a:gdLst/>
            <a:ahLst/>
            <a:cxnLst/>
            <a:rect l="0" t="0" r="0" b="0"/>
            <a:pathLst>
              <a:path w="108276" h="24938">
                <a:moveTo>
                  <a:pt x="7111" y="0"/>
                </a:moveTo>
                <a:lnTo>
                  <a:pt x="26397" y="5892"/>
                </a:lnTo>
                <a:lnTo>
                  <a:pt x="49789" y="2710"/>
                </a:lnTo>
                <a:lnTo>
                  <a:pt x="74901" y="10878"/>
                </a:lnTo>
                <a:lnTo>
                  <a:pt x="108276" y="15014"/>
                </a:lnTo>
                <a:lnTo>
                  <a:pt x="103939" y="18385"/>
                </a:lnTo>
                <a:lnTo>
                  <a:pt x="74372" y="24938"/>
                </a:lnTo>
                <a:lnTo>
                  <a:pt x="50286" y="18205"/>
                </a:lnTo>
                <a:lnTo>
                  <a:pt x="39202" y="12590"/>
                </a:lnTo>
                <a:lnTo>
                  <a:pt x="7251" y="14386"/>
                </a:lnTo>
                <a:lnTo>
                  <a:pt x="0" y="11660"/>
                </a:lnTo>
                <a:lnTo>
                  <a:pt x="7111" y="0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51" name="Map / Kazakhstan / 0">
            <a:extLst>
              <a:ext uri="{FF2B5EF4-FFF2-40B4-BE49-F238E27FC236}">
                <a16:creationId xmlns:a16="http://schemas.microsoft.com/office/drawing/2014/main" id="{28D59DD1-808E-4792-8203-B73E8CF259A2}"/>
              </a:ext>
            </a:extLst>
          </p:cNvPr>
          <p:cNvSpPr>
            <a:spLocks noGrp="1"/>
          </p:cNvSpPr>
          <p:nvPr/>
        </p:nvSpPr>
        <p:spPr>
          <a:xfrm>
            <a:off x="10884667" y="2747943"/>
            <a:ext cx="1485324" cy="455767"/>
          </a:xfrm>
          <a:custGeom>
            <a:avLst/>
            <a:gdLst/>
            <a:ahLst/>
            <a:cxnLst/>
            <a:rect l="0" t="0" r="0" b="0"/>
            <a:pathLst>
              <a:path w="1485324" h="455767">
                <a:moveTo>
                  <a:pt x="1485324" y="191008"/>
                </a:moveTo>
                <a:lnTo>
                  <a:pt x="1461385" y="211619"/>
                </a:lnTo>
                <a:lnTo>
                  <a:pt x="1431651" y="214511"/>
                </a:lnTo>
                <a:lnTo>
                  <a:pt x="1435429" y="245554"/>
                </a:lnTo>
                <a:lnTo>
                  <a:pt x="1417573" y="259546"/>
                </a:lnTo>
                <a:lnTo>
                  <a:pt x="1343379" y="249359"/>
                </a:lnTo>
                <a:lnTo>
                  <a:pt x="1326287" y="304783"/>
                </a:lnTo>
                <a:lnTo>
                  <a:pt x="1308668" y="311674"/>
                </a:lnTo>
                <a:lnTo>
                  <a:pt x="1238062" y="324042"/>
                </a:lnTo>
                <a:lnTo>
                  <a:pt x="1279498" y="377818"/>
                </a:lnTo>
                <a:lnTo>
                  <a:pt x="1255511" y="385875"/>
                </a:lnTo>
                <a:lnTo>
                  <a:pt x="1261126" y="403522"/>
                </a:lnTo>
                <a:lnTo>
                  <a:pt x="1237758" y="398982"/>
                </a:lnTo>
                <a:lnTo>
                  <a:pt x="1217638" y="387856"/>
                </a:lnTo>
                <a:lnTo>
                  <a:pt x="1162590" y="384618"/>
                </a:lnTo>
                <a:lnTo>
                  <a:pt x="1101498" y="383772"/>
                </a:lnTo>
                <a:lnTo>
                  <a:pt x="1088627" y="387181"/>
                </a:lnTo>
                <a:lnTo>
                  <a:pt x="1034411" y="374165"/>
                </a:lnTo>
                <a:lnTo>
                  <a:pt x="1014454" y="380575"/>
                </a:lnTo>
                <a:lnTo>
                  <a:pt x="1011284" y="398851"/>
                </a:lnTo>
                <a:lnTo>
                  <a:pt x="949295" y="388187"/>
                </a:lnTo>
                <a:lnTo>
                  <a:pt x="925672" y="392555"/>
                </a:lnTo>
                <a:lnTo>
                  <a:pt x="919248" y="406118"/>
                </a:lnTo>
                <a:lnTo>
                  <a:pt x="898897" y="411840"/>
                </a:lnTo>
                <a:lnTo>
                  <a:pt x="853100" y="433419"/>
                </a:lnTo>
                <a:lnTo>
                  <a:pt x="839757" y="455570"/>
                </a:lnTo>
                <a:lnTo>
                  <a:pt x="826032" y="455767"/>
                </a:lnTo>
                <a:lnTo>
                  <a:pt x="814096" y="441104"/>
                </a:lnTo>
                <a:lnTo>
                  <a:pt x="767072" y="440099"/>
                </a:lnTo>
                <a:lnTo>
                  <a:pt x="756446" y="414740"/>
                </a:lnTo>
                <a:lnTo>
                  <a:pt x="738474" y="414523"/>
                </a:lnTo>
                <a:lnTo>
                  <a:pt x="737351" y="383473"/>
                </a:lnTo>
                <a:lnTo>
                  <a:pt x="690517" y="360862"/>
                </a:lnTo>
                <a:lnTo>
                  <a:pt x="627824" y="363277"/>
                </a:lnTo>
                <a:lnTo>
                  <a:pt x="585296" y="367784"/>
                </a:lnTo>
                <a:lnTo>
                  <a:pt x="546908" y="339882"/>
                </a:lnTo>
                <a:lnTo>
                  <a:pt x="515504" y="328174"/>
                </a:lnTo>
                <a:lnTo>
                  <a:pt x="456103" y="306010"/>
                </a:lnTo>
                <a:lnTo>
                  <a:pt x="448947" y="303323"/>
                </a:lnTo>
                <a:lnTo>
                  <a:pt x="356727" y="321617"/>
                </a:lnTo>
                <a:lnTo>
                  <a:pt x="370366" y="435759"/>
                </a:lnTo>
                <a:lnTo>
                  <a:pt x="351609" y="437269"/>
                </a:lnTo>
                <a:lnTo>
                  <a:pt x="323337" y="412996"/>
                </a:lnTo>
                <a:lnTo>
                  <a:pt x="297566" y="404324"/>
                </a:lnTo>
                <a:lnTo>
                  <a:pt x="256424" y="410765"/>
                </a:lnTo>
                <a:lnTo>
                  <a:pt x="241164" y="421065"/>
                </a:lnTo>
                <a:lnTo>
                  <a:pt x="238358" y="413517"/>
                </a:lnTo>
                <a:lnTo>
                  <a:pt x="246133" y="400616"/>
                </a:lnTo>
                <a:lnTo>
                  <a:pt x="238045" y="389831"/>
                </a:lnTo>
                <a:lnTo>
                  <a:pt x="194385" y="379284"/>
                </a:lnTo>
                <a:lnTo>
                  <a:pt x="175077" y="351484"/>
                </a:lnTo>
                <a:lnTo>
                  <a:pt x="154041" y="343653"/>
                </a:lnTo>
                <a:lnTo>
                  <a:pt x="151820" y="333566"/>
                </a:lnTo>
                <a:lnTo>
                  <a:pt x="187793" y="336507"/>
                </a:lnTo>
                <a:lnTo>
                  <a:pt x="186913" y="313873"/>
                </a:lnTo>
                <a:lnTo>
                  <a:pt x="217549" y="308846"/>
                </a:lnTo>
                <a:lnTo>
                  <a:pt x="250027" y="313469"/>
                </a:lnTo>
                <a:lnTo>
                  <a:pt x="253406" y="283268"/>
                </a:lnTo>
                <a:lnTo>
                  <a:pt x="244833" y="264126"/>
                </a:lnTo>
                <a:lnTo>
                  <a:pt x="208431" y="265624"/>
                </a:lnTo>
                <a:lnTo>
                  <a:pt x="176583" y="258068"/>
                </a:lnTo>
                <a:lnTo>
                  <a:pt x="135682" y="271680"/>
                </a:lnTo>
                <a:lnTo>
                  <a:pt x="102230" y="278170"/>
                </a:lnTo>
                <a:lnTo>
                  <a:pt x="83167" y="273164"/>
                </a:lnTo>
                <a:lnTo>
                  <a:pt x="85297" y="257235"/>
                </a:lnTo>
                <a:lnTo>
                  <a:pt x="59972" y="236552"/>
                </a:lnTo>
                <a:lnTo>
                  <a:pt x="32990" y="237416"/>
                </a:lnTo>
                <a:lnTo>
                  <a:pt x="0" y="216418"/>
                </a:lnTo>
                <a:lnTo>
                  <a:pt x="18714" y="192957"/>
                </a:lnTo>
                <a:lnTo>
                  <a:pt x="7461" y="186643"/>
                </a:lnTo>
                <a:lnTo>
                  <a:pt x="33028" y="152631"/>
                </a:lnTo>
                <a:lnTo>
                  <a:pt x="72228" y="170584"/>
                </a:lnTo>
                <a:lnTo>
                  <a:pt x="74390" y="147975"/>
                </a:lnTo>
                <a:lnTo>
                  <a:pt x="145586" y="114306"/>
                </a:lnTo>
                <a:lnTo>
                  <a:pt x="202069" y="113504"/>
                </a:lnTo>
                <a:lnTo>
                  <a:pt x="284443" y="134939"/>
                </a:lnTo>
                <a:lnTo>
                  <a:pt x="328890" y="147461"/>
                </a:lnTo>
                <a:lnTo>
                  <a:pt x="365790" y="134403"/>
                </a:lnTo>
                <a:lnTo>
                  <a:pt x="423197" y="133781"/>
                </a:lnTo>
                <a:lnTo>
                  <a:pt x="471642" y="149822"/>
                </a:lnTo>
                <a:lnTo>
                  <a:pt x="480997" y="140636"/>
                </a:lnTo>
                <a:lnTo>
                  <a:pt x="532126" y="141971"/>
                </a:lnTo>
                <a:lnTo>
                  <a:pt x="539256" y="127310"/>
                </a:lnTo>
                <a:lnTo>
                  <a:pt x="477726" y="106020"/>
                </a:lnTo>
                <a:lnTo>
                  <a:pt x="510441" y="90940"/>
                </a:lnTo>
                <a:lnTo>
                  <a:pt x="502531" y="82507"/>
                </a:lnTo>
                <a:lnTo>
                  <a:pt x="536127" y="74458"/>
                </a:lnTo>
                <a:lnTo>
                  <a:pt x="507149" y="53253"/>
                </a:lnTo>
                <a:lnTo>
                  <a:pt x="522230" y="42689"/>
                </a:lnTo>
                <a:lnTo>
                  <a:pt x="655566" y="31917"/>
                </a:lnTo>
                <a:lnTo>
                  <a:pt x="672022" y="24270"/>
                </a:lnTo>
                <a:lnTo>
                  <a:pt x="760365" y="12842"/>
                </a:lnTo>
                <a:lnTo>
                  <a:pt x="790689" y="0"/>
                </a:lnTo>
                <a:lnTo>
                  <a:pt x="856399" y="6672"/>
                </a:lnTo>
                <a:lnTo>
                  <a:pt x="872928" y="38756"/>
                </a:lnTo>
                <a:lnTo>
                  <a:pt x="909331" y="31222"/>
                </a:lnTo>
                <a:lnTo>
                  <a:pt x="957367" y="41780"/>
                </a:lnTo>
                <a:lnTo>
                  <a:pt x="957174" y="58676"/>
                </a:lnTo>
                <a:lnTo>
                  <a:pt x="991498" y="56910"/>
                </a:lnTo>
                <a:lnTo>
                  <a:pt x="1076874" y="27697"/>
                </a:lnTo>
                <a:lnTo>
                  <a:pt x="1065377" y="37403"/>
                </a:lnTo>
                <a:lnTo>
                  <a:pt x="1115555" y="61319"/>
                </a:lnTo>
                <a:lnTo>
                  <a:pt x="1210096" y="139938"/>
                </a:lnTo>
                <a:lnTo>
                  <a:pt x="1226586" y="123729"/>
                </a:lnTo>
                <a:lnTo>
                  <a:pt x="1279681" y="141565"/>
                </a:lnTo>
                <a:lnTo>
                  <a:pt x="1330373" y="133609"/>
                </a:lnTo>
                <a:lnTo>
                  <a:pt x="1351407" y="139179"/>
                </a:lnTo>
                <a:lnTo>
                  <a:pt x="1372121" y="157067"/>
                </a:lnTo>
                <a:lnTo>
                  <a:pt x="1398606" y="163076"/>
                </a:lnTo>
                <a:lnTo>
                  <a:pt x="1416470" y="176215"/>
                </a:lnTo>
                <a:lnTo>
                  <a:pt x="1462527" y="172073"/>
                </a:lnTo>
                <a:lnTo>
                  <a:pt x="1485324" y="19100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2" name="Map / Uzbekistan / 0">
            <a:extLst>
              <a:ext uri="{FF2B5EF4-FFF2-40B4-BE49-F238E27FC236}">
                <a16:creationId xmlns:a16="http://schemas.microsoft.com/office/drawing/2014/main" id="{87518C08-57C3-4AC0-AE83-0F27E7178A5B}"/>
              </a:ext>
            </a:extLst>
          </p:cNvPr>
          <p:cNvSpPr>
            <a:spLocks noGrp="1"/>
          </p:cNvSpPr>
          <p:nvPr/>
        </p:nvSpPr>
        <p:spPr>
          <a:xfrm>
            <a:off x="11241395" y="3051266"/>
            <a:ext cx="645439" cy="261327"/>
          </a:xfrm>
          <a:custGeom>
            <a:avLst/>
            <a:gdLst/>
            <a:ahLst/>
            <a:cxnLst/>
            <a:rect l="0" t="0" r="0" b="0"/>
            <a:pathLst>
              <a:path w="645439" h="261327">
                <a:moveTo>
                  <a:pt x="13638" y="132436"/>
                </a:moveTo>
                <a:lnTo>
                  <a:pt x="0" y="18293"/>
                </a:lnTo>
                <a:lnTo>
                  <a:pt x="92220" y="0"/>
                </a:lnTo>
                <a:lnTo>
                  <a:pt x="99376" y="2687"/>
                </a:lnTo>
                <a:lnTo>
                  <a:pt x="158777" y="24851"/>
                </a:lnTo>
                <a:lnTo>
                  <a:pt x="190181" y="36559"/>
                </a:lnTo>
                <a:lnTo>
                  <a:pt x="228569" y="64461"/>
                </a:lnTo>
                <a:lnTo>
                  <a:pt x="271097" y="59954"/>
                </a:lnTo>
                <a:lnTo>
                  <a:pt x="333789" y="57539"/>
                </a:lnTo>
                <a:lnTo>
                  <a:pt x="380623" y="80150"/>
                </a:lnTo>
                <a:lnTo>
                  <a:pt x="381747" y="111200"/>
                </a:lnTo>
                <a:lnTo>
                  <a:pt x="399718" y="111416"/>
                </a:lnTo>
                <a:lnTo>
                  <a:pt x="410345" y="136776"/>
                </a:lnTo>
                <a:lnTo>
                  <a:pt x="457369" y="137780"/>
                </a:lnTo>
                <a:lnTo>
                  <a:pt x="469304" y="152443"/>
                </a:lnTo>
                <a:lnTo>
                  <a:pt x="483030" y="152247"/>
                </a:lnTo>
                <a:lnTo>
                  <a:pt x="496372" y="130095"/>
                </a:lnTo>
                <a:lnTo>
                  <a:pt x="542169" y="108517"/>
                </a:lnTo>
                <a:lnTo>
                  <a:pt x="562521" y="102795"/>
                </a:lnTo>
                <a:lnTo>
                  <a:pt x="573859" y="105842"/>
                </a:lnTo>
                <a:lnTo>
                  <a:pt x="545591" y="125893"/>
                </a:lnTo>
                <a:lnTo>
                  <a:pt x="574313" y="137545"/>
                </a:lnTo>
                <a:lnTo>
                  <a:pt x="599557" y="129828"/>
                </a:lnTo>
                <a:lnTo>
                  <a:pt x="645439" y="146137"/>
                </a:lnTo>
                <a:lnTo>
                  <a:pt x="601099" y="168432"/>
                </a:lnTo>
                <a:lnTo>
                  <a:pt x="572614" y="165382"/>
                </a:lnTo>
                <a:lnTo>
                  <a:pt x="557473" y="166182"/>
                </a:lnTo>
                <a:lnTo>
                  <a:pt x="551087" y="157577"/>
                </a:lnTo>
                <a:lnTo>
                  <a:pt x="556933" y="143222"/>
                </a:lnTo>
                <a:lnTo>
                  <a:pt x="508521" y="150416"/>
                </a:lnTo>
                <a:lnTo>
                  <a:pt x="499273" y="170279"/>
                </a:lnTo>
                <a:lnTo>
                  <a:pt x="483817" y="187389"/>
                </a:lnTo>
                <a:lnTo>
                  <a:pt x="452775" y="185933"/>
                </a:lnTo>
                <a:lnTo>
                  <a:pt x="444821" y="199564"/>
                </a:lnTo>
                <a:lnTo>
                  <a:pt x="472849" y="206950"/>
                </a:lnTo>
                <a:lnTo>
                  <a:pt x="483584" y="229998"/>
                </a:lnTo>
                <a:lnTo>
                  <a:pt x="466390" y="261327"/>
                </a:lnTo>
                <a:lnTo>
                  <a:pt x="437671" y="254790"/>
                </a:lnTo>
                <a:lnTo>
                  <a:pt x="416986" y="254585"/>
                </a:lnTo>
                <a:lnTo>
                  <a:pt x="415856" y="235643"/>
                </a:lnTo>
                <a:lnTo>
                  <a:pt x="365080" y="222393"/>
                </a:lnTo>
                <a:lnTo>
                  <a:pt x="324660" y="207233"/>
                </a:lnTo>
                <a:lnTo>
                  <a:pt x="298895" y="192658"/>
                </a:lnTo>
                <a:lnTo>
                  <a:pt x="254224" y="171278"/>
                </a:lnTo>
                <a:lnTo>
                  <a:pt x="232481" y="139363"/>
                </a:lnTo>
                <a:lnTo>
                  <a:pt x="219470" y="133744"/>
                </a:lnTo>
                <a:lnTo>
                  <a:pt x="179764" y="135170"/>
                </a:lnTo>
                <a:lnTo>
                  <a:pt x="164954" y="128829"/>
                </a:lnTo>
                <a:lnTo>
                  <a:pt x="158254" y="104128"/>
                </a:lnTo>
                <a:lnTo>
                  <a:pt x="106840" y="87769"/>
                </a:lnTo>
                <a:lnTo>
                  <a:pt x="77810" y="105754"/>
                </a:lnTo>
                <a:lnTo>
                  <a:pt x="47490" y="116420"/>
                </a:lnTo>
                <a:lnTo>
                  <a:pt x="55188" y="132013"/>
                </a:lnTo>
                <a:lnTo>
                  <a:pt x="13638" y="13243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3" name="Map / Papua New Guinea / 0">
            <a:extLst>
              <a:ext uri="{FF2B5EF4-FFF2-40B4-BE49-F238E27FC236}">
                <a16:creationId xmlns:a16="http://schemas.microsoft.com/office/drawing/2014/main" id="{39AAED1F-DAE5-4AA0-B0F1-479B8A574D73}"/>
              </a:ext>
            </a:extLst>
          </p:cNvPr>
          <p:cNvSpPr>
            <a:spLocks noGrp="1"/>
          </p:cNvSpPr>
          <p:nvPr/>
        </p:nvSpPr>
        <p:spPr>
          <a:xfrm>
            <a:off x="14556188" y="4542953"/>
            <a:ext cx="368957" cy="249270"/>
          </a:xfrm>
          <a:custGeom>
            <a:avLst/>
            <a:gdLst/>
            <a:ahLst/>
            <a:cxnLst/>
            <a:rect l="0" t="0" r="0" b="0"/>
            <a:pathLst>
              <a:path w="368957" h="249270">
                <a:moveTo>
                  <a:pt x="6826" y="0"/>
                </a:moveTo>
                <a:lnTo>
                  <a:pt x="72485" y="21329"/>
                </a:lnTo>
                <a:lnTo>
                  <a:pt x="142460" y="39044"/>
                </a:lnTo>
                <a:lnTo>
                  <a:pt x="168249" y="54904"/>
                </a:lnTo>
                <a:lnTo>
                  <a:pt x="188937" y="70467"/>
                </a:lnTo>
                <a:lnTo>
                  <a:pt x="194061" y="88704"/>
                </a:lnTo>
                <a:lnTo>
                  <a:pt x="256710" y="107836"/>
                </a:lnTo>
                <a:lnTo>
                  <a:pt x="265213" y="124254"/>
                </a:lnTo>
                <a:lnTo>
                  <a:pt x="230025" y="127586"/>
                </a:lnTo>
                <a:lnTo>
                  <a:pt x="237395" y="148215"/>
                </a:lnTo>
                <a:lnTo>
                  <a:pt x="270245" y="168524"/>
                </a:lnTo>
                <a:lnTo>
                  <a:pt x="292925" y="201355"/>
                </a:lnTo>
                <a:lnTo>
                  <a:pt x="314778" y="200327"/>
                </a:lnTo>
                <a:lnTo>
                  <a:pt x="312325" y="214039"/>
                </a:lnTo>
                <a:lnTo>
                  <a:pt x="341322" y="219299"/>
                </a:lnTo>
                <a:lnTo>
                  <a:pt x="329501" y="225138"/>
                </a:lnTo>
                <a:lnTo>
                  <a:pt x="368957" y="238163"/>
                </a:lnTo>
                <a:lnTo>
                  <a:pt x="364052" y="247110"/>
                </a:lnTo>
                <a:lnTo>
                  <a:pt x="338712" y="249270"/>
                </a:lnTo>
                <a:lnTo>
                  <a:pt x="329971" y="241246"/>
                </a:lnTo>
                <a:lnTo>
                  <a:pt x="297566" y="237768"/>
                </a:lnTo>
                <a:lnTo>
                  <a:pt x="259501" y="233110"/>
                </a:lnTo>
                <a:lnTo>
                  <a:pt x="231318" y="213360"/>
                </a:lnTo>
                <a:lnTo>
                  <a:pt x="210849" y="196337"/>
                </a:lnTo>
                <a:lnTo>
                  <a:pt x="192725" y="169246"/>
                </a:lnTo>
                <a:lnTo>
                  <a:pt x="143842" y="155709"/>
                </a:lnTo>
                <a:lnTo>
                  <a:pt x="111125" y="164538"/>
                </a:lnTo>
                <a:lnTo>
                  <a:pt x="87311" y="174759"/>
                </a:lnTo>
                <a:lnTo>
                  <a:pt x="90794" y="197591"/>
                </a:lnTo>
                <a:lnTo>
                  <a:pt x="60241" y="208232"/>
                </a:lnTo>
                <a:lnTo>
                  <a:pt x="39265" y="203056"/>
                </a:lnTo>
                <a:lnTo>
                  <a:pt x="0" y="201765"/>
                </a:lnTo>
                <a:lnTo>
                  <a:pt x="4538" y="100882"/>
                </a:lnTo>
                <a:lnTo>
                  <a:pt x="6826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4" name="Map / Papua New Guinea / 1">
            <a:extLst>
              <a:ext uri="{FF2B5EF4-FFF2-40B4-BE49-F238E27FC236}">
                <a16:creationId xmlns:a16="http://schemas.microsoft.com/office/drawing/2014/main" id="{4684F6D4-1A57-4A5F-8E9C-F9D9D6D84D0B}"/>
              </a:ext>
            </a:extLst>
          </p:cNvPr>
          <p:cNvSpPr>
            <a:spLocks noGrp="1"/>
          </p:cNvSpPr>
          <p:nvPr/>
        </p:nvSpPr>
        <p:spPr>
          <a:xfrm>
            <a:off x="14930995" y="4539853"/>
            <a:ext cx="92927" cy="70160"/>
          </a:xfrm>
          <a:custGeom>
            <a:avLst/>
            <a:gdLst/>
            <a:ahLst/>
            <a:cxnLst/>
            <a:rect l="0" t="0" r="0" b="0"/>
            <a:pathLst>
              <a:path w="92927" h="70160">
                <a:moveTo>
                  <a:pt x="74673" y="35909"/>
                </a:moveTo>
                <a:lnTo>
                  <a:pt x="88864" y="45816"/>
                </a:lnTo>
                <a:lnTo>
                  <a:pt x="92927" y="61912"/>
                </a:lnTo>
                <a:lnTo>
                  <a:pt x="80732" y="70160"/>
                </a:lnTo>
                <a:lnTo>
                  <a:pt x="74156" y="51887"/>
                </a:lnTo>
                <a:lnTo>
                  <a:pt x="65649" y="39926"/>
                </a:lnTo>
                <a:lnTo>
                  <a:pt x="48675" y="29782"/>
                </a:lnTo>
                <a:lnTo>
                  <a:pt x="27319" y="16575"/>
                </a:lnTo>
                <a:lnTo>
                  <a:pt x="0" y="7475"/>
                </a:lnTo>
                <a:lnTo>
                  <a:pt x="10731" y="0"/>
                </a:lnTo>
                <a:lnTo>
                  <a:pt x="31134" y="8667"/>
                </a:lnTo>
                <a:lnTo>
                  <a:pt x="43942" y="15477"/>
                </a:lnTo>
                <a:lnTo>
                  <a:pt x="59768" y="22908"/>
                </a:lnTo>
                <a:lnTo>
                  <a:pt x="74673" y="3590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5" name="Map / Papua New Guinea / 2">
            <a:extLst>
              <a:ext uri="{FF2B5EF4-FFF2-40B4-BE49-F238E27FC236}">
                <a16:creationId xmlns:a16="http://schemas.microsoft.com/office/drawing/2014/main" id="{9C5BE0CB-FF63-4083-9882-E821B3D086EF}"/>
              </a:ext>
            </a:extLst>
          </p:cNvPr>
          <p:cNvSpPr>
            <a:spLocks noGrp="1"/>
          </p:cNvSpPr>
          <p:nvPr/>
        </p:nvSpPr>
        <p:spPr>
          <a:xfrm>
            <a:off x="14838884" y="4590893"/>
            <a:ext cx="154710" cy="67143"/>
          </a:xfrm>
          <a:custGeom>
            <a:avLst/>
            <a:gdLst/>
            <a:ahLst/>
            <a:cxnLst/>
            <a:rect l="0" t="0" r="0" b="0"/>
            <a:pathLst>
              <a:path w="154710" h="67143">
                <a:moveTo>
                  <a:pt x="113434" y="52376"/>
                </a:moveTo>
                <a:lnTo>
                  <a:pt x="92280" y="59900"/>
                </a:lnTo>
                <a:lnTo>
                  <a:pt x="72411" y="67143"/>
                </a:lnTo>
                <a:lnTo>
                  <a:pt x="52189" y="67105"/>
                </a:lnTo>
                <a:lnTo>
                  <a:pt x="21378" y="58113"/>
                </a:lnTo>
                <a:lnTo>
                  <a:pt x="0" y="49479"/>
                </a:lnTo>
                <a:lnTo>
                  <a:pt x="3543" y="39902"/>
                </a:lnTo>
                <a:lnTo>
                  <a:pt x="37502" y="44421"/>
                </a:lnTo>
                <a:lnTo>
                  <a:pt x="58433" y="41999"/>
                </a:lnTo>
                <a:lnTo>
                  <a:pt x="64742" y="27158"/>
                </a:lnTo>
                <a:lnTo>
                  <a:pt x="70234" y="26392"/>
                </a:lnTo>
                <a:lnTo>
                  <a:pt x="73301" y="42826"/>
                </a:lnTo>
                <a:lnTo>
                  <a:pt x="95122" y="40461"/>
                </a:lnTo>
                <a:lnTo>
                  <a:pt x="106279" y="29870"/>
                </a:lnTo>
                <a:lnTo>
                  <a:pt x="127938" y="18830"/>
                </a:lnTo>
                <a:lnTo>
                  <a:pt x="124349" y="589"/>
                </a:lnTo>
                <a:lnTo>
                  <a:pt x="147178" y="0"/>
                </a:lnTo>
                <a:lnTo>
                  <a:pt x="154710" y="5082"/>
                </a:lnTo>
                <a:lnTo>
                  <a:pt x="153362" y="22254"/>
                </a:lnTo>
                <a:lnTo>
                  <a:pt x="139848" y="41149"/>
                </a:lnTo>
                <a:lnTo>
                  <a:pt x="119803" y="43694"/>
                </a:lnTo>
                <a:lnTo>
                  <a:pt x="113434" y="5237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6" name="Map / Papua New Guinea / 3">
            <a:extLst>
              <a:ext uri="{FF2B5EF4-FFF2-40B4-BE49-F238E27FC236}">
                <a16:creationId xmlns:a16="http://schemas.microsoft.com/office/drawing/2014/main" id="{45CF6584-0818-4549-93DA-4617CFA1D2BB}"/>
              </a:ext>
            </a:extLst>
          </p:cNvPr>
          <p:cNvSpPr>
            <a:spLocks noGrp="1"/>
          </p:cNvSpPr>
          <p:nvPr/>
        </p:nvSpPr>
        <p:spPr>
          <a:xfrm>
            <a:off x="15075536" y="4618557"/>
            <a:ext cx="55421" cy="58122"/>
          </a:xfrm>
          <a:custGeom>
            <a:avLst/>
            <a:gdLst/>
            <a:ahLst/>
            <a:cxnLst/>
            <a:rect l="0" t="0" r="0" b="0"/>
            <a:pathLst>
              <a:path w="55421" h="58122">
                <a:moveTo>
                  <a:pt x="9118" y="9211"/>
                </a:moveTo>
                <a:lnTo>
                  <a:pt x="20364" y="16232"/>
                </a:lnTo>
                <a:lnTo>
                  <a:pt x="37951" y="35854"/>
                </a:lnTo>
                <a:lnTo>
                  <a:pt x="55421" y="46360"/>
                </a:lnTo>
                <a:lnTo>
                  <a:pt x="49655" y="55027"/>
                </a:lnTo>
                <a:lnTo>
                  <a:pt x="38834" y="58122"/>
                </a:lnTo>
                <a:lnTo>
                  <a:pt x="22956" y="46233"/>
                </a:lnTo>
                <a:lnTo>
                  <a:pt x="7210" y="26573"/>
                </a:lnTo>
                <a:lnTo>
                  <a:pt x="0" y="2993"/>
                </a:lnTo>
                <a:lnTo>
                  <a:pt x="5385" y="0"/>
                </a:lnTo>
                <a:lnTo>
                  <a:pt x="9118" y="921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7" name="Map / Indonesia / 0">
            <a:extLst>
              <a:ext uri="{FF2B5EF4-FFF2-40B4-BE49-F238E27FC236}">
                <a16:creationId xmlns:a16="http://schemas.microsoft.com/office/drawing/2014/main" id="{12A50889-65A9-4D4E-961D-C04B57F5C86F}"/>
              </a:ext>
            </a:extLst>
          </p:cNvPr>
          <p:cNvSpPr>
            <a:spLocks noGrp="1"/>
          </p:cNvSpPr>
          <p:nvPr/>
        </p:nvSpPr>
        <p:spPr>
          <a:xfrm>
            <a:off x="14164334" y="4473902"/>
            <a:ext cx="398680" cy="270816"/>
          </a:xfrm>
          <a:custGeom>
            <a:avLst/>
            <a:gdLst/>
            <a:ahLst/>
            <a:cxnLst/>
            <a:rect l="0" t="0" r="0" b="0"/>
            <a:pathLst>
              <a:path w="398680" h="270816">
                <a:moveTo>
                  <a:pt x="398680" y="69051"/>
                </a:moveTo>
                <a:lnTo>
                  <a:pt x="396393" y="169934"/>
                </a:lnTo>
                <a:lnTo>
                  <a:pt x="391855" y="270816"/>
                </a:lnTo>
                <a:lnTo>
                  <a:pt x="359490" y="245410"/>
                </a:lnTo>
                <a:lnTo>
                  <a:pt x="321191" y="239184"/>
                </a:lnTo>
                <a:lnTo>
                  <a:pt x="311330" y="248003"/>
                </a:lnTo>
                <a:lnTo>
                  <a:pt x="263071" y="248955"/>
                </a:lnTo>
                <a:lnTo>
                  <a:pt x="280578" y="223762"/>
                </a:lnTo>
                <a:lnTo>
                  <a:pt x="304968" y="215167"/>
                </a:lnTo>
                <a:lnTo>
                  <a:pt x="296581" y="181506"/>
                </a:lnTo>
                <a:lnTo>
                  <a:pt x="279318" y="155519"/>
                </a:lnTo>
                <a:lnTo>
                  <a:pt x="206362" y="129304"/>
                </a:lnTo>
                <a:lnTo>
                  <a:pt x="175033" y="126716"/>
                </a:lnTo>
                <a:lnTo>
                  <a:pt x="118585" y="98110"/>
                </a:lnTo>
                <a:lnTo>
                  <a:pt x="106972" y="113154"/>
                </a:lnTo>
                <a:lnTo>
                  <a:pt x="92284" y="115883"/>
                </a:lnTo>
                <a:lnTo>
                  <a:pt x="83926" y="104531"/>
                </a:lnTo>
                <a:lnTo>
                  <a:pt x="84113" y="91081"/>
                </a:lnTo>
                <a:lnTo>
                  <a:pt x="55311" y="75874"/>
                </a:lnTo>
                <a:lnTo>
                  <a:pt x="96531" y="64726"/>
                </a:lnTo>
                <a:lnTo>
                  <a:pt x="123690" y="65327"/>
                </a:lnTo>
                <a:lnTo>
                  <a:pt x="120623" y="57114"/>
                </a:lnTo>
                <a:lnTo>
                  <a:pt x="64857" y="57052"/>
                </a:lnTo>
                <a:lnTo>
                  <a:pt x="49991" y="38622"/>
                </a:lnTo>
                <a:lnTo>
                  <a:pt x="16011" y="32906"/>
                </a:lnTo>
                <a:lnTo>
                  <a:pt x="0" y="17589"/>
                </a:lnTo>
                <a:lnTo>
                  <a:pt x="51397" y="10089"/>
                </a:lnTo>
                <a:lnTo>
                  <a:pt x="70960" y="0"/>
                </a:lnTo>
                <a:lnTo>
                  <a:pt x="132079" y="12713"/>
                </a:lnTo>
                <a:lnTo>
                  <a:pt x="138019" y="24218"/>
                </a:lnTo>
                <a:lnTo>
                  <a:pt x="148016" y="74284"/>
                </a:lnTo>
                <a:lnTo>
                  <a:pt x="187067" y="92813"/>
                </a:lnTo>
                <a:lnTo>
                  <a:pt x="219520" y="59978"/>
                </a:lnTo>
                <a:lnTo>
                  <a:pt x="263483" y="41295"/>
                </a:lnTo>
                <a:lnTo>
                  <a:pt x="297352" y="41269"/>
                </a:lnTo>
                <a:lnTo>
                  <a:pt x="329795" y="52061"/>
                </a:lnTo>
                <a:lnTo>
                  <a:pt x="357886" y="63136"/>
                </a:lnTo>
                <a:lnTo>
                  <a:pt x="398680" y="6905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8" name="Map / Indonesia / 1">
            <a:extLst>
              <a:ext uri="{FF2B5EF4-FFF2-40B4-BE49-F238E27FC236}">
                <a16:creationId xmlns:a16="http://schemas.microsoft.com/office/drawing/2014/main" id="{14740FDE-A67E-4B80-85B3-FF5AFFBDF30B}"/>
              </a:ext>
            </a:extLst>
          </p:cNvPr>
          <p:cNvSpPr>
            <a:spLocks noGrp="1"/>
          </p:cNvSpPr>
          <p:nvPr/>
        </p:nvSpPr>
        <p:spPr>
          <a:xfrm>
            <a:off x="13885711" y="4737750"/>
            <a:ext cx="63480" cy="45419"/>
          </a:xfrm>
          <a:custGeom>
            <a:avLst/>
            <a:gdLst/>
            <a:ahLst/>
            <a:cxnLst/>
            <a:rect l="0" t="0" r="0" b="0"/>
            <a:pathLst>
              <a:path w="63480" h="45419">
                <a:moveTo>
                  <a:pt x="59781" y="0"/>
                </a:moveTo>
                <a:lnTo>
                  <a:pt x="63303" y="6104"/>
                </a:lnTo>
                <a:lnTo>
                  <a:pt x="63480" y="15490"/>
                </a:lnTo>
                <a:lnTo>
                  <a:pt x="37297" y="38609"/>
                </a:lnTo>
                <a:lnTo>
                  <a:pt x="4333" y="45419"/>
                </a:lnTo>
                <a:lnTo>
                  <a:pt x="0" y="41704"/>
                </a:lnTo>
                <a:lnTo>
                  <a:pt x="4058" y="31180"/>
                </a:lnTo>
                <a:lnTo>
                  <a:pt x="21499" y="12297"/>
                </a:lnTo>
                <a:lnTo>
                  <a:pt x="59781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59" name="Map / Indonesia / 2">
            <a:extLst>
              <a:ext uri="{FF2B5EF4-FFF2-40B4-BE49-F238E27FC236}">
                <a16:creationId xmlns:a16="http://schemas.microsoft.com/office/drawing/2014/main" id="{FA78A149-6FA2-4B93-9B4A-B9005DEBFCC0}"/>
              </a:ext>
            </a:extLst>
          </p:cNvPr>
          <p:cNvSpPr>
            <a:spLocks noGrp="1"/>
          </p:cNvSpPr>
          <p:nvPr/>
        </p:nvSpPr>
        <p:spPr>
          <a:xfrm>
            <a:off x="14297508" y="4631021"/>
            <a:ext cx="23873" cy="44893"/>
          </a:xfrm>
          <a:custGeom>
            <a:avLst/>
            <a:gdLst/>
            <a:ahLst/>
            <a:cxnLst/>
            <a:rect l="0" t="0" r="0" b="0"/>
            <a:pathLst>
              <a:path w="23873" h="44893">
                <a:moveTo>
                  <a:pt x="2715" y="44893"/>
                </a:moveTo>
                <a:lnTo>
                  <a:pt x="0" y="21590"/>
                </a:lnTo>
                <a:lnTo>
                  <a:pt x="7193" y="10464"/>
                </a:lnTo>
                <a:lnTo>
                  <a:pt x="15547" y="0"/>
                </a:lnTo>
                <a:lnTo>
                  <a:pt x="23873" y="9056"/>
                </a:lnTo>
                <a:lnTo>
                  <a:pt x="23204" y="23816"/>
                </a:lnTo>
                <a:lnTo>
                  <a:pt x="2715" y="4489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0" name="Map / Indonesia / 3">
            <a:extLst>
              <a:ext uri="{FF2B5EF4-FFF2-40B4-BE49-F238E27FC236}">
                <a16:creationId xmlns:a16="http://schemas.microsoft.com/office/drawing/2014/main" id="{DA7BA779-8D3A-459E-A018-7AF986AFF82B}"/>
              </a:ext>
            </a:extLst>
          </p:cNvPr>
          <p:cNvSpPr>
            <a:spLocks noGrp="1"/>
          </p:cNvSpPr>
          <p:nvPr/>
        </p:nvSpPr>
        <p:spPr>
          <a:xfrm>
            <a:off x="13342707" y="4329148"/>
            <a:ext cx="382621" cy="260452"/>
          </a:xfrm>
          <a:custGeom>
            <a:avLst/>
            <a:gdLst/>
            <a:ahLst/>
            <a:cxnLst/>
            <a:rect l="0" t="0" r="0" b="0"/>
            <a:pathLst>
              <a:path w="382621" h="260452">
                <a:moveTo>
                  <a:pt x="338702" y="5232"/>
                </a:moveTo>
                <a:lnTo>
                  <a:pt x="317626" y="33189"/>
                </a:lnTo>
                <a:lnTo>
                  <a:pt x="346093" y="62497"/>
                </a:lnTo>
                <a:lnTo>
                  <a:pt x="339682" y="76738"/>
                </a:lnTo>
                <a:lnTo>
                  <a:pt x="382621" y="105386"/>
                </a:lnTo>
                <a:lnTo>
                  <a:pt x="337495" y="109038"/>
                </a:lnTo>
                <a:lnTo>
                  <a:pt x="324842" y="130143"/>
                </a:lnTo>
                <a:lnTo>
                  <a:pt x="326435" y="158195"/>
                </a:lnTo>
                <a:lnTo>
                  <a:pt x="289661" y="179367"/>
                </a:lnTo>
                <a:lnTo>
                  <a:pt x="288313" y="210195"/>
                </a:lnTo>
                <a:lnTo>
                  <a:pt x="272750" y="257534"/>
                </a:lnTo>
                <a:lnTo>
                  <a:pt x="267381" y="246523"/>
                </a:lnTo>
                <a:lnTo>
                  <a:pt x="223806" y="260452"/>
                </a:lnTo>
                <a:lnTo>
                  <a:pt x="209119" y="241529"/>
                </a:lnTo>
                <a:lnTo>
                  <a:pt x="181994" y="239779"/>
                </a:lnTo>
                <a:lnTo>
                  <a:pt x="163179" y="229861"/>
                </a:lnTo>
                <a:lnTo>
                  <a:pt x="117691" y="240993"/>
                </a:lnTo>
                <a:lnTo>
                  <a:pt x="104058" y="226012"/>
                </a:lnTo>
                <a:lnTo>
                  <a:pt x="79077" y="227714"/>
                </a:lnTo>
                <a:lnTo>
                  <a:pt x="47731" y="224142"/>
                </a:lnTo>
                <a:lnTo>
                  <a:pt x="42410" y="182624"/>
                </a:lnTo>
                <a:lnTo>
                  <a:pt x="23466" y="174020"/>
                </a:lnTo>
                <a:lnTo>
                  <a:pt x="5301" y="147540"/>
                </a:lnTo>
                <a:lnTo>
                  <a:pt x="0" y="120456"/>
                </a:lnTo>
                <a:lnTo>
                  <a:pt x="4304" y="91774"/>
                </a:lnTo>
                <a:lnTo>
                  <a:pt x="26755" y="71202"/>
                </a:lnTo>
                <a:lnTo>
                  <a:pt x="33301" y="91891"/>
                </a:lnTo>
                <a:lnTo>
                  <a:pt x="59454" y="109382"/>
                </a:lnTo>
                <a:lnTo>
                  <a:pt x="84001" y="103087"/>
                </a:lnTo>
                <a:lnTo>
                  <a:pt x="108336" y="105317"/>
                </a:lnTo>
                <a:lnTo>
                  <a:pt x="130437" y="89663"/>
                </a:lnTo>
                <a:lnTo>
                  <a:pt x="148686" y="86949"/>
                </a:lnTo>
                <a:lnTo>
                  <a:pt x="184794" y="95624"/>
                </a:lnTo>
                <a:lnTo>
                  <a:pt x="215815" y="89026"/>
                </a:lnTo>
                <a:lnTo>
                  <a:pt x="234833" y="45972"/>
                </a:lnTo>
                <a:lnTo>
                  <a:pt x="249320" y="35207"/>
                </a:lnTo>
                <a:lnTo>
                  <a:pt x="261774" y="0"/>
                </a:lnTo>
                <a:lnTo>
                  <a:pt x="305562" y="14"/>
                </a:lnTo>
                <a:lnTo>
                  <a:pt x="338702" y="523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1" name="Map / Indonesia / 4">
            <a:extLst>
              <a:ext uri="{FF2B5EF4-FFF2-40B4-BE49-F238E27FC236}">
                <a16:creationId xmlns:a16="http://schemas.microsoft.com/office/drawing/2014/main" id="{AD2C1149-EA18-466A-B031-99CAADAC12B5}"/>
              </a:ext>
            </a:extLst>
          </p:cNvPr>
          <p:cNvSpPr>
            <a:spLocks noGrp="1"/>
          </p:cNvSpPr>
          <p:nvPr/>
        </p:nvSpPr>
        <p:spPr>
          <a:xfrm>
            <a:off x="14063462" y="4549207"/>
            <a:ext cx="111501" cy="32700"/>
          </a:xfrm>
          <a:custGeom>
            <a:avLst/>
            <a:gdLst/>
            <a:ahLst/>
            <a:cxnLst/>
            <a:rect l="0" t="0" r="0" b="0"/>
            <a:pathLst>
              <a:path w="111501" h="32700">
                <a:moveTo>
                  <a:pt x="56432" y="0"/>
                </a:moveTo>
                <a:lnTo>
                  <a:pt x="98179" y="9027"/>
                </a:lnTo>
                <a:lnTo>
                  <a:pt x="111501" y="32700"/>
                </a:lnTo>
                <a:lnTo>
                  <a:pt x="79638" y="19940"/>
                </a:lnTo>
                <a:lnTo>
                  <a:pt x="47877" y="17350"/>
                </a:lnTo>
                <a:lnTo>
                  <a:pt x="26328" y="19395"/>
                </a:lnTo>
                <a:lnTo>
                  <a:pt x="0" y="18304"/>
                </a:lnTo>
                <a:lnTo>
                  <a:pt x="9358" y="1285"/>
                </a:lnTo>
                <a:lnTo>
                  <a:pt x="56432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2" name="Map / Indonesia / 5">
            <a:extLst>
              <a:ext uri="{FF2B5EF4-FFF2-40B4-BE49-F238E27FC236}">
                <a16:creationId xmlns:a16="http://schemas.microsoft.com/office/drawing/2014/main" id="{0912E42D-BCAB-4BD9-A00E-98E2830E7028}"/>
              </a:ext>
            </a:extLst>
          </p:cNvPr>
          <p:cNvSpPr>
            <a:spLocks noGrp="1"/>
          </p:cNvSpPr>
          <p:nvPr/>
        </p:nvSpPr>
        <p:spPr>
          <a:xfrm>
            <a:off x="13990848" y="4559334"/>
            <a:ext cx="47824" cy="20483"/>
          </a:xfrm>
          <a:custGeom>
            <a:avLst/>
            <a:gdLst/>
            <a:ahLst/>
            <a:cxnLst/>
            <a:rect l="0" t="0" r="0" b="0"/>
            <a:pathLst>
              <a:path w="47824" h="20483">
                <a:moveTo>
                  <a:pt x="33337" y="20483"/>
                </a:moveTo>
                <a:lnTo>
                  <a:pt x="7142" y="14799"/>
                </a:lnTo>
                <a:lnTo>
                  <a:pt x="0" y="1485"/>
                </a:lnTo>
                <a:lnTo>
                  <a:pt x="38564" y="0"/>
                </a:lnTo>
                <a:lnTo>
                  <a:pt x="47824" y="10208"/>
                </a:lnTo>
                <a:lnTo>
                  <a:pt x="33337" y="2048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3" name="Map / Indonesia / 6">
            <a:extLst>
              <a:ext uri="{FF2B5EF4-FFF2-40B4-BE49-F238E27FC236}">
                <a16:creationId xmlns:a16="http://schemas.microsoft.com/office/drawing/2014/main" id="{44846889-0603-4042-BC45-0EEE71378360}"/>
              </a:ext>
            </a:extLst>
          </p:cNvPr>
          <p:cNvSpPr>
            <a:spLocks noGrp="1"/>
          </p:cNvSpPr>
          <p:nvPr/>
        </p:nvSpPr>
        <p:spPr>
          <a:xfrm>
            <a:off x="14045447" y="4395145"/>
            <a:ext cx="49076" cy="95178"/>
          </a:xfrm>
          <a:custGeom>
            <a:avLst/>
            <a:gdLst/>
            <a:ahLst/>
            <a:cxnLst/>
            <a:rect l="0" t="0" r="0" b="0"/>
            <a:pathLst>
              <a:path w="49076" h="95178">
                <a:moveTo>
                  <a:pt x="19945" y="0"/>
                </a:moveTo>
                <a:lnTo>
                  <a:pt x="22880" y="16904"/>
                </a:lnTo>
                <a:lnTo>
                  <a:pt x="45400" y="19620"/>
                </a:lnTo>
                <a:lnTo>
                  <a:pt x="49076" y="32263"/>
                </a:lnTo>
                <a:lnTo>
                  <a:pt x="47201" y="59316"/>
                </a:lnTo>
                <a:lnTo>
                  <a:pt x="27544" y="56284"/>
                </a:lnTo>
                <a:lnTo>
                  <a:pt x="21754" y="75121"/>
                </a:lnTo>
                <a:lnTo>
                  <a:pt x="37397" y="91463"/>
                </a:lnTo>
                <a:lnTo>
                  <a:pt x="26710" y="95178"/>
                </a:lnTo>
                <a:lnTo>
                  <a:pt x="11407" y="75570"/>
                </a:lnTo>
                <a:lnTo>
                  <a:pt x="0" y="35998"/>
                </a:lnTo>
                <a:lnTo>
                  <a:pt x="7442" y="11265"/>
                </a:lnTo>
                <a:lnTo>
                  <a:pt x="19945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4" name="Map / Indonesia / 7">
            <a:extLst>
              <a:ext uri="{FF2B5EF4-FFF2-40B4-BE49-F238E27FC236}">
                <a16:creationId xmlns:a16="http://schemas.microsoft.com/office/drawing/2014/main" id="{7C08B5C0-D990-4066-BAE6-382E2DC215B7}"/>
              </a:ext>
            </a:extLst>
          </p:cNvPr>
          <p:cNvSpPr>
            <a:spLocks noGrp="1"/>
          </p:cNvSpPr>
          <p:nvPr/>
        </p:nvSpPr>
        <p:spPr>
          <a:xfrm>
            <a:off x="13715974" y="4411593"/>
            <a:ext cx="247124" cy="226496"/>
          </a:xfrm>
          <a:custGeom>
            <a:avLst/>
            <a:gdLst/>
            <a:ahLst/>
            <a:cxnLst/>
            <a:rect l="0" t="0" r="0" b="0"/>
            <a:pathLst>
              <a:path w="247124" h="226496">
                <a:moveTo>
                  <a:pt x="159121" y="23776"/>
                </a:moveTo>
                <a:lnTo>
                  <a:pt x="202926" y="22479"/>
                </a:lnTo>
                <a:lnTo>
                  <a:pt x="240411" y="0"/>
                </a:lnTo>
                <a:lnTo>
                  <a:pt x="247124" y="6916"/>
                </a:lnTo>
                <a:lnTo>
                  <a:pt x="216685" y="37624"/>
                </a:lnTo>
                <a:lnTo>
                  <a:pt x="188064" y="43576"/>
                </a:lnTo>
                <a:lnTo>
                  <a:pt x="151384" y="37523"/>
                </a:lnTo>
                <a:lnTo>
                  <a:pt x="87899" y="39068"/>
                </a:lnTo>
                <a:lnTo>
                  <a:pt x="54622" y="43525"/>
                </a:lnTo>
                <a:lnTo>
                  <a:pt x="49184" y="66956"/>
                </a:lnTo>
                <a:lnTo>
                  <a:pt x="83128" y="94484"/>
                </a:lnTo>
                <a:lnTo>
                  <a:pt x="103796" y="80462"/>
                </a:lnTo>
                <a:lnTo>
                  <a:pt x="174892" y="69928"/>
                </a:lnTo>
                <a:lnTo>
                  <a:pt x="171689" y="84185"/>
                </a:lnTo>
                <a:lnTo>
                  <a:pt x="155116" y="79688"/>
                </a:lnTo>
                <a:lnTo>
                  <a:pt x="138442" y="97825"/>
                </a:lnTo>
                <a:lnTo>
                  <a:pt x="104784" y="109825"/>
                </a:lnTo>
                <a:lnTo>
                  <a:pt x="140233" y="149498"/>
                </a:lnTo>
                <a:lnTo>
                  <a:pt x="133062" y="160129"/>
                </a:lnTo>
                <a:lnTo>
                  <a:pt x="166428" y="195859"/>
                </a:lnTo>
                <a:lnTo>
                  <a:pt x="165488" y="216194"/>
                </a:lnTo>
                <a:lnTo>
                  <a:pt x="144863" y="225295"/>
                </a:lnTo>
                <a:lnTo>
                  <a:pt x="130286" y="214409"/>
                </a:lnTo>
                <a:lnTo>
                  <a:pt x="149423" y="189063"/>
                </a:lnTo>
                <a:lnTo>
                  <a:pt x="111718" y="201048"/>
                </a:lnTo>
                <a:lnTo>
                  <a:pt x="102483" y="192480"/>
                </a:lnTo>
                <a:lnTo>
                  <a:pt x="107733" y="180529"/>
                </a:lnTo>
                <a:lnTo>
                  <a:pt x="80689" y="162377"/>
                </a:lnTo>
                <a:lnTo>
                  <a:pt x="84069" y="132211"/>
                </a:lnTo>
                <a:lnTo>
                  <a:pt x="58509" y="141621"/>
                </a:lnTo>
                <a:lnTo>
                  <a:pt x="60988" y="177715"/>
                </a:lnTo>
                <a:lnTo>
                  <a:pt x="61287" y="222003"/>
                </a:lnTo>
                <a:lnTo>
                  <a:pt x="36993" y="226496"/>
                </a:lnTo>
                <a:lnTo>
                  <a:pt x="20926" y="217410"/>
                </a:lnTo>
                <a:lnTo>
                  <a:pt x="32660" y="188916"/>
                </a:lnTo>
                <a:lnTo>
                  <a:pt x="27456" y="159043"/>
                </a:lnTo>
                <a:lnTo>
                  <a:pt x="11444" y="158814"/>
                </a:lnTo>
                <a:lnTo>
                  <a:pt x="0" y="137609"/>
                </a:lnTo>
                <a:lnTo>
                  <a:pt x="16032" y="117335"/>
                </a:lnTo>
                <a:lnTo>
                  <a:pt x="21708" y="92757"/>
                </a:lnTo>
                <a:lnTo>
                  <a:pt x="41020" y="46094"/>
                </a:lnTo>
                <a:lnTo>
                  <a:pt x="48982" y="33333"/>
                </a:lnTo>
                <a:lnTo>
                  <a:pt x="81243" y="10341"/>
                </a:lnTo>
                <a:lnTo>
                  <a:pt x="111063" y="19481"/>
                </a:lnTo>
                <a:lnTo>
                  <a:pt x="159121" y="2377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5" name="Map / Indonesia / 8">
            <a:extLst>
              <a:ext uri="{FF2B5EF4-FFF2-40B4-BE49-F238E27FC236}">
                <a16:creationId xmlns:a16="http://schemas.microsoft.com/office/drawing/2014/main" id="{74A022C7-0101-405D-A117-3EBE0BEECBD0}"/>
              </a:ext>
            </a:extLst>
          </p:cNvPr>
          <p:cNvSpPr>
            <a:spLocks noGrp="1"/>
          </p:cNvSpPr>
          <p:nvPr/>
        </p:nvSpPr>
        <p:spPr>
          <a:xfrm>
            <a:off x="13716119" y="4752254"/>
            <a:ext cx="68020" cy="27777"/>
          </a:xfrm>
          <a:custGeom>
            <a:avLst/>
            <a:gdLst/>
            <a:ahLst/>
            <a:cxnLst/>
            <a:rect l="0" t="0" r="0" b="0"/>
            <a:pathLst>
              <a:path w="68020" h="27777">
                <a:moveTo>
                  <a:pt x="49222" y="27777"/>
                </a:moveTo>
                <a:lnTo>
                  <a:pt x="0" y="6087"/>
                </a:lnTo>
                <a:lnTo>
                  <a:pt x="35799" y="0"/>
                </a:lnTo>
                <a:lnTo>
                  <a:pt x="55260" y="9429"/>
                </a:lnTo>
                <a:lnTo>
                  <a:pt x="68020" y="18832"/>
                </a:lnTo>
                <a:lnTo>
                  <a:pt x="65248" y="27187"/>
                </a:lnTo>
                <a:lnTo>
                  <a:pt x="49222" y="2777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6" name="Map / Indonesia / 9">
            <a:extLst>
              <a:ext uri="{FF2B5EF4-FFF2-40B4-BE49-F238E27FC236}">
                <a16:creationId xmlns:a16="http://schemas.microsoft.com/office/drawing/2014/main" id="{F1FB2289-7368-46C4-AB54-41936614AA43}"/>
              </a:ext>
            </a:extLst>
          </p:cNvPr>
          <p:cNvSpPr>
            <a:spLocks noGrp="1"/>
          </p:cNvSpPr>
          <p:nvPr/>
        </p:nvSpPr>
        <p:spPr>
          <a:xfrm>
            <a:off x="13753736" y="4713030"/>
            <a:ext cx="114450" cy="25986"/>
          </a:xfrm>
          <a:custGeom>
            <a:avLst/>
            <a:gdLst/>
            <a:ahLst/>
            <a:cxnLst/>
            <a:rect l="0" t="0" r="0" b="0"/>
            <a:pathLst>
              <a:path w="114450" h="25986">
                <a:moveTo>
                  <a:pt x="54348" y="13698"/>
                </a:moveTo>
                <a:lnTo>
                  <a:pt x="79794" y="11342"/>
                </a:lnTo>
                <a:lnTo>
                  <a:pt x="114450" y="0"/>
                </a:lnTo>
                <a:lnTo>
                  <a:pt x="108015" y="17198"/>
                </a:lnTo>
                <a:lnTo>
                  <a:pt x="50400" y="25986"/>
                </a:lnTo>
                <a:lnTo>
                  <a:pt x="0" y="22170"/>
                </a:lnTo>
                <a:lnTo>
                  <a:pt x="437" y="10854"/>
                </a:lnTo>
                <a:lnTo>
                  <a:pt x="30966" y="4418"/>
                </a:lnTo>
                <a:lnTo>
                  <a:pt x="54348" y="1369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7" name="Map / Indonesia / 10">
            <a:extLst>
              <a:ext uri="{FF2B5EF4-FFF2-40B4-BE49-F238E27FC236}">
                <a16:creationId xmlns:a16="http://schemas.microsoft.com/office/drawing/2014/main" id="{B2058756-45BF-418A-936B-64F852AF0C17}"/>
              </a:ext>
            </a:extLst>
          </p:cNvPr>
          <p:cNvSpPr>
            <a:spLocks noGrp="1"/>
          </p:cNvSpPr>
          <p:nvPr/>
        </p:nvSpPr>
        <p:spPr>
          <a:xfrm>
            <a:off x="13632254" y="4713074"/>
            <a:ext cx="91293" cy="29260"/>
          </a:xfrm>
          <a:custGeom>
            <a:avLst/>
            <a:gdLst/>
            <a:ahLst/>
            <a:cxnLst/>
            <a:rect l="0" t="0" r="0" b="0"/>
            <a:pathLst>
              <a:path w="91293" h="29260">
                <a:moveTo>
                  <a:pt x="58873" y="8256"/>
                </a:moveTo>
                <a:lnTo>
                  <a:pt x="82502" y="5727"/>
                </a:lnTo>
                <a:lnTo>
                  <a:pt x="91293" y="18888"/>
                </a:lnTo>
                <a:lnTo>
                  <a:pt x="46998" y="25104"/>
                </a:lnTo>
                <a:lnTo>
                  <a:pt x="20436" y="29260"/>
                </a:lnTo>
                <a:lnTo>
                  <a:pt x="0" y="29014"/>
                </a:lnTo>
                <a:lnTo>
                  <a:pt x="13956" y="11190"/>
                </a:lnTo>
                <a:lnTo>
                  <a:pt x="34828" y="10947"/>
                </a:lnTo>
                <a:lnTo>
                  <a:pt x="45543" y="0"/>
                </a:lnTo>
                <a:lnTo>
                  <a:pt x="58873" y="825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8" name="Map / Indonesia / 11">
            <a:extLst>
              <a:ext uri="{FF2B5EF4-FFF2-40B4-BE49-F238E27FC236}">
                <a16:creationId xmlns:a16="http://schemas.microsoft.com/office/drawing/2014/main" id="{72C4A788-30CD-4E18-B98F-B12CDA4BB255}"/>
              </a:ext>
            </a:extLst>
          </p:cNvPr>
          <p:cNvSpPr>
            <a:spLocks noGrp="1"/>
          </p:cNvSpPr>
          <p:nvPr/>
        </p:nvSpPr>
        <p:spPr>
          <a:xfrm>
            <a:off x="13202323" y="4644978"/>
            <a:ext cx="391577" cy="88408"/>
          </a:xfrm>
          <a:custGeom>
            <a:avLst/>
            <a:gdLst/>
            <a:ahLst/>
            <a:cxnLst/>
            <a:rect l="0" t="0" r="0" b="0"/>
            <a:pathLst>
              <a:path w="391577" h="88408">
                <a:moveTo>
                  <a:pt x="119279" y="16285"/>
                </a:moveTo>
                <a:lnTo>
                  <a:pt x="124096" y="27296"/>
                </a:lnTo>
                <a:lnTo>
                  <a:pt x="196907" y="30382"/>
                </a:lnTo>
                <a:lnTo>
                  <a:pt x="205753" y="17622"/>
                </a:lnTo>
                <a:lnTo>
                  <a:pt x="275832" y="32508"/>
                </a:lnTo>
                <a:lnTo>
                  <a:pt x="288885" y="52573"/>
                </a:lnTo>
                <a:lnTo>
                  <a:pt x="345735" y="58217"/>
                </a:lnTo>
                <a:lnTo>
                  <a:pt x="391577" y="76613"/>
                </a:lnTo>
                <a:lnTo>
                  <a:pt x="347603" y="88408"/>
                </a:lnTo>
                <a:lnTo>
                  <a:pt x="306352" y="75937"/>
                </a:lnTo>
                <a:lnTo>
                  <a:pt x="271878" y="76780"/>
                </a:lnTo>
                <a:lnTo>
                  <a:pt x="232504" y="74487"/>
                </a:lnTo>
                <a:lnTo>
                  <a:pt x="197139" y="68930"/>
                </a:lnTo>
                <a:lnTo>
                  <a:pt x="153557" y="57106"/>
                </a:lnTo>
                <a:lnTo>
                  <a:pt x="125749" y="54040"/>
                </a:lnTo>
                <a:lnTo>
                  <a:pt x="109765" y="57911"/>
                </a:lnTo>
                <a:lnTo>
                  <a:pt x="40865" y="45165"/>
                </a:lnTo>
                <a:lnTo>
                  <a:pt x="34753" y="31853"/>
                </a:lnTo>
                <a:lnTo>
                  <a:pt x="0" y="29579"/>
                </a:lnTo>
                <a:lnTo>
                  <a:pt x="27091" y="0"/>
                </a:lnTo>
                <a:lnTo>
                  <a:pt x="73232" y="1828"/>
                </a:lnTo>
                <a:lnTo>
                  <a:pt x="103569" y="13925"/>
                </a:lnTo>
                <a:lnTo>
                  <a:pt x="119279" y="1628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69" name="Map / Indonesia / 12">
            <a:extLst>
              <a:ext uri="{FF2B5EF4-FFF2-40B4-BE49-F238E27FC236}">
                <a16:creationId xmlns:a16="http://schemas.microsoft.com/office/drawing/2014/main" id="{BAD1BBDE-A762-40C2-A2F3-5561C5E04D06}"/>
              </a:ext>
            </a:extLst>
          </p:cNvPr>
          <p:cNvSpPr>
            <a:spLocks noGrp="1"/>
          </p:cNvSpPr>
          <p:nvPr/>
        </p:nvSpPr>
        <p:spPr>
          <a:xfrm>
            <a:off x="12820132" y="4292828"/>
            <a:ext cx="413480" cy="351450"/>
          </a:xfrm>
          <a:custGeom>
            <a:avLst/>
            <a:gdLst/>
            <a:ahLst/>
            <a:cxnLst/>
            <a:rect l="0" t="0" r="0" b="0"/>
            <a:pathLst>
              <a:path w="413480" h="351450">
                <a:moveTo>
                  <a:pt x="347897" y="203217"/>
                </a:moveTo>
                <a:lnTo>
                  <a:pt x="354197" y="224810"/>
                </a:lnTo>
                <a:lnTo>
                  <a:pt x="367288" y="242085"/>
                </a:lnTo>
                <a:lnTo>
                  <a:pt x="395225" y="244823"/>
                </a:lnTo>
                <a:lnTo>
                  <a:pt x="413480" y="264416"/>
                </a:lnTo>
                <a:lnTo>
                  <a:pt x="403182" y="302918"/>
                </a:lnTo>
                <a:lnTo>
                  <a:pt x="400414" y="350802"/>
                </a:lnTo>
                <a:lnTo>
                  <a:pt x="358236" y="351450"/>
                </a:lnTo>
                <a:lnTo>
                  <a:pt x="326885" y="325571"/>
                </a:lnTo>
                <a:lnTo>
                  <a:pt x="278575" y="300278"/>
                </a:lnTo>
                <a:lnTo>
                  <a:pt x="262637" y="281515"/>
                </a:lnTo>
                <a:lnTo>
                  <a:pt x="234199" y="256305"/>
                </a:lnTo>
                <a:lnTo>
                  <a:pt x="215558" y="233103"/>
                </a:lnTo>
                <a:lnTo>
                  <a:pt x="186870" y="189767"/>
                </a:lnTo>
                <a:lnTo>
                  <a:pt x="153439" y="163965"/>
                </a:lnTo>
                <a:lnTo>
                  <a:pt x="142169" y="137351"/>
                </a:lnTo>
                <a:lnTo>
                  <a:pt x="127957" y="113186"/>
                </a:lnTo>
                <a:lnTo>
                  <a:pt x="93404" y="93693"/>
                </a:lnTo>
                <a:lnTo>
                  <a:pt x="73132" y="67207"/>
                </a:lnTo>
                <a:lnTo>
                  <a:pt x="44159" y="49869"/>
                </a:lnTo>
                <a:lnTo>
                  <a:pt x="3727" y="15758"/>
                </a:lnTo>
                <a:lnTo>
                  <a:pt x="0" y="0"/>
                </a:lnTo>
                <a:lnTo>
                  <a:pt x="24547" y="1248"/>
                </a:lnTo>
                <a:lnTo>
                  <a:pt x="83644" y="7228"/>
                </a:lnTo>
                <a:lnTo>
                  <a:pt x="118007" y="37502"/>
                </a:lnTo>
                <a:lnTo>
                  <a:pt x="147860" y="58491"/>
                </a:lnTo>
                <a:lnTo>
                  <a:pt x="169076" y="71369"/>
                </a:lnTo>
                <a:lnTo>
                  <a:pt x="205597" y="104646"/>
                </a:lnTo>
                <a:lnTo>
                  <a:pt x="244330" y="105131"/>
                </a:lnTo>
                <a:lnTo>
                  <a:pt x="276526" y="126336"/>
                </a:lnTo>
                <a:lnTo>
                  <a:pt x="298696" y="152257"/>
                </a:lnTo>
                <a:lnTo>
                  <a:pt x="327735" y="166398"/>
                </a:lnTo>
                <a:lnTo>
                  <a:pt x="312427" y="191674"/>
                </a:lnTo>
                <a:lnTo>
                  <a:pt x="334216" y="202424"/>
                </a:lnTo>
                <a:lnTo>
                  <a:pt x="347897" y="20321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0" name="Map / Argentina / 0">
            <a:extLst>
              <a:ext uri="{FF2B5EF4-FFF2-40B4-BE49-F238E27FC236}">
                <a16:creationId xmlns:a16="http://schemas.microsoft.com/office/drawing/2014/main" id="{6DE33493-FF8E-4A3A-9D62-54286868A9DB}"/>
              </a:ext>
            </a:extLst>
          </p:cNvPr>
          <p:cNvSpPr>
            <a:spLocks noGrp="1"/>
          </p:cNvSpPr>
          <p:nvPr/>
        </p:nvSpPr>
        <p:spPr>
          <a:xfrm>
            <a:off x="6710311" y="6091887"/>
            <a:ext cx="138920" cy="80908"/>
          </a:xfrm>
          <a:custGeom>
            <a:avLst/>
            <a:gdLst/>
            <a:ahLst/>
            <a:cxnLst/>
            <a:rect l="0" t="0" r="0" b="0"/>
            <a:pathLst>
              <a:path w="138920" h="80908">
                <a:moveTo>
                  <a:pt x="0" y="0"/>
                </a:moveTo>
                <a:lnTo>
                  <a:pt x="16064" y="14352"/>
                </a:lnTo>
                <a:lnTo>
                  <a:pt x="37654" y="37569"/>
                </a:lnTo>
                <a:lnTo>
                  <a:pt x="87337" y="56143"/>
                </a:lnTo>
                <a:lnTo>
                  <a:pt x="138920" y="63882"/>
                </a:lnTo>
                <a:lnTo>
                  <a:pt x="125034" y="79360"/>
                </a:lnTo>
                <a:lnTo>
                  <a:pt x="91095" y="80908"/>
                </a:lnTo>
                <a:lnTo>
                  <a:pt x="71076" y="69975"/>
                </a:lnTo>
                <a:lnTo>
                  <a:pt x="49261" y="69145"/>
                </a:lnTo>
                <a:lnTo>
                  <a:pt x="10708" y="69129"/>
                </a:lnTo>
                <a:lnTo>
                  <a:pt x="0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1" name="Map / Argentina / 1">
            <a:extLst>
              <a:ext uri="{FF2B5EF4-FFF2-40B4-BE49-F238E27FC236}">
                <a16:creationId xmlns:a16="http://schemas.microsoft.com/office/drawing/2014/main" id="{E3012851-F357-43EA-9165-C02ACFE1B9C0}"/>
              </a:ext>
            </a:extLst>
          </p:cNvPr>
          <p:cNvSpPr>
            <a:spLocks noGrp="1"/>
          </p:cNvSpPr>
          <p:nvPr/>
        </p:nvSpPr>
        <p:spPr>
          <a:xfrm>
            <a:off x="6521092" y="5138309"/>
            <a:ext cx="655317" cy="944713"/>
          </a:xfrm>
          <a:custGeom>
            <a:avLst/>
            <a:gdLst/>
            <a:ahLst/>
            <a:cxnLst/>
            <a:rect l="0" t="0" r="0" b="0"/>
            <a:pathLst>
              <a:path w="655317" h="944713">
                <a:moveTo>
                  <a:pt x="513795" y="259537"/>
                </a:moveTo>
                <a:lnTo>
                  <a:pt x="506484" y="284310"/>
                </a:lnTo>
                <a:lnTo>
                  <a:pt x="499184" y="316131"/>
                </a:lnTo>
                <a:lnTo>
                  <a:pt x="502242" y="346966"/>
                </a:lnTo>
                <a:lnTo>
                  <a:pt x="494764" y="353857"/>
                </a:lnTo>
                <a:lnTo>
                  <a:pt x="493681" y="373863"/>
                </a:lnTo>
                <a:lnTo>
                  <a:pt x="492616" y="390023"/>
                </a:lnTo>
                <a:lnTo>
                  <a:pt x="542309" y="416539"/>
                </a:lnTo>
                <a:lnTo>
                  <a:pt x="539223" y="437879"/>
                </a:lnTo>
                <a:lnTo>
                  <a:pt x="563702" y="451367"/>
                </a:lnTo>
                <a:lnTo>
                  <a:pt x="563247" y="466488"/>
                </a:lnTo>
                <a:lnTo>
                  <a:pt x="531492" y="506183"/>
                </a:lnTo>
                <a:lnTo>
                  <a:pt x="478280" y="522786"/>
                </a:lnTo>
                <a:lnTo>
                  <a:pt x="404742" y="529232"/>
                </a:lnTo>
                <a:lnTo>
                  <a:pt x="363756" y="526114"/>
                </a:lnTo>
                <a:lnTo>
                  <a:pt x="373556" y="544576"/>
                </a:lnTo>
                <a:lnTo>
                  <a:pt x="368566" y="567746"/>
                </a:lnTo>
                <a:lnTo>
                  <a:pt x="377138" y="583358"/>
                </a:lnTo>
                <a:lnTo>
                  <a:pt x="356252" y="594250"/>
                </a:lnTo>
                <a:lnTo>
                  <a:pt x="318958" y="598523"/>
                </a:lnTo>
                <a:lnTo>
                  <a:pt x="282162" y="587251"/>
                </a:lnTo>
                <a:lnTo>
                  <a:pt x="268887" y="595351"/>
                </a:lnTo>
                <a:lnTo>
                  <a:pt x="277734" y="626112"/>
                </a:lnTo>
                <a:lnTo>
                  <a:pt x="303720" y="635430"/>
                </a:lnTo>
                <a:lnTo>
                  <a:pt x="322703" y="625668"/>
                </a:lnTo>
                <a:lnTo>
                  <a:pt x="335591" y="641749"/>
                </a:lnTo>
                <a:lnTo>
                  <a:pt x="302884" y="651358"/>
                </a:lnTo>
                <a:lnTo>
                  <a:pt x="275750" y="670607"/>
                </a:lnTo>
                <a:lnTo>
                  <a:pt x="274295" y="701749"/>
                </a:lnTo>
                <a:lnTo>
                  <a:pt x="267759" y="718324"/>
                </a:lnTo>
                <a:lnTo>
                  <a:pt x="233151" y="718412"/>
                </a:lnTo>
                <a:lnTo>
                  <a:pt x="206544" y="734269"/>
                </a:lnTo>
                <a:lnTo>
                  <a:pt x="199192" y="757483"/>
                </a:lnTo>
                <a:lnTo>
                  <a:pt x="238222" y="780147"/>
                </a:lnTo>
                <a:lnTo>
                  <a:pt x="273981" y="786407"/>
                </a:lnTo>
                <a:lnTo>
                  <a:pt x="265203" y="814180"/>
                </a:lnTo>
                <a:lnTo>
                  <a:pt x="224599" y="831640"/>
                </a:lnTo>
                <a:lnTo>
                  <a:pt x="206141" y="867931"/>
                </a:lnTo>
                <a:lnTo>
                  <a:pt x="174773" y="880145"/>
                </a:lnTo>
                <a:lnTo>
                  <a:pt x="162051" y="894642"/>
                </a:lnTo>
                <a:lnTo>
                  <a:pt x="178588" y="926793"/>
                </a:lnTo>
                <a:lnTo>
                  <a:pt x="205379" y="944713"/>
                </a:lnTo>
                <a:lnTo>
                  <a:pt x="189894" y="943148"/>
                </a:lnTo>
                <a:lnTo>
                  <a:pt x="155621" y="938298"/>
                </a:lnTo>
                <a:lnTo>
                  <a:pt x="67522" y="934158"/>
                </a:lnTo>
                <a:lnTo>
                  <a:pt x="49654" y="916108"/>
                </a:lnTo>
                <a:lnTo>
                  <a:pt x="46717" y="892924"/>
                </a:lnTo>
                <a:lnTo>
                  <a:pt x="22874" y="894919"/>
                </a:lnTo>
                <a:lnTo>
                  <a:pt x="8316" y="883692"/>
                </a:lnTo>
                <a:lnTo>
                  <a:pt x="0" y="850867"/>
                </a:lnTo>
                <a:lnTo>
                  <a:pt x="25819" y="837252"/>
                </a:lnTo>
                <a:lnTo>
                  <a:pt x="34389" y="817614"/>
                </a:lnTo>
                <a:lnTo>
                  <a:pt x="27801" y="801960"/>
                </a:lnTo>
                <a:lnTo>
                  <a:pt x="43237" y="775532"/>
                </a:lnTo>
                <a:lnTo>
                  <a:pt x="50667" y="734543"/>
                </a:lnTo>
                <a:lnTo>
                  <a:pt x="44154" y="716370"/>
                </a:lnTo>
                <a:lnTo>
                  <a:pt x="59331" y="710506"/>
                </a:lnTo>
                <a:lnTo>
                  <a:pt x="53776" y="698844"/>
                </a:lnTo>
                <a:lnTo>
                  <a:pt x="35892" y="692642"/>
                </a:lnTo>
                <a:lnTo>
                  <a:pt x="46186" y="679654"/>
                </a:lnTo>
                <a:lnTo>
                  <a:pt x="27985" y="667920"/>
                </a:lnTo>
                <a:lnTo>
                  <a:pt x="14515" y="632206"/>
                </a:lnTo>
                <a:lnTo>
                  <a:pt x="28470" y="625907"/>
                </a:lnTo>
                <a:lnTo>
                  <a:pt x="17233" y="588170"/>
                </a:lnTo>
                <a:lnTo>
                  <a:pt x="21796" y="556465"/>
                </a:lnTo>
                <a:lnTo>
                  <a:pt x="28178" y="528848"/>
                </a:lnTo>
                <a:lnTo>
                  <a:pt x="48946" y="517610"/>
                </a:lnTo>
                <a:lnTo>
                  <a:pt x="33993" y="487391"/>
                </a:lnTo>
                <a:lnTo>
                  <a:pt x="30463" y="458952"/>
                </a:lnTo>
                <a:lnTo>
                  <a:pt x="56214" y="438736"/>
                </a:lnTo>
                <a:lnTo>
                  <a:pt x="52391" y="412875"/>
                </a:lnTo>
                <a:lnTo>
                  <a:pt x="70268" y="382658"/>
                </a:lnTo>
                <a:lnTo>
                  <a:pt x="67280" y="354188"/>
                </a:lnTo>
                <a:lnTo>
                  <a:pt x="56994" y="348533"/>
                </a:lnTo>
                <a:lnTo>
                  <a:pt x="34199" y="295097"/>
                </a:lnTo>
                <a:lnTo>
                  <a:pt x="54037" y="263253"/>
                </a:lnTo>
                <a:lnTo>
                  <a:pt x="47582" y="233274"/>
                </a:lnTo>
                <a:lnTo>
                  <a:pt x="58326" y="205142"/>
                </a:lnTo>
                <a:lnTo>
                  <a:pt x="80260" y="176107"/>
                </a:lnTo>
                <a:lnTo>
                  <a:pt x="105073" y="156856"/>
                </a:lnTo>
                <a:lnTo>
                  <a:pt x="92786" y="144708"/>
                </a:lnTo>
                <a:lnTo>
                  <a:pt x="99788" y="134743"/>
                </a:lnTo>
                <a:lnTo>
                  <a:pt x="94378" y="83156"/>
                </a:lnTo>
                <a:lnTo>
                  <a:pt x="134210" y="67887"/>
                </a:lnTo>
                <a:lnTo>
                  <a:pt x="144740" y="35725"/>
                </a:lnTo>
                <a:lnTo>
                  <a:pt x="139596" y="27973"/>
                </a:lnTo>
                <a:lnTo>
                  <a:pt x="169062" y="0"/>
                </a:lnTo>
                <a:lnTo>
                  <a:pt x="218961" y="7539"/>
                </a:lnTo>
                <a:lnTo>
                  <a:pt x="242679" y="29897"/>
                </a:lnTo>
                <a:lnTo>
                  <a:pt x="255699" y="4994"/>
                </a:lnTo>
                <a:lnTo>
                  <a:pt x="298820" y="6274"/>
                </a:lnTo>
                <a:lnTo>
                  <a:pt x="305349" y="12900"/>
                </a:lnTo>
                <a:lnTo>
                  <a:pt x="378079" y="63411"/>
                </a:lnTo>
                <a:lnTo>
                  <a:pt x="409204" y="68119"/>
                </a:lnTo>
                <a:lnTo>
                  <a:pt x="456783" y="90985"/>
                </a:lnTo>
                <a:lnTo>
                  <a:pt x="496377" y="103085"/>
                </a:lnTo>
                <a:lnTo>
                  <a:pt x="502721" y="116747"/>
                </a:lnTo>
                <a:lnTo>
                  <a:pt x="469111" y="163802"/>
                </a:lnTo>
                <a:lnTo>
                  <a:pt x="507603" y="172228"/>
                </a:lnTo>
                <a:lnTo>
                  <a:pt x="550111" y="176952"/>
                </a:lnTo>
                <a:lnTo>
                  <a:pt x="579442" y="171978"/>
                </a:lnTo>
                <a:lnTo>
                  <a:pt x="611849" y="148264"/>
                </a:lnTo>
                <a:lnTo>
                  <a:pt x="616154" y="120944"/>
                </a:lnTo>
                <a:lnTo>
                  <a:pt x="634392" y="115013"/>
                </a:lnTo>
                <a:lnTo>
                  <a:pt x="654430" y="132881"/>
                </a:lnTo>
                <a:lnTo>
                  <a:pt x="655317" y="157603"/>
                </a:lnTo>
                <a:lnTo>
                  <a:pt x="624877" y="174669"/>
                </a:lnTo>
                <a:lnTo>
                  <a:pt x="600567" y="187273"/>
                </a:lnTo>
                <a:lnTo>
                  <a:pt x="560460" y="217327"/>
                </a:lnTo>
                <a:lnTo>
                  <a:pt x="513795" y="25953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2" name="Map / Chile / 0">
            <a:extLst>
              <a:ext uri="{FF2B5EF4-FFF2-40B4-BE49-F238E27FC236}">
                <a16:creationId xmlns:a16="http://schemas.microsoft.com/office/drawing/2014/main" id="{B4AE0237-BAD2-4D46-8B3B-0653D980DE27}"/>
              </a:ext>
            </a:extLst>
          </p:cNvPr>
          <p:cNvSpPr>
            <a:spLocks noGrp="1"/>
          </p:cNvSpPr>
          <p:nvPr/>
        </p:nvSpPr>
        <p:spPr>
          <a:xfrm>
            <a:off x="6493396" y="6088232"/>
            <a:ext cx="287991" cy="95764"/>
          </a:xfrm>
          <a:custGeom>
            <a:avLst/>
            <a:gdLst/>
            <a:ahLst/>
            <a:cxnLst/>
            <a:rect l="0" t="0" r="0" b="0"/>
            <a:pathLst>
              <a:path w="287991" h="95764">
                <a:moveTo>
                  <a:pt x="216915" y="3655"/>
                </a:moveTo>
                <a:lnTo>
                  <a:pt x="227623" y="72784"/>
                </a:lnTo>
                <a:lnTo>
                  <a:pt x="266176" y="72800"/>
                </a:lnTo>
                <a:lnTo>
                  <a:pt x="287991" y="73630"/>
                </a:lnTo>
                <a:lnTo>
                  <a:pt x="278003" y="86149"/>
                </a:lnTo>
                <a:lnTo>
                  <a:pt x="248665" y="95764"/>
                </a:lnTo>
                <a:lnTo>
                  <a:pt x="230847" y="94779"/>
                </a:lnTo>
                <a:lnTo>
                  <a:pt x="209163" y="92273"/>
                </a:lnTo>
                <a:lnTo>
                  <a:pt x="181567" y="82967"/>
                </a:lnTo>
                <a:lnTo>
                  <a:pt x="143153" y="78491"/>
                </a:lnTo>
                <a:lnTo>
                  <a:pt x="95026" y="61196"/>
                </a:lnTo>
                <a:lnTo>
                  <a:pt x="55472" y="44553"/>
                </a:lnTo>
                <a:lnTo>
                  <a:pt x="0" y="9881"/>
                </a:lnTo>
                <a:lnTo>
                  <a:pt x="30863" y="16380"/>
                </a:lnTo>
                <a:lnTo>
                  <a:pt x="84936" y="37058"/>
                </a:lnTo>
                <a:lnTo>
                  <a:pt x="134575" y="48169"/>
                </a:lnTo>
                <a:lnTo>
                  <a:pt x="150917" y="33975"/>
                </a:lnTo>
                <a:lnTo>
                  <a:pt x="159287" y="12783"/>
                </a:lnTo>
                <a:lnTo>
                  <a:pt x="190625" y="0"/>
                </a:lnTo>
                <a:lnTo>
                  <a:pt x="216915" y="365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3" name="Map / Chile / 1">
            <a:extLst>
              <a:ext uri="{FF2B5EF4-FFF2-40B4-BE49-F238E27FC236}">
                <a16:creationId xmlns:a16="http://schemas.microsoft.com/office/drawing/2014/main" id="{67C6FABB-1707-4AFF-BF43-A56BB2E4A5A7}"/>
              </a:ext>
            </a:extLst>
          </p:cNvPr>
          <p:cNvSpPr>
            <a:spLocks noGrp="1"/>
          </p:cNvSpPr>
          <p:nvPr/>
        </p:nvSpPr>
        <p:spPr>
          <a:xfrm>
            <a:off x="6427038" y="5006674"/>
            <a:ext cx="283948" cy="1122983"/>
          </a:xfrm>
          <a:custGeom>
            <a:avLst/>
            <a:gdLst/>
            <a:ahLst/>
            <a:cxnLst/>
            <a:rect l="0" t="0" r="0" b="0"/>
            <a:pathLst>
              <a:path w="283948" h="1122983">
                <a:moveTo>
                  <a:pt x="129290" y="0"/>
                </a:moveTo>
                <a:lnTo>
                  <a:pt x="149102" y="21054"/>
                </a:lnTo>
                <a:lnTo>
                  <a:pt x="155526" y="43390"/>
                </a:lnTo>
                <a:lnTo>
                  <a:pt x="176195" y="56497"/>
                </a:lnTo>
                <a:lnTo>
                  <a:pt x="166241" y="86450"/>
                </a:lnTo>
                <a:lnTo>
                  <a:pt x="188908" y="121173"/>
                </a:lnTo>
                <a:lnTo>
                  <a:pt x="206750" y="163849"/>
                </a:lnTo>
                <a:lnTo>
                  <a:pt x="233650" y="159608"/>
                </a:lnTo>
                <a:lnTo>
                  <a:pt x="238794" y="167360"/>
                </a:lnTo>
                <a:lnTo>
                  <a:pt x="228264" y="199522"/>
                </a:lnTo>
                <a:lnTo>
                  <a:pt x="188432" y="214791"/>
                </a:lnTo>
                <a:lnTo>
                  <a:pt x="193842" y="266379"/>
                </a:lnTo>
                <a:lnTo>
                  <a:pt x="186840" y="276343"/>
                </a:lnTo>
                <a:lnTo>
                  <a:pt x="199127" y="288491"/>
                </a:lnTo>
                <a:lnTo>
                  <a:pt x="174314" y="307742"/>
                </a:lnTo>
                <a:lnTo>
                  <a:pt x="152380" y="336777"/>
                </a:lnTo>
                <a:lnTo>
                  <a:pt x="141636" y="364910"/>
                </a:lnTo>
                <a:lnTo>
                  <a:pt x="148091" y="394888"/>
                </a:lnTo>
                <a:lnTo>
                  <a:pt x="128253" y="426732"/>
                </a:lnTo>
                <a:lnTo>
                  <a:pt x="151048" y="480169"/>
                </a:lnTo>
                <a:lnTo>
                  <a:pt x="161334" y="485823"/>
                </a:lnTo>
                <a:lnTo>
                  <a:pt x="164322" y="514293"/>
                </a:lnTo>
                <a:lnTo>
                  <a:pt x="146445" y="544510"/>
                </a:lnTo>
                <a:lnTo>
                  <a:pt x="150268" y="570371"/>
                </a:lnTo>
                <a:lnTo>
                  <a:pt x="124517" y="590587"/>
                </a:lnTo>
                <a:lnTo>
                  <a:pt x="128047" y="619026"/>
                </a:lnTo>
                <a:lnTo>
                  <a:pt x="143000" y="649245"/>
                </a:lnTo>
                <a:lnTo>
                  <a:pt x="122232" y="660483"/>
                </a:lnTo>
                <a:lnTo>
                  <a:pt x="115850" y="688100"/>
                </a:lnTo>
                <a:lnTo>
                  <a:pt x="111287" y="719805"/>
                </a:lnTo>
                <a:lnTo>
                  <a:pt x="122524" y="757542"/>
                </a:lnTo>
                <a:lnTo>
                  <a:pt x="108569" y="763842"/>
                </a:lnTo>
                <a:lnTo>
                  <a:pt x="122039" y="799555"/>
                </a:lnTo>
                <a:lnTo>
                  <a:pt x="140240" y="811289"/>
                </a:lnTo>
                <a:lnTo>
                  <a:pt x="129946" y="824277"/>
                </a:lnTo>
                <a:lnTo>
                  <a:pt x="147830" y="830479"/>
                </a:lnTo>
                <a:lnTo>
                  <a:pt x="153385" y="842141"/>
                </a:lnTo>
                <a:lnTo>
                  <a:pt x="138208" y="848006"/>
                </a:lnTo>
                <a:lnTo>
                  <a:pt x="144721" y="866178"/>
                </a:lnTo>
                <a:lnTo>
                  <a:pt x="137291" y="907168"/>
                </a:lnTo>
                <a:lnTo>
                  <a:pt x="121855" y="933595"/>
                </a:lnTo>
                <a:lnTo>
                  <a:pt x="128443" y="949249"/>
                </a:lnTo>
                <a:lnTo>
                  <a:pt x="119873" y="968887"/>
                </a:lnTo>
                <a:lnTo>
                  <a:pt x="94054" y="982503"/>
                </a:lnTo>
                <a:lnTo>
                  <a:pt x="102370" y="1015327"/>
                </a:lnTo>
                <a:lnTo>
                  <a:pt x="116928" y="1026554"/>
                </a:lnTo>
                <a:lnTo>
                  <a:pt x="140771" y="1024559"/>
                </a:lnTo>
                <a:lnTo>
                  <a:pt x="143708" y="1047744"/>
                </a:lnTo>
                <a:lnTo>
                  <a:pt x="161576" y="1065793"/>
                </a:lnTo>
                <a:lnTo>
                  <a:pt x="249675" y="1069933"/>
                </a:lnTo>
                <a:lnTo>
                  <a:pt x="283948" y="1074783"/>
                </a:lnTo>
                <a:lnTo>
                  <a:pt x="251725" y="1074551"/>
                </a:lnTo>
                <a:lnTo>
                  <a:pt x="235485" y="1082166"/>
                </a:lnTo>
                <a:lnTo>
                  <a:pt x="204617" y="1093350"/>
                </a:lnTo>
                <a:lnTo>
                  <a:pt x="203392" y="1122264"/>
                </a:lnTo>
                <a:lnTo>
                  <a:pt x="188234" y="1122983"/>
                </a:lnTo>
                <a:lnTo>
                  <a:pt x="145900" y="1112920"/>
                </a:lnTo>
                <a:lnTo>
                  <a:pt x="101031" y="1091364"/>
                </a:lnTo>
                <a:lnTo>
                  <a:pt x="101031" y="1091364"/>
                </a:lnTo>
                <a:lnTo>
                  <a:pt x="53130" y="1073648"/>
                </a:lnTo>
                <a:lnTo>
                  <a:pt x="38552" y="1054040"/>
                </a:lnTo>
                <a:lnTo>
                  <a:pt x="45851" y="1035901"/>
                </a:lnTo>
                <a:lnTo>
                  <a:pt x="24249" y="1015314"/>
                </a:lnTo>
                <a:lnTo>
                  <a:pt x="11118" y="962546"/>
                </a:lnTo>
                <a:lnTo>
                  <a:pt x="21945" y="932771"/>
                </a:lnTo>
                <a:lnTo>
                  <a:pt x="56834" y="908852"/>
                </a:lnTo>
                <a:lnTo>
                  <a:pt x="0" y="899825"/>
                </a:lnTo>
                <a:lnTo>
                  <a:pt x="30683" y="872470"/>
                </a:lnTo>
                <a:lnTo>
                  <a:pt x="35605" y="821054"/>
                </a:lnTo>
                <a:lnTo>
                  <a:pt x="77951" y="831948"/>
                </a:lnTo>
                <a:lnTo>
                  <a:pt x="88169" y="767819"/>
                </a:lnTo>
                <a:lnTo>
                  <a:pt x="62335" y="759590"/>
                </a:lnTo>
                <a:lnTo>
                  <a:pt x="56228" y="798231"/>
                </a:lnTo>
                <a:lnTo>
                  <a:pt x="32434" y="793871"/>
                </a:lnTo>
                <a:lnTo>
                  <a:pt x="37792" y="749599"/>
                </a:lnTo>
                <a:lnTo>
                  <a:pt x="42629" y="692250"/>
                </a:lnTo>
                <a:lnTo>
                  <a:pt x="56847" y="671091"/>
                </a:lnTo>
                <a:lnTo>
                  <a:pt x="42315" y="640883"/>
                </a:lnTo>
                <a:lnTo>
                  <a:pt x="34875" y="606008"/>
                </a:lnTo>
                <a:lnTo>
                  <a:pt x="50380" y="605002"/>
                </a:lnTo>
                <a:lnTo>
                  <a:pt x="67143" y="555009"/>
                </a:lnTo>
                <a:lnTo>
                  <a:pt x="87191" y="505487"/>
                </a:lnTo>
                <a:lnTo>
                  <a:pt x="97927" y="459356"/>
                </a:lnTo>
                <a:lnTo>
                  <a:pt x="84458" y="412976"/>
                </a:lnTo>
                <a:lnTo>
                  <a:pt x="93042" y="387438"/>
                </a:lnTo>
                <a:lnTo>
                  <a:pt x="84804" y="349231"/>
                </a:lnTo>
                <a:lnTo>
                  <a:pt x="103181" y="311431"/>
                </a:lnTo>
                <a:lnTo>
                  <a:pt x="104635" y="251548"/>
                </a:lnTo>
                <a:lnTo>
                  <a:pt x="111432" y="187254"/>
                </a:lnTo>
                <a:lnTo>
                  <a:pt x="118031" y="118046"/>
                </a:lnTo>
                <a:lnTo>
                  <a:pt x="111779" y="67375"/>
                </a:lnTo>
                <a:lnTo>
                  <a:pt x="101112" y="23773"/>
                </a:lnTo>
                <a:lnTo>
                  <a:pt x="120089" y="15871"/>
                </a:lnTo>
                <a:lnTo>
                  <a:pt x="129290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4" name="Map / Democratic Republic of the Congo / 0">
            <a:extLst>
              <a:ext uri="{FF2B5EF4-FFF2-40B4-BE49-F238E27FC236}">
                <a16:creationId xmlns:a16="http://schemas.microsoft.com/office/drawing/2014/main" id="{A4C6B622-CBA8-4A00-9D78-9472BD32FA73}"/>
              </a:ext>
            </a:extLst>
          </p:cNvPr>
          <p:cNvSpPr>
            <a:spLocks noGrp="1"/>
          </p:cNvSpPr>
          <p:nvPr/>
        </p:nvSpPr>
        <p:spPr>
          <a:xfrm>
            <a:off x="9655464" y="4299754"/>
            <a:ext cx="723782" cy="573103"/>
          </a:xfrm>
          <a:custGeom>
            <a:avLst/>
            <a:gdLst/>
            <a:ahLst/>
            <a:cxnLst/>
            <a:rect l="0" t="0" r="0" b="0"/>
            <a:pathLst>
              <a:path w="723782" h="573103">
                <a:moveTo>
                  <a:pt x="653567" y="302011"/>
                </a:moveTo>
                <a:lnTo>
                  <a:pt x="660219" y="330491"/>
                </a:lnTo>
                <a:lnTo>
                  <a:pt x="656280" y="346589"/>
                </a:lnTo>
                <a:lnTo>
                  <a:pt x="663735" y="364544"/>
                </a:lnTo>
                <a:lnTo>
                  <a:pt x="685640" y="381878"/>
                </a:lnTo>
                <a:lnTo>
                  <a:pt x="705745" y="420884"/>
                </a:lnTo>
                <a:lnTo>
                  <a:pt x="705745" y="420884"/>
                </a:lnTo>
                <a:lnTo>
                  <a:pt x="690796" y="417734"/>
                </a:lnTo>
                <a:lnTo>
                  <a:pt x="639628" y="422959"/>
                </a:lnTo>
                <a:lnTo>
                  <a:pt x="629386" y="426659"/>
                </a:lnTo>
                <a:lnTo>
                  <a:pt x="618302" y="446420"/>
                </a:lnTo>
                <a:lnTo>
                  <a:pt x="626637" y="460072"/>
                </a:lnTo>
                <a:lnTo>
                  <a:pt x="619366" y="496723"/>
                </a:lnTo>
                <a:lnTo>
                  <a:pt x="614177" y="527796"/>
                </a:lnTo>
                <a:lnTo>
                  <a:pt x="624351" y="533304"/>
                </a:lnTo>
                <a:lnTo>
                  <a:pt x="650705" y="545351"/>
                </a:lnTo>
                <a:lnTo>
                  <a:pt x="661229" y="539722"/>
                </a:lnTo>
                <a:lnTo>
                  <a:pt x="663796" y="573103"/>
                </a:lnTo>
                <a:lnTo>
                  <a:pt x="634743" y="572847"/>
                </a:lnTo>
                <a:lnTo>
                  <a:pt x="619453" y="555810"/>
                </a:lnTo>
                <a:lnTo>
                  <a:pt x="605684" y="542619"/>
                </a:lnTo>
                <a:lnTo>
                  <a:pt x="576644" y="538293"/>
                </a:lnTo>
                <a:lnTo>
                  <a:pt x="568373" y="522072"/>
                </a:lnTo>
                <a:lnTo>
                  <a:pt x="544995" y="531845"/>
                </a:lnTo>
                <a:lnTo>
                  <a:pt x="514635" y="527527"/>
                </a:lnTo>
                <a:lnTo>
                  <a:pt x="502137" y="513472"/>
                </a:lnTo>
                <a:lnTo>
                  <a:pt x="478046" y="510617"/>
                </a:lnTo>
                <a:lnTo>
                  <a:pt x="460225" y="511364"/>
                </a:lnTo>
                <a:lnTo>
                  <a:pt x="458170" y="501741"/>
                </a:lnTo>
                <a:lnTo>
                  <a:pt x="445069" y="500962"/>
                </a:lnTo>
                <a:lnTo>
                  <a:pt x="427781" y="499137"/>
                </a:lnTo>
                <a:lnTo>
                  <a:pt x="404179" y="503773"/>
                </a:lnTo>
                <a:lnTo>
                  <a:pt x="387671" y="503013"/>
                </a:lnTo>
                <a:lnTo>
                  <a:pt x="378229" y="505853"/>
                </a:lnTo>
                <a:lnTo>
                  <a:pt x="380678" y="469015"/>
                </a:lnTo>
                <a:lnTo>
                  <a:pt x="368112" y="457527"/>
                </a:lnTo>
                <a:lnTo>
                  <a:pt x="365507" y="438489"/>
                </a:lnTo>
                <a:lnTo>
                  <a:pt x="371282" y="419828"/>
                </a:lnTo>
                <a:lnTo>
                  <a:pt x="363673" y="407885"/>
                </a:lnTo>
                <a:lnTo>
                  <a:pt x="363132" y="388407"/>
                </a:lnTo>
                <a:lnTo>
                  <a:pt x="316949" y="388677"/>
                </a:lnTo>
                <a:lnTo>
                  <a:pt x="320343" y="377524"/>
                </a:lnTo>
                <a:lnTo>
                  <a:pt x="300922" y="377641"/>
                </a:lnTo>
                <a:lnTo>
                  <a:pt x="298833" y="383005"/>
                </a:lnTo>
                <a:lnTo>
                  <a:pt x="275219" y="384214"/>
                </a:lnTo>
                <a:lnTo>
                  <a:pt x="265544" y="402254"/>
                </a:lnTo>
                <a:lnTo>
                  <a:pt x="259785" y="409995"/>
                </a:lnTo>
                <a:lnTo>
                  <a:pt x="238790" y="405623"/>
                </a:lnTo>
                <a:lnTo>
                  <a:pt x="226203" y="409977"/>
                </a:lnTo>
                <a:lnTo>
                  <a:pt x="201024" y="412481"/>
                </a:lnTo>
                <a:lnTo>
                  <a:pt x="186557" y="396295"/>
                </a:lnTo>
                <a:lnTo>
                  <a:pt x="177871" y="386284"/>
                </a:lnTo>
                <a:lnTo>
                  <a:pt x="167051" y="367721"/>
                </a:lnTo>
                <a:lnTo>
                  <a:pt x="157776" y="344653"/>
                </a:lnTo>
                <a:lnTo>
                  <a:pt x="45424" y="344244"/>
                </a:lnTo>
                <a:lnTo>
                  <a:pt x="32057" y="347963"/>
                </a:lnTo>
                <a:lnTo>
                  <a:pt x="21029" y="347384"/>
                </a:lnTo>
                <a:lnTo>
                  <a:pt x="5300" y="351545"/>
                </a:lnTo>
                <a:lnTo>
                  <a:pt x="0" y="341943"/>
                </a:lnTo>
                <a:lnTo>
                  <a:pt x="9696" y="338674"/>
                </a:lnTo>
                <a:lnTo>
                  <a:pt x="10933" y="325178"/>
                </a:lnTo>
                <a:lnTo>
                  <a:pt x="17188" y="317220"/>
                </a:lnTo>
                <a:lnTo>
                  <a:pt x="31066" y="310714"/>
                </a:lnTo>
                <a:lnTo>
                  <a:pt x="41061" y="313867"/>
                </a:lnTo>
                <a:lnTo>
                  <a:pt x="54122" y="302016"/>
                </a:lnTo>
                <a:lnTo>
                  <a:pt x="74867" y="302322"/>
                </a:lnTo>
                <a:lnTo>
                  <a:pt x="77279" y="311085"/>
                </a:lnTo>
                <a:lnTo>
                  <a:pt x="91486" y="316569"/>
                </a:lnTo>
                <a:lnTo>
                  <a:pt x="113960" y="297167"/>
                </a:lnTo>
                <a:lnTo>
                  <a:pt x="136194" y="282050"/>
                </a:lnTo>
                <a:lnTo>
                  <a:pt x="145850" y="272143"/>
                </a:lnTo>
                <a:lnTo>
                  <a:pt x="144636" y="246674"/>
                </a:lnTo>
                <a:lnTo>
                  <a:pt x="161233" y="216601"/>
                </a:lnTo>
                <a:lnTo>
                  <a:pt x="178710" y="200655"/>
                </a:lnTo>
                <a:lnTo>
                  <a:pt x="203807" y="185735"/>
                </a:lnTo>
                <a:lnTo>
                  <a:pt x="208191" y="175860"/>
                </a:lnTo>
                <a:lnTo>
                  <a:pt x="209142" y="164507"/>
                </a:lnTo>
                <a:lnTo>
                  <a:pt x="215351" y="153765"/>
                </a:lnTo>
                <a:lnTo>
                  <a:pt x="213348" y="136221"/>
                </a:lnTo>
                <a:lnTo>
                  <a:pt x="218065" y="108788"/>
                </a:lnTo>
                <a:lnTo>
                  <a:pt x="225476" y="89475"/>
                </a:lnTo>
                <a:lnTo>
                  <a:pt x="236848" y="72922"/>
                </a:lnTo>
                <a:lnTo>
                  <a:pt x="239052" y="54226"/>
                </a:lnTo>
                <a:lnTo>
                  <a:pt x="242402" y="32637"/>
                </a:lnTo>
                <a:lnTo>
                  <a:pt x="257165" y="16920"/>
                </a:lnTo>
                <a:lnTo>
                  <a:pt x="277512" y="6952"/>
                </a:lnTo>
                <a:lnTo>
                  <a:pt x="308899" y="17472"/>
                </a:lnTo>
                <a:lnTo>
                  <a:pt x="333207" y="28892"/>
                </a:lnTo>
                <a:lnTo>
                  <a:pt x="361082" y="31939"/>
                </a:lnTo>
                <a:lnTo>
                  <a:pt x="389522" y="37981"/>
                </a:lnTo>
                <a:lnTo>
                  <a:pt x="400820" y="19287"/>
                </a:lnTo>
                <a:lnTo>
                  <a:pt x="406039" y="16901"/>
                </a:lnTo>
                <a:lnTo>
                  <a:pt x="423411" y="20010"/>
                </a:lnTo>
                <a:lnTo>
                  <a:pt x="465722" y="4560"/>
                </a:lnTo>
                <a:lnTo>
                  <a:pt x="480784" y="11108"/>
                </a:lnTo>
                <a:lnTo>
                  <a:pt x="493109" y="10180"/>
                </a:lnTo>
                <a:lnTo>
                  <a:pt x="498774" y="2652"/>
                </a:lnTo>
                <a:lnTo>
                  <a:pt x="512909" y="0"/>
                </a:lnTo>
                <a:lnTo>
                  <a:pt x="541578" y="3257"/>
                </a:lnTo>
                <a:lnTo>
                  <a:pt x="566004" y="3970"/>
                </a:lnTo>
                <a:lnTo>
                  <a:pt x="578553" y="685"/>
                </a:lnTo>
                <a:lnTo>
                  <a:pt x="601788" y="26241"/>
                </a:lnTo>
                <a:lnTo>
                  <a:pt x="618911" y="29995"/>
                </a:lnTo>
                <a:lnTo>
                  <a:pt x="629075" y="24796"/>
                </a:lnTo>
                <a:lnTo>
                  <a:pt x="646698" y="26834"/>
                </a:lnTo>
                <a:lnTo>
                  <a:pt x="667866" y="20285"/>
                </a:lnTo>
                <a:lnTo>
                  <a:pt x="676996" y="33507"/>
                </a:lnTo>
                <a:lnTo>
                  <a:pt x="710644" y="54078"/>
                </a:lnTo>
                <a:lnTo>
                  <a:pt x="710645" y="54078"/>
                </a:lnTo>
                <a:lnTo>
                  <a:pt x="708498" y="90275"/>
                </a:lnTo>
                <a:lnTo>
                  <a:pt x="723782" y="94467"/>
                </a:lnTo>
                <a:lnTo>
                  <a:pt x="711568" y="105458"/>
                </a:lnTo>
                <a:lnTo>
                  <a:pt x="696953" y="113680"/>
                </a:lnTo>
                <a:lnTo>
                  <a:pt x="682418" y="129824"/>
                </a:lnTo>
                <a:lnTo>
                  <a:pt x="674420" y="144216"/>
                </a:lnTo>
                <a:lnTo>
                  <a:pt x="672283" y="169064"/>
                </a:lnTo>
                <a:lnTo>
                  <a:pt x="663450" y="180893"/>
                </a:lnTo>
                <a:lnTo>
                  <a:pt x="663098" y="204231"/>
                </a:lnTo>
                <a:lnTo>
                  <a:pt x="652124" y="212860"/>
                </a:lnTo>
                <a:lnTo>
                  <a:pt x="650662" y="231280"/>
                </a:lnTo>
                <a:lnTo>
                  <a:pt x="645421" y="233667"/>
                </a:lnTo>
                <a:lnTo>
                  <a:pt x="641834" y="250602"/>
                </a:lnTo>
                <a:lnTo>
                  <a:pt x="651351" y="264676"/>
                </a:lnTo>
                <a:lnTo>
                  <a:pt x="653567" y="30201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5" name="Map / Somalia / 0">
            <a:extLst>
              <a:ext uri="{FF2B5EF4-FFF2-40B4-BE49-F238E27FC236}">
                <a16:creationId xmlns:a16="http://schemas.microsoft.com/office/drawing/2014/main" id="{19E90919-7637-47D1-9A3B-B25C45BB5FA6}"/>
              </a:ext>
            </a:extLst>
          </p:cNvPr>
          <p:cNvSpPr>
            <a:spLocks noGrp="1"/>
          </p:cNvSpPr>
          <p:nvPr/>
        </p:nvSpPr>
        <p:spPr>
          <a:xfrm>
            <a:off x="10752763" y="4090225"/>
            <a:ext cx="381757" cy="424345"/>
          </a:xfrm>
          <a:custGeom>
            <a:avLst/>
            <a:gdLst/>
            <a:ahLst/>
            <a:cxnLst/>
            <a:rect l="0" t="0" r="0" b="0"/>
            <a:pathLst>
              <a:path w="381757" h="424345">
                <a:moveTo>
                  <a:pt x="23166" y="424345"/>
                </a:moveTo>
                <a:lnTo>
                  <a:pt x="672" y="398807"/>
                </a:lnTo>
                <a:lnTo>
                  <a:pt x="0" y="286039"/>
                </a:lnTo>
                <a:lnTo>
                  <a:pt x="33056" y="250923"/>
                </a:lnTo>
                <a:lnTo>
                  <a:pt x="43392" y="241165"/>
                </a:lnTo>
                <a:lnTo>
                  <a:pt x="67803" y="240594"/>
                </a:lnTo>
                <a:lnTo>
                  <a:pt x="101532" y="218771"/>
                </a:lnTo>
                <a:lnTo>
                  <a:pt x="151127" y="217406"/>
                </a:lnTo>
                <a:lnTo>
                  <a:pt x="257333" y="124495"/>
                </a:lnTo>
                <a:lnTo>
                  <a:pt x="283355" y="98658"/>
                </a:lnTo>
                <a:lnTo>
                  <a:pt x="300114" y="79647"/>
                </a:lnTo>
                <a:lnTo>
                  <a:pt x="299745" y="63496"/>
                </a:lnTo>
                <a:lnTo>
                  <a:pt x="298979" y="32266"/>
                </a:lnTo>
                <a:lnTo>
                  <a:pt x="298774" y="19514"/>
                </a:lnTo>
                <a:lnTo>
                  <a:pt x="298996" y="19008"/>
                </a:lnTo>
                <a:lnTo>
                  <a:pt x="298996" y="19008"/>
                </a:lnTo>
                <a:lnTo>
                  <a:pt x="311123" y="18398"/>
                </a:lnTo>
                <a:lnTo>
                  <a:pt x="328510" y="13798"/>
                </a:lnTo>
                <a:lnTo>
                  <a:pt x="348567" y="10682"/>
                </a:lnTo>
                <a:lnTo>
                  <a:pt x="366241" y="85"/>
                </a:lnTo>
                <a:lnTo>
                  <a:pt x="380644" y="0"/>
                </a:lnTo>
                <a:lnTo>
                  <a:pt x="381757" y="8559"/>
                </a:lnTo>
                <a:lnTo>
                  <a:pt x="378758" y="26564"/>
                </a:lnTo>
                <a:lnTo>
                  <a:pt x="379340" y="42835"/>
                </a:lnTo>
                <a:lnTo>
                  <a:pt x="371602" y="54016"/>
                </a:lnTo>
                <a:lnTo>
                  <a:pt x="361688" y="87479"/>
                </a:lnTo>
                <a:lnTo>
                  <a:pt x="344101" y="122058"/>
                </a:lnTo>
                <a:lnTo>
                  <a:pt x="321284" y="161591"/>
                </a:lnTo>
                <a:lnTo>
                  <a:pt x="289270" y="206959"/>
                </a:lnTo>
                <a:lnTo>
                  <a:pt x="257145" y="241621"/>
                </a:lnTo>
                <a:lnTo>
                  <a:pt x="212693" y="283849"/>
                </a:lnTo>
                <a:lnTo>
                  <a:pt x="174706" y="308909"/>
                </a:lnTo>
                <a:lnTo>
                  <a:pt x="117821" y="339646"/>
                </a:lnTo>
                <a:lnTo>
                  <a:pt x="82339" y="363192"/>
                </a:lnTo>
                <a:lnTo>
                  <a:pt x="40619" y="400692"/>
                </a:lnTo>
                <a:lnTo>
                  <a:pt x="31793" y="417015"/>
                </a:lnTo>
                <a:lnTo>
                  <a:pt x="23166" y="42434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6" name="Map / Kenya / 0">
            <a:extLst>
              <a:ext uri="{FF2B5EF4-FFF2-40B4-BE49-F238E27FC236}">
                <a16:creationId xmlns:a16="http://schemas.microsoft.com/office/drawing/2014/main" id="{23B0D5D7-357B-4038-9785-50AC38FF7F9B}"/>
              </a:ext>
            </a:extLst>
          </p:cNvPr>
          <p:cNvSpPr>
            <a:spLocks noGrp="1"/>
          </p:cNvSpPr>
          <p:nvPr/>
        </p:nvSpPr>
        <p:spPr>
          <a:xfrm>
            <a:off x="10482970" y="4292017"/>
            <a:ext cx="302849" cy="315220"/>
          </a:xfrm>
          <a:custGeom>
            <a:avLst/>
            <a:gdLst/>
            <a:ahLst/>
            <a:cxnLst/>
            <a:rect l="0" t="0" r="0" b="0"/>
            <a:pathLst>
              <a:path w="302849" h="315220">
                <a:moveTo>
                  <a:pt x="201613" y="315220"/>
                </a:moveTo>
                <a:lnTo>
                  <a:pt x="147189" y="284275"/>
                </a:lnTo>
                <a:lnTo>
                  <a:pt x="144703" y="266316"/>
                </a:lnTo>
                <a:lnTo>
                  <a:pt x="6793" y="203253"/>
                </a:lnTo>
                <a:lnTo>
                  <a:pt x="364" y="199854"/>
                </a:lnTo>
                <a:lnTo>
                  <a:pt x="0" y="167046"/>
                </a:lnTo>
                <a:lnTo>
                  <a:pt x="10906" y="154503"/>
                </a:lnTo>
                <a:lnTo>
                  <a:pt x="29626" y="134011"/>
                </a:lnTo>
                <a:lnTo>
                  <a:pt x="43431" y="111447"/>
                </a:lnTo>
                <a:lnTo>
                  <a:pt x="26522" y="75913"/>
                </a:lnTo>
                <a:lnTo>
                  <a:pt x="21981" y="60377"/>
                </a:lnTo>
                <a:lnTo>
                  <a:pt x="3783" y="38885"/>
                </a:lnTo>
                <a:lnTo>
                  <a:pt x="27072" y="20396"/>
                </a:lnTo>
                <a:lnTo>
                  <a:pt x="52703" y="0"/>
                </a:lnTo>
                <a:lnTo>
                  <a:pt x="72531" y="5193"/>
                </a:lnTo>
                <a:lnTo>
                  <a:pt x="72684" y="22568"/>
                </a:lnTo>
                <a:lnTo>
                  <a:pt x="85777" y="32756"/>
                </a:lnTo>
                <a:lnTo>
                  <a:pt x="112285" y="32756"/>
                </a:lnTo>
                <a:lnTo>
                  <a:pt x="160690" y="59046"/>
                </a:lnTo>
                <a:lnTo>
                  <a:pt x="172731" y="59358"/>
                </a:lnTo>
                <a:lnTo>
                  <a:pt x="181644" y="58505"/>
                </a:lnTo>
                <a:lnTo>
                  <a:pt x="190101" y="62075"/>
                </a:lnTo>
                <a:lnTo>
                  <a:pt x="215518" y="64511"/>
                </a:lnTo>
                <a:lnTo>
                  <a:pt x="226686" y="51611"/>
                </a:lnTo>
                <a:lnTo>
                  <a:pt x="261377" y="38664"/>
                </a:lnTo>
                <a:lnTo>
                  <a:pt x="276824" y="49125"/>
                </a:lnTo>
                <a:lnTo>
                  <a:pt x="302849" y="49130"/>
                </a:lnTo>
                <a:lnTo>
                  <a:pt x="269794" y="84247"/>
                </a:lnTo>
                <a:lnTo>
                  <a:pt x="270466" y="197015"/>
                </a:lnTo>
                <a:lnTo>
                  <a:pt x="292960" y="222552"/>
                </a:lnTo>
                <a:lnTo>
                  <a:pt x="266231" y="234913"/>
                </a:lnTo>
                <a:lnTo>
                  <a:pt x="256766" y="247829"/>
                </a:lnTo>
                <a:lnTo>
                  <a:pt x="242476" y="250098"/>
                </a:lnTo>
                <a:lnTo>
                  <a:pt x="236948" y="271910"/>
                </a:lnTo>
                <a:lnTo>
                  <a:pt x="224631" y="284400"/>
                </a:lnTo>
                <a:lnTo>
                  <a:pt x="217037" y="304997"/>
                </a:lnTo>
                <a:lnTo>
                  <a:pt x="201613" y="31522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7" name="Map / Sudan / 0">
            <a:extLst>
              <a:ext uri="{FF2B5EF4-FFF2-40B4-BE49-F238E27FC236}">
                <a16:creationId xmlns:a16="http://schemas.microsoft.com/office/drawing/2014/main" id="{54C86233-525F-4DAC-9FAE-C381FD8CF9B4}"/>
              </a:ext>
            </a:extLst>
          </p:cNvPr>
          <p:cNvSpPr>
            <a:spLocks noGrp="1"/>
          </p:cNvSpPr>
          <p:nvPr/>
        </p:nvSpPr>
        <p:spPr>
          <a:xfrm>
            <a:off x="10024806" y="3781425"/>
            <a:ext cx="620934" cy="426293"/>
          </a:xfrm>
          <a:custGeom>
            <a:avLst/>
            <a:gdLst/>
            <a:ahLst/>
            <a:cxnLst/>
            <a:rect l="0" t="0" r="0" b="0"/>
            <a:pathLst>
              <a:path w="620934" h="426293">
                <a:moveTo>
                  <a:pt x="101583" y="426293"/>
                </a:moveTo>
                <a:lnTo>
                  <a:pt x="72475" y="412761"/>
                </a:lnTo>
                <a:lnTo>
                  <a:pt x="59192" y="403846"/>
                </a:lnTo>
                <a:lnTo>
                  <a:pt x="56649" y="394226"/>
                </a:lnTo>
                <a:lnTo>
                  <a:pt x="62689" y="381343"/>
                </a:lnTo>
                <a:lnTo>
                  <a:pt x="62434" y="368712"/>
                </a:lnTo>
                <a:lnTo>
                  <a:pt x="40280" y="349358"/>
                </a:lnTo>
                <a:lnTo>
                  <a:pt x="35809" y="336111"/>
                </a:lnTo>
                <a:lnTo>
                  <a:pt x="36174" y="328613"/>
                </a:lnTo>
                <a:lnTo>
                  <a:pt x="22092" y="319488"/>
                </a:lnTo>
                <a:lnTo>
                  <a:pt x="21437" y="301506"/>
                </a:lnTo>
                <a:lnTo>
                  <a:pt x="13315" y="289563"/>
                </a:lnTo>
                <a:lnTo>
                  <a:pt x="0" y="291355"/>
                </a:lnTo>
                <a:lnTo>
                  <a:pt x="3673" y="279985"/>
                </a:lnTo>
                <a:lnTo>
                  <a:pt x="13325" y="267081"/>
                </a:lnTo>
                <a:lnTo>
                  <a:pt x="8837" y="254260"/>
                </a:lnTo>
                <a:lnTo>
                  <a:pt x="21171" y="244765"/>
                </a:lnTo>
                <a:lnTo>
                  <a:pt x="13148" y="237533"/>
                </a:lnTo>
                <a:lnTo>
                  <a:pt x="22878" y="218418"/>
                </a:lnTo>
                <a:lnTo>
                  <a:pt x="39812" y="195621"/>
                </a:lnTo>
                <a:lnTo>
                  <a:pt x="72546" y="197784"/>
                </a:lnTo>
                <a:lnTo>
                  <a:pt x="68207" y="74900"/>
                </a:lnTo>
                <a:lnTo>
                  <a:pt x="68380" y="61913"/>
                </a:lnTo>
                <a:lnTo>
                  <a:pt x="111850" y="61818"/>
                </a:lnTo>
                <a:lnTo>
                  <a:pt x="110303" y="0"/>
                </a:lnTo>
                <a:lnTo>
                  <a:pt x="262015" y="0"/>
                </a:lnTo>
                <a:lnTo>
                  <a:pt x="408444" y="0"/>
                </a:lnTo>
                <a:lnTo>
                  <a:pt x="558127" y="0"/>
                </a:lnTo>
                <a:lnTo>
                  <a:pt x="571454" y="30373"/>
                </a:lnTo>
                <a:lnTo>
                  <a:pt x="563377" y="35988"/>
                </a:lnTo>
                <a:lnTo>
                  <a:pt x="570013" y="67857"/>
                </a:lnTo>
                <a:lnTo>
                  <a:pt x="585164" y="104815"/>
                </a:lnTo>
                <a:lnTo>
                  <a:pt x="599836" y="112437"/>
                </a:lnTo>
                <a:lnTo>
                  <a:pt x="620934" y="123877"/>
                </a:lnTo>
                <a:lnTo>
                  <a:pt x="602344" y="141546"/>
                </a:lnTo>
                <a:lnTo>
                  <a:pt x="574607" y="146635"/>
                </a:lnTo>
                <a:lnTo>
                  <a:pt x="562965" y="156126"/>
                </a:lnTo>
                <a:lnTo>
                  <a:pt x="559833" y="176703"/>
                </a:lnTo>
                <a:lnTo>
                  <a:pt x="544747" y="222189"/>
                </a:lnTo>
                <a:lnTo>
                  <a:pt x="549098" y="234583"/>
                </a:lnTo>
                <a:lnTo>
                  <a:pt x="543705" y="261168"/>
                </a:lnTo>
                <a:lnTo>
                  <a:pt x="528960" y="291661"/>
                </a:lnTo>
                <a:lnTo>
                  <a:pt x="506375" y="306997"/>
                </a:lnTo>
                <a:lnTo>
                  <a:pt x="490549" y="330645"/>
                </a:lnTo>
                <a:lnTo>
                  <a:pt x="486967" y="343300"/>
                </a:lnTo>
                <a:lnTo>
                  <a:pt x="469116" y="351970"/>
                </a:lnTo>
                <a:lnTo>
                  <a:pt x="458409" y="384366"/>
                </a:lnTo>
                <a:lnTo>
                  <a:pt x="459337" y="412196"/>
                </a:lnTo>
                <a:lnTo>
                  <a:pt x="458535" y="388059"/>
                </a:lnTo>
                <a:lnTo>
                  <a:pt x="453261" y="387447"/>
                </a:lnTo>
                <a:lnTo>
                  <a:pt x="453667" y="372035"/>
                </a:lnTo>
                <a:lnTo>
                  <a:pt x="448921" y="361406"/>
                </a:lnTo>
                <a:lnTo>
                  <a:pt x="429133" y="349183"/>
                </a:lnTo>
                <a:lnTo>
                  <a:pt x="424169" y="326863"/>
                </a:lnTo>
                <a:lnTo>
                  <a:pt x="428302" y="304011"/>
                </a:lnTo>
                <a:lnTo>
                  <a:pt x="410652" y="301885"/>
                </a:lnTo>
                <a:lnTo>
                  <a:pt x="408176" y="308794"/>
                </a:lnTo>
                <a:lnTo>
                  <a:pt x="385378" y="310388"/>
                </a:lnTo>
                <a:lnTo>
                  <a:pt x="394677" y="319423"/>
                </a:lnTo>
                <a:lnTo>
                  <a:pt x="398270" y="338023"/>
                </a:lnTo>
                <a:lnTo>
                  <a:pt x="377674" y="355029"/>
                </a:lnTo>
                <a:lnTo>
                  <a:pt x="359093" y="377349"/>
                </a:lnTo>
                <a:lnTo>
                  <a:pt x="339554" y="380538"/>
                </a:lnTo>
                <a:lnTo>
                  <a:pt x="307301" y="362469"/>
                </a:lnTo>
                <a:lnTo>
                  <a:pt x="293035" y="368846"/>
                </a:lnTo>
                <a:lnTo>
                  <a:pt x="289247" y="377881"/>
                </a:lnTo>
                <a:lnTo>
                  <a:pt x="269742" y="383726"/>
                </a:lnTo>
                <a:lnTo>
                  <a:pt x="268521" y="390104"/>
                </a:lnTo>
                <a:lnTo>
                  <a:pt x="230651" y="390104"/>
                </a:lnTo>
                <a:lnTo>
                  <a:pt x="225345" y="383726"/>
                </a:lnTo>
                <a:lnTo>
                  <a:pt x="197911" y="382664"/>
                </a:lnTo>
                <a:lnTo>
                  <a:pt x="184266" y="387978"/>
                </a:lnTo>
                <a:lnTo>
                  <a:pt x="173787" y="385321"/>
                </a:lnTo>
                <a:lnTo>
                  <a:pt x="153976" y="367252"/>
                </a:lnTo>
                <a:lnTo>
                  <a:pt x="147339" y="358749"/>
                </a:lnTo>
                <a:lnTo>
                  <a:pt x="119980" y="363000"/>
                </a:lnTo>
                <a:lnTo>
                  <a:pt x="109710" y="377349"/>
                </a:lnTo>
                <a:lnTo>
                  <a:pt x="100226" y="404984"/>
                </a:lnTo>
                <a:lnTo>
                  <a:pt x="87225" y="410830"/>
                </a:lnTo>
                <a:lnTo>
                  <a:pt x="75577" y="414203"/>
                </a:lnTo>
                <a:lnTo>
                  <a:pt x="101583" y="42629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8" name="Map / Chad / 0">
            <a:extLst>
              <a:ext uri="{FF2B5EF4-FFF2-40B4-BE49-F238E27FC236}">
                <a16:creationId xmlns:a16="http://schemas.microsoft.com/office/drawing/2014/main" id="{F5AC8427-53C5-47DD-8C60-E054724B0C28}"/>
              </a:ext>
            </a:extLst>
          </p:cNvPr>
          <p:cNvSpPr>
            <a:spLocks noGrp="1"/>
          </p:cNvSpPr>
          <p:nvPr/>
        </p:nvSpPr>
        <p:spPr>
          <a:xfrm>
            <a:off x="9705417" y="3737785"/>
            <a:ext cx="391935" cy="494922"/>
          </a:xfrm>
          <a:custGeom>
            <a:avLst/>
            <a:gdLst/>
            <a:ahLst/>
            <a:cxnLst/>
            <a:rect l="0" t="0" r="0" b="0"/>
            <a:pathLst>
              <a:path w="391935" h="494922">
                <a:moveTo>
                  <a:pt x="387596" y="118539"/>
                </a:moveTo>
                <a:lnTo>
                  <a:pt x="391935" y="241424"/>
                </a:lnTo>
                <a:lnTo>
                  <a:pt x="359201" y="239261"/>
                </a:lnTo>
                <a:lnTo>
                  <a:pt x="342267" y="262058"/>
                </a:lnTo>
                <a:lnTo>
                  <a:pt x="332537" y="281173"/>
                </a:lnTo>
                <a:lnTo>
                  <a:pt x="340560" y="288405"/>
                </a:lnTo>
                <a:lnTo>
                  <a:pt x="328226" y="297899"/>
                </a:lnTo>
                <a:lnTo>
                  <a:pt x="332714" y="310720"/>
                </a:lnTo>
                <a:lnTo>
                  <a:pt x="323062" y="323625"/>
                </a:lnTo>
                <a:lnTo>
                  <a:pt x="319389" y="334994"/>
                </a:lnTo>
                <a:lnTo>
                  <a:pt x="332704" y="333203"/>
                </a:lnTo>
                <a:lnTo>
                  <a:pt x="340826" y="345146"/>
                </a:lnTo>
                <a:lnTo>
                  <a:pt x="341481" y="363128"/>
                </a:lnTo>
                <a:lnTo>
                  <a:pt x="355563" y="372252"/>
                </a:lnTo>
                <a:lnTo>
                  <a:pt x="355198" y="379750"/>
                </a:lnTo>
                <a:lnTo>
                  <a:pt x="331202" y="385029"/>
                </a:lnTo>
                <a:lnTo>
                  <a:pt x="312061" y="397561"/>
                </a:lnTo>
                <a:lnTo>
                  <a:pt x="284922" y="431336"/>
                </a:lnTo>
                <a:lnTo>
                  <a:pt x="249256" y="445678"/>
                </a:lnTo>
                <a:lnTo>
                  <a:pt x="212506" y="443754"/>
                </a:lnTo>
                <a:lnTo>
                  <a:pt x="201803" y="446600"/>
                </a:lnTo>
                <a:lnTo>
                  <a:pt x="205658" y="457497"/>
                </a:lnTo>
                <a:lnTo>
                  <a:pt x="185901" y="468319"/>
                </a:lnTo>
                <a:lnTo>
                  <a:pt x="169830" y="480404"/>
                </a:lnTo>
                <a:lnTo>
                  <a:pt x="121997" y="492247"/>
                </a:lnTo>
                <a:lnTo>
                  <a:pt x="112447" y="485238"/>
                </a:lnTo>
                <a:lnTo>
                  <a:pt x="106141" y="484633"/>
                </a:lnTo>
                <a:lnTo>
                  <a:pt x="99174" y="492595"/>
                </a:lnTo>
                <a:lnTo>
                  <a:pt x="67722" y="494922"/>
                </a:lnTo>
                <a:lnTo>
                  <a:pt x="73635" y="486537"/>
                </a:lnTo>
                <a:lnTo>
                  <a:pt x="61513" y="465197"/>
                </a:lnTo>
                <a:lnTo>
                  <a:pt x="56074" y="452383"/>
                </a:lnTo>
                <a:lnTo>
                  <a:pt x="39472" y="447128"/>
                </a:lnTo>
                <a:lnTo>
                  <a:pt x="16906" y="429061"/>
                </a:lnTo>
                <a:lnTo>
                  <a:pt x="25070" y="414453"/>
                </a:lnTo>
                <a:lnTo>
                  <a:pt x="42421" y="417563"/>
                </a:lnTo>
                <a:lnTo>
                  <a:pt x="53135" y="415358"/>
                </a:lnTo>
                <a:lnTo>
                  <a:pt x="74375" y="415661"/>
                </a:lnTo>
                <a:lnTo>
                  <a:pt x="53465" y="387523"/>
                </a:lnTo>
                <a:lnTo>
                  <a:pt x="54688" y="366960"/>
                </a:lnTo>
                <a:lnTo>
                  <a:pt x="51974" y="346421"/>
                </a:lnTo>
                <a:lnTo>
                  <a:pt x="36697" y="326598"/>
                </a:lnTo>
                <a:lnTo>
                  <a:pt x="40360" y="312017"/>
                </a:lnTo>
                <a:lnTo>
                  <a:pt x="16005" y="311304"/>
                </a:lnTo>
                <a:lnTo>
                  <a:pt x="15906" y="291392"/>
                </a:lnTo>
                <a:lnTo>
                  <a:pt x="0" y="279925"/>
                </a:lnTo>
                <a:lnTo>
                  <a:pt x="15971" y="239148"/>
                </a:lnTo>
                <a:lnTo>
                  <a:pt x="63989" y="209958"/>
                </a:lnTo>
                <a:lnTo>
                  <a:pt x="65476" y="169695"/>
                </a:lnTo>
                <a:lnTo>
                  <a:pt x="79170" y="106878"/>
                </a:lnTo>
                <a:lnTo>
                  <a:pt x="87188" y="93553"/>
                </a:lnTo>
                <a:lnTo>
                  <a:pt x="71302" y="82941"/>
                </a:lnTo>
                <a:lnTo>
                  <a:pt x="70543" y="73096"/>
                </a:lnTo>
                <a:lnTo>
                  <a:pt x="56288" y="65045"/>
                </a:lnTo>
                <a:lnTo>
                  <a:pt x="46264" y="16926"/>
                </a:lnTo>
                <a:lnTo>
                  <a:pt x="84040" y="0"/>
                </a:lnTo>
                <a:lnTo>
                  <a:pt x="235627" y="59270"/>
                </a:lnTo>
                <a:lnTo>
                  <a:pt x="387596" y="11853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79" name="Map / Haiti / 0">
            <a:extLst>
              <a:ext uri="{FF2B5EF4-FFF2-40B4-BE49-F238E27FC236}">
                <a16:creationId xmlns:a16="http://schemas.microsoft.com/office/drawing/2014/main" id="{FBB68344-7149-42CF-A5B2-FFEDAED38A65}"/>
              </a:ext>
            </a:extLst>
          </p:cNvPr>
          <p:cNvSpPr>
            <a:spLocks noGrp="1"/>
          </p:cNvSpPr>
          <p:nvPr/>
        </p:nvSpPr>
        <p:spPr>
          <a:xfrm>
            <a:off x="6373511" y="3845948"/>
            <a:ext cx="108877" cy="58343"/>
          </a:xfrm>
          <a:custGeom>
            <a:avLst/>
            <a:gdLst/>
            <a:ahLst/>
            <a:cxnLst/>
            <a:rect l="0" t="0" r="0" b="0"/>
            <a:pathLst>
              <a:path w="108877" h="58343">
                <a:moveTo>
                  <a:pt x="106692" y="6229"/>
                </a:moveTo>
                <a:lnTo>
                  <a:pt x="108877" y="23089"/>
                </a:lnTo>
                <a:lnTo>
                  <a:pt x="105212" y="34989"/>
                </a:lnTo>
                <a:lnTo>
                  <a:pt x="95651" y="40205"/>
                </a:lnTo>
                <a:lnTo>
                  <a:pt x="104801" y="49500"/>
                </a:lnTo>
                <a:lnTo>
                  <a:pt x="103497" y="57909"/>
                </a:lnTo>
                <a:lnTo>
                  <a:pt x="78685" y="52648"/>
                </a:lnTo>
                <a:lnTo>
                  <a:pt x="60685" y="54795"/>
                </a:lnTo>
                <a:lnTo>
                  <a:pt x="37732" y="52557"/>
                </a:lnTo>
                <a:lnTo>
                  <a:pt x="19650" y="58343"/>
                </a:lnTo>
                <a:lnTo>
                  <a:pt x="0" y="48698"/>
                </a:lnTo>
                <a:lnTo>
                  <a:pt x="3993" y="38719"/>
                </a:lnTo>
                <a:lnTo>
                  <a:pt x="38538" y="43018"/>
                </a:lnTo>
                <a:lnTo>
                  <a:pt x="66935" y="45502"/>
                </a:lnTo>
                <a:lnTo>
                  <a:pt x="81005" y="38611"/>
                </a:lnTo>
                <a:lnTo>
                  <a:pt x="64603" y="25200"/>
                </a:lnTo>
                <a:lnTo>
                  <a:pt x="65682" y="13376"/>
                </a:lnTo>
                <a:lnTo>
                  <a:pt x="42155" y="8548"/>
                </a:lnTo>
                <a:lnTo>
                  <a:pt x="51262" y="0"/>
                </a:lnTo>
                <a:lnTo>
                  <a:pt x="74233" y="1368"/>
                </a:lnTo>
                <a:lnTo>
                  <a:pt x="106692" y="622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0" name="Map / Dominican Republic / 0">
            <a:extLst>
              <a:ext uri="{FF2B5EF4-FFF2-40B4-BE49-F238E27FC236}">
                <a16:creationId xmlns:a16="http://schemas.microsoft.com/office/drawing/2014/main" id="{923861A4-13A6-4E3D-8DBB-0F6D2DECC080}"/>
              </a:ext>
            </a:extLst>
          </p:cNvPr>
          <p:cNvSpPr>
            <a:spLocks noGrp="1"/>
          </p:cNvSpPr>
          <p:nvPr/>
        </p:nvSpPr>
        <p:spPr>
          <a:xfrm>
            <a:off x="6469162" y="3846900"/>
            <a:ext cx="137246" cy="70777"/>
          </a:xfrm>
          <a:custGeom>
            <a:avLst/>
            <a:gdLst/>
            <a:ahLst/>
            <a:cxnLst/>
            <a:rect l="0" t="0" r="0" b="0"/>
            <a:pathLst>
              <a:path w="137246" h="70777">
                <a:moveTo>
                  <a:pt x="7846" y="56957"/>
                </a:moveTo>
                <a:lnTo>
                  <a:pt x="9150" y="48547"/>
                </a:lnTo>
                <a:lnTo>
                  <a:pt x="0" y="39253"/>
                </a:lnTo>
                <a:lnTo>
                  <a:pt x="9561" y="34036"/>
                </a:lnTo>
                <a:lnTo>
                  <a:pt x="13227" y="22136"/>
                </a:lnTo>
                <a:lnTo>
                  <a:pt x="11041" y="5277"/>
                </a:lnTo>
                <a:lnTo>
                  <a:pt x="16127" y="0"/>
                </a:lnTo>
                <a:lnTo>
                  <a:pt x="45628" y="143"/>
                </a:lnTo>
                <a:lnTo>
                  <a:pt x="67493" y="8111"/>
                </a:lnTo>
                <a:lnTo>
                  <a:pt x="77509" y="7334"/>
                </a:lnTo>
                <a:lnTo>
                  <a:pt x="83662" y="18315"/>
                </a:lnTo>
                <a:lnTo>
                  <a:pt x="104394" y="17698"/>
                </a:lnTo>
                <a:lnTo>
                  <a:pt x="102590" y="26923"/>
                </a:lnTo>
                <a:lnTo>
                  <a:pt x="119352" y="28041"/>
                </a:lnTo>
                <a:lnTo>
                  <a:pt x="137246" y="39398"/>
                </a:lnTo>
                <a:lnTo>
                  <a:pt x="122430" y="51999"/>
                </a:lnTo>
                <a:lnTo>
                  <a:pt x="104835" y="45266"/>
                </a:lnTo>
                <a:lnTo>
                  <a:pt x="87382" y="46564"/>
                </a:lnTo>
                <a:lnTo>
                  <a:pt x="75023" y="45091"/>
                </a:lnTo>
                <a:lnTo>
                  <a:pt x="67852" y="50737"/>
                </a:lnTo>
                <a:lnTo>
                  <a:pt x="53203" y="52645"/>
                </a:lnTo>
                <a:lnTo>
                  <a:pt x="47909" y="45135"/>
                </a:lnTo>
                <a:lnTo>
                  <a:pt x="35118" y="49579"/>
                </a:lnTo>
                <a:lnTo>
                  <a:pt x="18666" y="70777"/>
                </a:lnTo>
                <a:lnTo>
                  <a:pt x="9216" y="65854"/>
                </a:lnTo>
                <a:lnTo>
                  <a:pt x="7846" y="5695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1" name="Map / Russia / 0">
            <a:extLst>
              <a:ext uri="{FF2B5EF4-FFF2-40B4-BE49-F238E27FC236}">
                <a16:creationId xmlns:a16="http://schemas.microsoft.com/office/drawing/2014/main" id="{9AFD818C-6021-48C2-8B08-1987F85449A3}"/>
              </a:ext>
            </a:extLst>
          </p:cNvPr>
          <p:cNvSpPr>
            <a:spLocks noGrp="1"/>
          </p:cNvSpPr>
          <p:nvPr/>
        </p:nvSpPr>
        <p:spPr>
          <a:xfrm>
            <a:off x="15402590" y="2248604"/>
            <a:ext cx="48219" cy="22740"/>
          </a:xfrm>
          <a:custGeom>
            <a:avLst/>
            <a:gdLst/>
            <a:ahLst/>
            <a:cxnLst/>
            <a:rect l="0" t="0" r="0" b="0"/>
            <a:pathLst>
              <a:path w="48219" h="22740">
                <a:moveTo>
                  <a:pt x="0" y="12906"/>
                </a:moveTo>
                <a:lnTo>
                  <a:pt x="38153" y="0"/>
                </a:lnTo>
                <a:lnTo>
                  <a:pt x="48219" y="21159"/>
                </a:lnTo>
                <a:lnTo>
                  <a:pt x="10834" y="22740"/>
                </a:lnTo>
                <a:lnTo>
                  <a:pt x="0" y="1290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2" name="Map / Russia / 1">
            <a:extLst>
              <a:ext uri="{FF2B5EF4-FFF2-40B4-BE49-F238E27FC236}">
                <a16:creationId xmlns:a16="http://schemas.microsoft.com/office/drawing/2014/main" id="{91ABCCEB-F251-4A0D-AFEA-06321D4B2376}"/>
              </a:ext>
            </a:extLst>
          </p:cNvPr>
          <p:cNvSpPr>
            <a:spLocks noGrp="1"/>
          </p:cNvSpPr>
          <p:nvPr/>
        </p:nvSpPr>
        <p:spPr>
          <a:xfrm>
            <a:off x="10168818" y="2057226"/>
            <a:ext cx="5381785" cy="1131343"/>
          </a:xfrm>
          <a:custGeom>
            <a:avLst/>
            <a:gdLst/>
            <a:ahLst/>
            <a:cxnLst/>
            <a:rect l="0" t="0" r="0" b="0"/>
            <a:pathLst>
              <a:path w="5381785" h="1131343">
                <a:moveTo>
                  <a:pt x="818080" y="968887"/>
                </a:moveTo>
                <a:lnTo>
                  <a:pt x="803213" y="987245"/>
                </a:lnTo>
                <a:lnTo>
                  <a:pt x="768216" y="992347"/>
                </a:lnTo>
                <a:lnTo>
                  <a:pt x="734782" y="1024303"/>
                </a:lnTo>
                <a:lnTo>
                  <a:pt x="770834" y="1053681"/>
                </a:lnTo>
                <a:lnTo>
                  <a:pt x="769116" y="1074533"/>
                </a:lnTo>
                <a:lnTo>
                  <a:pt x="812599" y="1110990"/>
                </a:lnTo>
                <a:lnTo>
                  <a:pt x="812598" y="1110990"/>
                </a:lnTo>
                <a:lnTo>
                  <a:pt x="791713" y="1123467"/>
                </a:lnTo>
                <a:lnTo>
                  <a:pt x="786081" y="1131343"/>
                </a:lnTo>
                <a:lnTo>
                  <a:pt x="769584" y="1129228"/>
                </a:lnTo>
                <a:lnTo>
                  <a:pt x="742618" y="1110425"/>
                </a:lnTo>
                <a:lnTo>
                  <a:pt x="732173" y="1109387"/>
                </a:lnTo>
                <a:lnTo>
                  <a:pt x="708406" y="1102212"/>
                </a:lnTo>
                <a:lnTo>
                  <a:pt x="696049" y="1089510"/>
                </a:lnTo>
                <a:lnTo>
                  <a:pt x="661183" y="1083033"/>
                </a:lnTo>
                <a:lnTo>
                  <a:pt x="639279" y="1087894"/>
                </a:lnTo>
                <a:lnTo>
                  <a:pt x="632356" y="1082140"/>
                </a:lnTo>
                <a:lnTo>
                  <a:pt x="581072" y="1067298"/>
                </a:lnTo>
                <a:lnTo>
                  <a:pt x="526566" y="1062288"/>
                </a:lnTo>
                <a:lnTo>
                  <a:pt x="495099" y="1056995"/>
                </a:lnTo>
                <a:lnTo>
                  <a:pt x="490900" y="1060652"/>
                </a:lnTo>
                <a:lnTo>
                  <a:pt x="442094" y="1034493"/>
                </a:lnTo>
                <a:lnTo>
                  <a:pt x="399374" y="1022816"/>
                </a:lnTo>
                <a:lnTo>
                  <a:pt x="366388" y="1004630"/>
                </a:lnTo>
                <a:lnTo>
                  <a:pt x="392679" y="999683"/>
                </a:lnTo>
                <a:lnTo>
                  <a:pt x="421087" y="973792"/>
                </a:lnTo>
                <a:lnTo>
                  <a:pt x="399701" y="961543"/>
                </a:lnTo>
                <a:lnTo>
                  <a:pt x="452563" y="948907"/>
                </a:lnTo>
                <a:lnTo>
                  <a:pt x="451054" y="942140"/>
                </a:lnTo>
                <a:lnTo>
                  <a:pt x="418673" y="947129"/>
                </a:lnTo>
                <a:lnTo>
                  <a:pt x="418746" y="933378"/>
                </a:lnTo>
                <a:lnTo>
                  <a:pt x="436863" y="924734"/>
                </a:lnTo>
                <a:lnTo>
                  <a:pt x="471971" y="922465"/>
                </a:lnTo>
                <a:lnTo>
                  <a:pt x="476853" y="912142"/>
                </a:lnTo>
                <a:lnTo>
                  <a:pt x="467383" y="895072"/>
                </a:lnTo>
                <a:lnTo>
                  <a:pt x="480800" y="878863"/>
                </a:lnTo>
                <a:lnTo>
                  <a:pt x="479600" y="869774"/>
                </a:lnTo>
                <a:lnTo>
                  <a:pt x="425179" y="859700"/>
                </a:lnTo>
                <a:lnTo>
                  <a:pt x="403973" y="860035"/>
                </a:lnTo>
                <a:lnTo>
                  <a:pt x="380385" y="845538"/>
                </a:lnTo>
                <a:lnTo>
                  <a:pt x="352915" y="850440"/>
                </a:lnTo>
                <a:lnTo>
                  <a:pt x="305964" y="839556"/>
                </a:lnTo>
                <a:lnTo>
                  <a:pt x="306289" y="833465"/>
                </a:lnTo>
                <a:lnTo>
                  <a:pt x="292364" y="820042"/>
                </a:lnTo>
                <a:lnTo>
                  <a:pt x="263347" y="818543"/>
                </a:lnTo>
                <a:lnTo>
                  <a:pt x="259628" y="808933"/>
                </a:lnTo>
                <a:lnTo>
                  <a:pt x="268204" y="802666"/>
                </a:lnTo>
                <a:lnTo>
                  <a:pt x="243760" y="785139"/>
                </a:lnTo>
                <a:lnTo>
                  <a:pt x="206467" y="788129"/>
                </a:lnTo>
                <a:lnTo>
                  <a:pt x="195368" y="786574"/>
                </a:lnTo>
                <a:lnTo>
                  <a:pt x="186728" y="793615"/>
                </a:lnTo>
                <a:lnTo>
                  <a:pt x="173125" y="792364"/>
                </a:lnTo>
                <a:lnTo>
                  <a:pt x="173124" y="792364"/>
                </a:lnTo>
                <a:lnTo>
                  <a:pt x="162839" y="772540"/>
                </a:lnTo>
                <a:lnTo>
                  <a:pt x="153635" y="762264"/>
                </a:lnTo>
                <a:lnTo>
                  <a:pt x="160383" y="759372"/>
                </a:lnTo>
                <a:lnTo>
                  <a:pt x="189602" y="760446"/>
                </a:lnTo>
                <a:lnTo>
                  <a:pt x="203161" y="753676"/>
                </a:lnTo>
                <a:lnTo>
                  <a:pt x="192162" y="745423"/>
                </a:lnTo>
                <a:lnTo>
                  <a:pt x="167440" y="739975"/>
                </a:lnTo>
                <a:lnTo>
                  <a:pt x="169208" y="734384"/>
                </a:lnTo>
                <a:lnTo>
                  <a:pt x="154133" y="728737"/>
                </a:lnTo>
                <a:lnTo>
                  <a:pt x="130117" y="708469"/>
                </a:lnTo>
                <a:lnTo>
                  <a:pt x="137240" y="700118"/>
                </a:lnTo>
                <a:lnTo>
                  <a:pt x="132687" y="685586"/>
                </a:lnTo>
                <a:lnTo>
                  <a:pt x="97034" y="678204"/>
                </a:lnTo>
                <a:lnTo>
                  <a:pt x="78430" y="681899"/>
                </a:lnTo>
                <a:lnTo>
                  <a:pt x="72805" y="674214"/>
                </a:lnTo>
                <a:lnTo>
                  <a:pt x="34479" y="666451"/>
                </a:lnTo>
                <a:lnTo>
                  <a:pt x="21754" y="648180"/>
                </a:lnTo>
                <a:lnTo>
                  <a:pt x="17720" y="633169"/>
                </a:lnTo>
                <a:lnTo>
                  <a:pt x="0" y="626040"/>
                </a:lnTo>
                <a:lnTo>
                  <a:pt x="14702" y="616216"/>
                </a:lnTo>
                <a:lnTo>
                  <a:pt x="2210" y="587344"/>
                </a:lnTo>
                <a:lnTo>
                  <a:pt x="26424" y="569505"/>
                </a:lnTo>
                <a:lnTo>
                  <a:pt x="20689" y="564102"/>
                </a:lnTo>
                <a:lnTo>
                  <a:pt x="20689" y="564102"/>
                </a:lnTo>
                <a:lnTo>
                  <a:pt x="60021" y="546993"/>
                </a:lnTo>
                <a:lnTo>
                  <a:pt x="21698" y="532274"/>
                </a:lnTo>
                <a:lnTo>
                  <a:pt x="21698" y="532274"/>
                </a:lnTo>
                <a:lnTo>
                  <a:pt x="94971" y="492758"/>
                </a:lnTo>
                <a:lnTo>
                  <a:pt x="126563" y="474876"/>
                </a:lnTo>
                <a:lnTo>
                  <a:pt x="138660" y="459088"/>
                </a:lnTo>
                <a:lnTo>
                  <a:pt x="84663" y="437879"/>
                </a:lnTo>
                <a:lnTo>
                  <a:pt x="97576" y="417707"/>
                </a:lnTo>
                <a:lnTo>
                  <a:pt x="64079" y="394669"/>
                </a:lnTo>
                <a:lnTo>
                  <a:pt x="85770" y="368130"/>
                </a:lnTo>
                <a:lnTo>
                  <a:pt x="42238" y="332892"/>
                </a:lnTo>
                <a:lnTo>
                  <a:pt x="72814" y="309551"/>
                </a:lnTo>
                <a:lnTo>
                  <a:pt x="17652" y="288924"/>
                </a:lnTo>
                <a:lnTo>
                  <a:pt x="21145" y="267250"/>
                </a:lnTo>
                <a:lnTo>
                  <a:pt x="49126" y="264397"/>
                </a:lnTo>
                <a:lnTo>
                  <a:pt x="107514" y="251978"/>
                </a:lnTo>
                <a:lnTo>
                  <a:pt x="107516" y="251978"/>
                </a:lnTo>
                <a:lnTo>
                  <a:pt x="142590" y="241210"/>
                </a:lnTo>
                <a:lnTo>
                  <a:pt x="201492" y="259924"/>
                </a:lnTo>
                <a:lnTo>
                  <a:pt x="297761" y="267292"/>
                </a:lnTo>
                <a:lnTo>
                  <a:pt x="433355" y="302304"/>
                </a:lnTo>
                <a:lnTo>
                  <a:pt x="461786" y="317016"/>
                </a:lnTo>
                <a:lnTo>
                  <a:pt x="466281" y="337619"/>
                </a:lnTo>
                <a:lnTo>
                  <a:pt x="428985" y="353884"/>
                </a:lnTo>
                <a:lnTo>
                  <a:pt x="372413" y="362138"/>
                </a:lnTo>
                <a:lnTo>
                  <a:pt x="213402" y="338609"/>
                </a:lnTo>
                <a:lnTo>
                  <a:pt x="187963" y="342543"/>
                </a:lnTo>
                <a:lnTo>
                  <a:pt x="247224" y="365215"/>
                </a:lnTo>
                <a:lnTo>
                  <a:pt x="250742" y="379576"/>
                </a:lnTo>
                <a:lnTo>
                  <a:pt x="255838" y="411209"/>
                </a:lnTo>
                <a:lnTo>
                  <a:pt x="302125" y="420648"/>
                </a:lnTo>
                <a:lnTo>
                  <a:pt x="330464" y="428685"/>
                </a:lnTo>
                <a:lnTo>
                  <a:pt x="333629" y="413675"/>
                </a:lnTo>
                <a:lnTo>
                  <a:pt x="311144" y="400371"/>
                </a:lnTo>
                <a:lnTo>
                  <a:pt x="332482" y="388646"/>
                </a:lnTo>
                <a:lnTo>
                  <a:pt x="419573" y="407915"/>
                </a:lnTo>
                <a:lnTo>
                  <a:pt x="448513" y="400371"/>
                </a:lnTo>
                <a:lnTo>
                  <a:pt x="422500" y="377700"/>
                </a:lnTo>
                <a:lnTo>
                  <a:pt x="501280" y="347381"/>
                </a:lnTo>
                <a:lnTo>
                  <a:pt x="533894" y="349166"/>
                </a:lnTo>
                <a:lnTo>
                  <a:pt x="567910" y="359985"/>
                </a:lnTo>
                <a:lnTo>
                  <a:pt x="585964" y="338710"/>
                </a:lnTo>
                <a:lnTo>
                  <a:pt x="554620" y="320257"/>
                </a:lnTo>
                <a:lnTo>
                  <a:pt x="569668" y="301743"/>
                </a:lnTo>
                <a:lnTo>
                  <a:pt x="541770" y="282542"/>
                </a:lnTo>
                <a:lnTo>
                  <a:pt x="640742" y="292472"/>
                </a:lnTo>
                <a:lnTo>
                  <a:pt x="662830" y="309809"/>
                </a:lnTo>
                <a:lnTo>
                  <a:pt x="618929" y="313630"/>
                </a:lnTo>
                <a:lnTo>
                  <a:pt x="621191" y="330856"/>
                </a:lnTo>
                <a:lnTo>
                  <a:pt x="650066" y="341455"/>
                </a:lnTo>
                <a:lnTo>
                  <a:pt x="703484" y="334741"/>
                </a:lnTo>
                <a:lnTo>
                  <a:pt x="709620" y="314997"/>
                </a:lnTo>
                <a:lnTo>
                  <a:pt x="780903" y="300252"/>
                </a:lnTo>
                <a:lnTo>
                  <a:pt x="899345" y="273670"/>
                </a:lnTo>
                <a:lnTo>
                  <a:pt x="925911" y="275194"/>
                </a:lnTo>
                <a:lnTo>
                  <a:pt x="894077" y="293979"/>
                </a:lnTo>
                <a:lnTo>
                  <a:pt x="937934" y="297208"/>
                </a:lnTo>
                <a:lnTo>
                  <a:pt x="961483" y="286632"/>
                </a:lnTo>
                <a:lnTo>
                  <a:pt x="1026896" y="285777"/>
                </a:lnTo>
                <a:lnTo>
                  <a:pt x="1076856" y="272944"/>
                </a:lnTo>
                <a:lnTo>
                  <a:pt x="1119563" y="291592"/>
                </a:lnTo>
                <a:lnTo>
                  <a:pt x="1156060" y="271091"/>
                </a:lnTo>
                <a:lnTo>
                  <a:pt x="1116651" y="253158"/>
                </a:lnTo>
                <a:lnTo>
                  <a:pt x="1133169" y="242942"/>
                </a:lnTo>
                <a:lnTo>
                  <a:pt x="1237683" y="252310"/>
                </a:lnTo>
                <a:lnTo>
                  <a:pt x="1287599" y="261985"/>
                </a:lnTo>
                <a:lnTo>
                  <a:pt x="1420392" y="297353"/>
                </a:lnTo>
                <a:lnTo>
                  <a:pt x="1440878" y="281154"/>
                </a:lnTo>
                <a:lnTo>
                  <a:pt x="1402451" y="264786"/>
                </a:lnTo>
                <a:lnTo>
                  <a:pt x="1400263" y="258219"/>
                </a:lnTo>
                <a:lnTo>
                  <a:pt x="1357680" y="255182"/>
                </a:lnTo>
                <a:lnTo>
                  <a:pt x="1366596" y="240505"/>
                </a:lnTo>
                <a:lnTo>
                  <a:pt x="1343721" y="216354"/>
                </a:lnTo>
                <a:lnTo>
                  <a:pt x="1340925" y="206446"/>
                </a:lnTo>
                <a:lnTo>
                  <a:pt x="1399978" y="178414"/>
                </a:lnTo>
                <a:lnTo>
                  <a:pt x="1417559" y="150279"/>
                </a:lnTo>
                <a:lnTo>
                  <a:pt x="1442159" y="144192"/>
                </a:lnTo>
                <a:lnTo>
                  <a:pt x="1535323" y="152355"/>
                </a:lnTo>
                <a:lnTo>
                  <a:pt x="1545878" y="169574"/>
                </a:lnTo>
                <a:lnTo>
                  <a:pt x="1517810" y="194682"/>
                </a:lnTo>
                <a:lnTo>
                  <a:pt x="1541301" y="204551"/>
                </a:lnTo>
                <a:lnTo>
                  <a:pt x="1556635" y="226191"/>
                </a:lnTo>
                <a:lnTo>
                  <a:pt x="1556789" y="268610"/>
                </a:lnTo>
                <a:lnTo>
                  <a:pt x="1598950" y="287584"/>
                </a:lnTo>
                <a:lnTo>
                  <a:pt x="1587862" y="308247"/>
                </a:lnTo>
                <a:lnTo>
                  <a:pt x="1527320" y="352218"/>
                </a:lnTo>
                <a:lnTo>
                  <a:pt x="1568326" y="356779"/>
                </a:lnTo>
                <a:lnTo>
                  <a:pt x="1580230" y="345634"/>
                </a:lnTo>
                <a:lnTo>
                  <a:pt x="1617362" y="337685"/>
                </a:lnTo>
                <a:lnTo>
                  <a:pt x="1623760" y="322367"/>
                </a:lnTo>
                <a:lnTo>
                  <a:pt x="1651249" y="307626"/>
                </a:lnTo>
                <a:lnTo>
                  <a:pt x="1627446" y="290027"/>
                </a:lnTo>
                <a:lnTo>
                  <a:pt x="1639782" y="269590"/>
                </a:lnTo>
                <a:lnTo>
                  <a:pt x="1601104" y="267043"/>
                </a:lnTo>
                <a:lnTo>
                  <a:pt x="1589396" y="249826"/>
                </a:lnTo>
                <a:lnTo>
                  <a:pt x="1611147" y="218742"/>
                </a:lnTo>
                <a:lnTo>
                  <a:pt x="1561092" y="193500"/>
                </a:lnTo>
                <a:lnTo>
                  <a:pt x="1619092" y="172635"/>
                </a:lnTo>
                <a:lnTo>
                  <a:pt x="1606688" y="150622"/>
                </a:lnTo>
                <a:lnTo>
                  <a:pt x="1623808" y="149920"/>
                </a:lnTo>
                <a:lnTo>
                  <a:pt x="1645455" y="167082"/>
                </a:lnTo>
                <a:lnTo>
                  <a:pt x="1637751" y="196955"/>
                </a:lnTo>
                <a:lnTo>
                  <a:pt x="1676060" y="202610"/>
                </a:lnTo>
                <a:lnTo>
                  <a:pt x="1655729" y="180286"/>
                </a:lnTo>
                <a:lnTo>
                  <a:pt x="1711271" y="168116"/>
                </a:lnTo>
                <a:lnTo>
                  <a:pt x="1782847" y="166477"/>
                </a:lnTo>
                <a:lnTo>
                  <a:pt x="1850702" y="184125"/>
                </a:lnTo>
                <a:lnTo>
                  <a:pt x="1814321" y="158343"/>
                </a:lnTo>
                <a:lnTo>
                  <a:pt x="1803776" y="125364"/>
                </a:lnTo>
                <a:lnTo>
                  <a:pt x="1862463" y="119117"/>
                </a:lnTo>
                <a:lnTo>
                  <a:pt x="1945814" y="120482"/>
                </a:lnTo>
                <a:lnTo>
                  <a:pt x="2019694" y="116428"/>
                </a:lnTo>
                <a:lnTo>
                  <a:pt x="1987900" y="100244"/>
                </a:lnTo>
                <a:lnTo>
                  <a:pt x="2023020" y="79913"/>
                </a:lnTo>
                <a:lnTo>
                  <a:pt x="2062361" y="79062"/>
                </a:lnTo>
                <a:lnTo>
                  <a:pt x="2125532" y="63705"/>
                </a:lnTo>
                <a:lnTo>
                  <a:pt x="2215265" y="59578"/>
                </a:lnTo>
                <a:lnTo>
                  <a:pt x="2224589" y="51100"/>
                </a:lnTo>
                <a:lnTo>
                  <a:pt x="2314016" y="48227"/>
                </a:lnTo>
                <a:lnTo>
                  <a:pt x="2343929" y="55178"/>
                </a:lnTo>
                <a:lnTo>
                  <a:pt x="2416614" y="38727"/>
                </a:lnTo>
                <a:lnTo>
                  <a:pt x="2479782" y="39241"/>
                </a:lnTo>
                <a:lnTo>
                  <a:pt x="2485572" y="25880"/>
                </a:lnTo>
                <a:lnTo>
                  <a:pt x="2514663" y="12704"/>
                </a:lnTo>
                <a:lnTo>
                  <a:pt x="2591874" y="0"/>
                </a:lnTo>
                <a:lnTo>
                  <a:pt x="2653433" y="10031"/>
                </a:lnTo>
                <a:lnTo>
                  <a:pt x="2609001" y="17661"/>
                </a:lnTo>
                <a:lnTo>
                  <a:pt x="2687963" y="22404"/>
                </a:lnTo>
                <a:lnTo>
                  <a:pt x="2701669" y="37702"/>
                </a:lnTo>
                <a:lnTo>
                  <a:pt x="2730803" y="30169"/>
                </a:lnTo>
                <a:lnTo>
                  <a:pt x="2831157" y="30582"/>
                </a:lnTo>
                <a:lnTo>
                  <a:pt x="2913091" y="45682"/>
                </a:lnTo>
                <a:lnTo>
                  <a:pt x="2944231" y="57278"/>
                </a:lnTo>
                <a:lnTo>
                  <a:pt x="2940640" y="73370"/>
                </a:lnTo>
                <a:lnTo>
                  <a:pt x="2905374" y="82531"/>
                </a:lnTo>
                <a:lnTo>
                  <a:pt x="2820004" y="99716"/>
                </a:lnTo>
                <a:lnTo>
                  <a:pt x="2796808" y="108902"/>
                </a:lnTo>
                <a:lnTo>
                  <a:pt x="2840873" y="113235"/>
                </a:lnTo>
                <a:lnTo>
                  <a:pt x="2894267" y="121045"/>
                </a:lnTo>
                <a:lnTo>
                  <a:pt x="2923581" y="115188"/>
                </a:lnTo>
                <a:lnTo>
                  <a:pt x="2947229" y="135058"/>
                </a:lnTo>
                <a:lnTo>
                  <a:pt x="2959958" y="127015"/>
                </a:lnTo>
                <a:lnTo>
                  <a:pt x="3013683" y="122125"/>
                </a:lnTo>
                <a:lnTo>
                  <a:pt x="3126109" y="127236"/>
                </a:lnTo>
                <a:lnTo>
                  <a:pt x="3139137" y="141715"/>
                </a:lnTo>
                <a:lnTo>
                  <a:pt x="3285242" y="146321"/>
                </a:lnTo>
                <a:lnTo>
                  <a:pt x="3279420" y="122676"/>
                </a:lnTo>
                <a:lnTo>
                  <a:pt x="3354530" y="128094"/>
                </a:lnTo>
                <a:lnTo>
                  <a:pt x="3409627" y="127925"/>
                </a:lnTo>
                <a:lnTo>
                  <a:pt x="3471025" y="144232"/>
                </a:lnTo>
                <a:lnTo>
                  <a:pt x="3493766" y="164043"/>
                </a:lnTo>
                <a:lnTo>
                  <a:pt x="3477698" y="177005"/>
                </a:lnTo>
                <a:lnTo>
                  <a:pt x="3529627" y="201367"/>
                </a:lnTo>
                <a:lnTo>
                  <a:pt x="3588622" y="213936"/>
                </a:lnTo>
                <a:lnTo>
                  <a:pt x="3610815" y="181454"/>
                </a:lnTo>
                <a:lnTo>
                  <a:pt x="3671405" y="195380"/>
                </a:lnTo>
                <a:lnTo>
                  <a:pt x="3727603" y="187058"/>
                </a:lnTo>
                <a:lnTo>
                  <a:pt x="3798248" y="196581"/>
                </a:lnTo>
                <a:lnTo>
                  <a:pt x="3820651" y="187901"/>
                </a:lnTo>
                <a:lnTo>
                  <a:pt x="3879033" y="192241"/>
                </a:lnTo>
                <a:lnTo>
                  <a:pt x="3843351" y="163503"/>
                </a:lnTo>
                <a:lnTo>
                  <a:pt x="3884068" y="150092"/>
                </a:lnTo>
                <a:lnTo>
                  <a:pt x="4204643" y="170195"/>
                </a:lnTo>
                <a:lnTo>
                  <a:pt x="4241479" y="188570"/>
                </a:lnTo>
                <a:lnTo>
                  <a:pt x="4341908" y="212227"/>
                </a:lnTo>
                <a:lnTo>
                  <a:pt x="4479891" y="206370"/>
                </a:lnTo>
                <a:lnTo>
                  <a:pt x="4551229" y="211468"/>
                </a:lnTo>
                <a:lnTo>
                  <a:pt x="4585566" y="224268"/>
                </a:lnTo>
                <a:lnTo>
                  <a:pt x="4590825" y="246905"/>
                </a:lnTo>
                <a:lnTo>
                  <a:pt x="4637484" y="255718"/>
                </a:lnTo>
                <a:lnTo>
                  <a:pt x="4681490" y="249380"/>
                </a:lnTo>
                <a:lnTo>
                  <a:pt x="4742981" y="248569"/>
                </a:lnTo>
                <a:lnTo>
                  <a:pt x="4811445" y="254644"/>
                </a:lnTo>
                <a:lnTo>
                  <a:pt x="4876056" y="251217"/>
                </a:lnTo>
                <a:lnTo>
                  <a:pt x="4948983" y="278734"/>
                </a:lnTo>
                <a:lnTo>
                  <a:pt x="4987886" y="268833"/>
                </a:lnTo>
                <a:lnTo>
                  <a:pt x="4950858" y="249048"/>
                </a:lnTo>
                <a:lnTo>
                  <a:pt x="4960236" y="235295"/>
                </a:lnTo>
                <a:lnTo>
                  <a:pt x="5075313" y="243950"/>
                </a:lnTo>
                <a:lnTo>
                  <a:pt x="5146964" y="242099"/>
                </a:lnTo>
                <a:lnTo>
                  <a:pt x="5254103" y="256872"/>
                </a:lnTo>
                <a:lnTo>
                  <a:pt x="5309295" y="270381"/>
                </a:lnTo>
                <a:lnTo>
                  <a:pt x="5366335" y="393708"/>
                </a:lnTo>
                <a:lnTo>
                  <a:pt x="5366157" y="393875"/>
                </a:lnTo>
                <a:lnTo>
                  <a:pt x="5326989" y="407477"/>
                </a:lnTo>
                <a:lnTo>
                  <a:pt x="5280258" y="405208"/>
                </a:lnTo>
                <a:lnTo>
                  <a:pt x="5319459" y="421686"/>
                </a:lnTo>
                <a:lnTo>
                  <a:pt x="5351899" y="447192"/>
                </a:lnTo>
                <a:lnTo>
                  <a:pt x="5371971" y="455531"/>
                </a:lnTo>
                <a:lnTo>
                  <a:pt x="5381785" y="468336"/>
                </a:lnTo>
                <a:lnTo>
                  <a:pt x="5376278" y="476535"/>
                </a:lnTo>
                <a:lnTo>
                  <a:pt x="5307243" y="469793"/>
                </a:lnTo>
                <a:lnTo>
                  <a:pt x="5218253" y="493095"/>
                </a:lnTo>
                <a:lnTo>
                  <a:pt x="5188237" y="496703"/>
                </a:lnTo>
                <a:lnTo>
                  <a:pt x="5143091" y="518453"/>
                </a:lnTo>
                <a:lnTo>
                  <a:pt x="5099382" y="537454"/>
                </a:lnTo>
                <a:lnTo>
                  <a:pt x="5092095" y="551521"/>
                </a:lnTo>
                <a:lnTo>
                  <a:pt x="5032360" y="530106"/>
                </a:lnTo>
                <a:lnTo>
                  <a:pt x="4949446" y="554407"/>
                </a:lnTo>
                <a:lnTo>
                  <a:pt x="4928620" y="542908"/>
                </a:lnTo>
                <a:lnTo>
                  <a:pt x="4899602" y="556170"/>
                </a:lnTo>
                <a:lnTo>
                  <a:pt x="4850256" y="551925"/>
                </a:lnTo>
                <a:lnTo>
                  <a:pt x="4846774" y="572285"/>
                </a:lnTo>
                <a:lnTo>
                  <a:pt x="4815548" y="602243"/>
                </a:lnTo>
                <a:lnTo>
                  <a:pt x="4821626" y="614754"/>
                </a:lnTo>
                <a:lnTo>
                  <a:pt x="4865054" y="621691"/>
                </a:lnTo>
                <a:lnTo>
                  <a:pt x="4877445" y="666757"/>
                </a:lnTo>
                <a:lnTo>
                  <a:pt x="4844543" y="667904"/>
                </a:lnTo>
                <a:lnTo>
                  <a:pt x="4838830" y="693799"/>
                </a:lnTo>
                <a:lnTo>
                  <a:pt x="4858741" y="707127"/>
                </a:lnTo>
                <a:lnTo>
                  <a:pt x="4801562" y="722940"/>
                </a:lnTo>
                <a:lnTo>
                  <a:pt x="4801798" y="758284"/>
                </a:lnTo>
                <a:lnTo>
                  <a:pt x="4750632" y="765834"/>
                </a:lnTo>
                <a:lnTo>
                  <a:pt x="4750819" y="797285"/>
                </a:lnTo>
                <a:lnTo>
                  <a:pt x="4708520" y="826125"/>
                </a:lnTo>
                <a:lnTo>
                  <a:pt x="4687834" y="804798"/>
                </a:lnTo>
                <a:lnTo>
                  <a:pt x="4656733" y="759634"/>
                </a:lnTo>
                <a:lnTo>
                  <a:pt x="4612338" y="690847"/>
                </a:lnTo>
                <a:lnTo>
                  <a:pt x="4614117" y="647914"/>
                </a:lnTo>
                <a:lnTo>
                  <a:pt x="4637587" y="629440"/>
                </a:lnTo>
                <a:lnTo>
                  <a:pt x="4634108" y="614973"/>
                </a:lnTo>
                <a:lnTo>
                  <a:pt x="4687120" y="608048"/>
                </a:lnTo>
                <a:lnTo>
                  <a:pt x="4736121" y="569073"/>
                </a:lnTo>
                <a:lnTo>
                  <a:pt x="4785092" y="537243"/>
                </a:lnTo>
                <a:lnTo>
                  <a:pt x="4839236" y="512543"/>
                </a:lnTo>
                <a:lnTo>
                  <a:pt x="4850131" y="468904"/>
                </a:lnTo>
                <a:lnTo>
                  <a:pt x="4808135" y="471515"/>
                </a:lnTo>
                <a:lnTo>
                  <a:pt x="4797087" y="497016"/>
                </a:lnTo>
                <a:lnTo>
                  <a:pt x="4720353" y="531014"/>
                </a:lnTo>
                <a:lnTo>
                  <a:pt x="4676371" y="492946"/>
                </a:lnTo>
                <a:lnTo>
                  <a:pt x="4588797" y="503457"/>
                </a:lnTo>
                <a:lnTo>
                  <a:pt x="4519383" y="555347"/>
                </a:lnTo>
                <a:lnTo>
                  <a:pt x="4555890" y="574330"/>
                </a:lnTo>
                <a:lnTo>
                  <a:pt x="4479197" y="582413"/>
                </a:lnTo>
                <a:lnTo>
                  <a:pt x="4425142" y="585600"/>
                </a:lnTo>
                <a:lnTo>
                  <a:pt x="4419608" y="563217"/>
                </a:lnTo>
                <a:lnTo>
                  <a:pt x="4362481" y="558519"/>
                </a:lnTo>
                <a:lnTo>
                  <a:pt x="4323746" y="573726"/>
                </a:lnTo>
                <a:lnTo>
                  <a:pt x="4212775" y="568405"/>
                </a:lnTo>
                <a:lnTo>
                  <a:pt x="4098561" y="577580"/>
                </a:lnTo>
                <a:lnTo>
                  <a:pt x="4002831" y="638004"/>
                </a:lnTo>
                <a:lnTo>
                  <a:pt x="3888302" y="711013"/>
                </a:lnTo>
                <a:lnTo>
                  <a:pt x="3946246" y="714915"/>
                </a:lnTo>
                <a:lnTo>
                  <a:pt x="3969986" y="734301"/>
                </a:lnTo>
                <a:lnTo>
                  <a:pt x="4007155" y="741183"/>
                </a:lnTo>
                <a:lnTo>
                  <a:pt x="4025391" y="725719"/>
                </a:lnTo>
                <a:lnTo>
                  <a:pt x="4065560" y="727727"/>
                </a:lnTo>
                <a:lnTo>
                  <a:pt x="4128426" y="761782"/>
                </a:lnTo>
                <a:lnTo>
                  <a:pt x="4137919" y="788120"/>
                </a:lnTo>
                <a:lnTo>
                  <a:pt x="4119168" y="819048"/>
                </a:lnTo>
                <a:lnTo>
                  <a:pt x="4127326" y="856014"/>
                </a:lnTo>
                <a:lnTo>
                  <a:pt x="4125600" y="905508"/>
                </a:lnTo>
                <a:lnTo>
                  <a:pt x="4083513" y="950303"/>
                </a:lnTo>
                <a:lnTo>
                  <a:pt x="4077287" y="971716"/>
                </a:lnTo>
                <a:lnTo>
                  <a:pt x="4037514" y="1007763"/>
                </a:lnTo>
                <a:lnTo>
                  <a:pt x="3997650" y="1043502"/>
                </a:lnTo>
                <a:lnTo>
                  <a:pt x="3978695" y="1061790"/>
                </a:lnTo>
                <a:lnTo>
                  <a:pt x="3934359" y="1079954"/>
                </a:lnTo>
                <a:lnTo>
                  <a:pt x="3911266" y="1080355"/>
                </a:lnTo>
                <a:lnTo>
                  <a:pt x="3884367" y="1065309"/>
                </a:lnTo>
                <a:lnTo>
                  <a:pt x="3840678" y="1087963"/>
                </a:lnTo>
                <a:lnTo>
                  <a:pt x="3837479" y="1098263"/>
                </a:lnTo>
                <a:lnTo>
                  <a:pt x="3837479" y="1098263"/>
                </a:lnTo>
                <a:lnTo>
                  <a:pt x="3837479" y="1098263"/>
                </a:lnTo>
                <a:lnTo>
                  <a:pt x="3837478" y="1098263"/>
                </a:lnTo>
                <a:lnTo>
                  <a:pt x="3830994" y="1092846"/>
                </a:lnTo>
                <a:lnTo>
                  <a:pt x="3830994" y="1092845"/>
                </a:lnTo>
                <a:lnTo>
                  <a:pt x="3826882" y="1077120"/>
                </a:lnTo>
                <a:lnTo>
                  <a:pt x="3845459" y="1076285"/>
                </a:lnTo>
                <a:lnTo>
                  <a:pt x="3841516" y="1039709"/>
                </a:lnTo>
                <a:lnTo>
                  <a:pt x="3825045" y="1013197"/>
                </a:lnTo>
                <a:lnTo>
                  <a:pt x="3853647" y="1002263"/>
                </a:lnTo>
                <a:lnTo>
                  <a:pt x="3899550" y="1007744"/>
                </a:lnTo>
                <a:lnTo>
                  <a:pt x="3916150" y="977629"/>
                </a:lnTo>
                <a:lnTo>
                  <a:pt x="3919448" y="943715"/>
                </a:lnTo>
                <a:lnTo>
                  <a:pt x="3930499" y="932386"/>
                </a:lnTo>
                <a:lnTo>
                  <a:pt x="3941865" y="904532"/>
                </a:lnTo>
                <a:lnTo>
                  <a:pt x="3884195" y="913658"/>
                </a:lnTo>
                <a:lnTo>
                  <a:pt x="3855954" y="925869"/>
                </a:lnTo>
                <a:lnTo>
                  <a:pt x="3800524" y="925833"/>
                </a:lnTo>
                <a:lnTo>
                  <a:pt x="3777839" y="896748"/>
                </a:lnTo>
                <a:lnTo>
                  <a:pt x="3728698" y="874741"/>
                </a:lnTo>
                <a:lnTo>
                  <a:pt x="3662717" y="864845"/>
                </a:lnTo>
                <a:lnTo>
                  <a:pt x="3640984" y="834522"/>
                </a:lnTo>
                <a:lnTo>
                  <a:pt x="3623106" y="815512"/>
                </a:lnTo>
                <a:lnTo>
                  <a:pt x="3605837" y="802190"/>
                </a:lnTo>
                <a:lnTo>
                  <a:pt x="3574770" y="770969"/>
                </a:lnTo>
                <a:lnTo>
                  <a:pt x="3539853" y="759570"/>
                </a:lnTo>
                <a:lnTo>
                  <a:pt x="3483246" y="750352"/>
                </a:lnTo>
                <a:lnTo>
                  <a:pt x="3435622" y="751190"/>
                </a:lnTo>
                <a:lnTo>
                  <a:pt x="3392278" y="756773"/>
                </a:lnTo>
                <a:lnTo>
                  <a:pt x="3366579" y="772174"/>
                </a:lnTo>
                <a:lnTo>
                  <a:pt x="3388383" y="779531"/>
                </a:lnTo>
                <a:lnTo>
                  <a:pt x="3393387" y="796622"/>
                </a:lnTo>
                <a:lnTo>
                  <a:pt x="3375874" y="806546"/>
                </a:lnTo>
                <a:lnTo>
                  <a:pt x="3351690" y="839379"/>
                </a:lnTo>
                <a:lnTo>
                  <a:pt x="3355514" y="853001"/>
                </a:lnTo>
                <a:lnTo>
                  <a:pt x="3309250" y="872562"/>
                </a:lnTo>
                <a:lnTo>
                  <a:pt x="3262694" y="860874"/>
                </a:lnTo>
                <a:lnTo>
                  <a:pt x="3219974" y="863455"/>
                </a:lnTo>
                <a:lnTo>
                  <a:pt x="3198396" y="853082"/>
                </a:lnTo>
                <a:lnTo>
                  <a:pt x="3175795" y="849737"/>
                </a:lnTo>
                <a:lnTo>
                  <a:pt x="3127865" y="871553"/>
                </a:lnTo>
                <a:lnTo>
                  <a:pt x="3081210" y="876680"/>
                </a:lnTo>
                <a:lnTo>
                  <a:pt x="3049572" y="884352"/>
                </a:lnTo>
                <a:lnTo>
                  <a:pt x="3002574" y="879311"/>
                </a:lnTo>
                <a:lnTo>
                  <a:pt x="2968916" y="879633"/>
                </a:lnTo>
                <a:lnTo>
                  <a:pt x="2943208" y="863810"/>
                </a:lnTo>
                <a:lnTo>
                  <a:pt x="2904210" y="848933"/>
                </a:lnTo>
                <a:lnTo>
                  <a:pt x="2866889" y="844855"/>
                </a:lnTo>
                <a:lnTo>
                  <a:pt x="2821874" y="848901"/>
                </a:lnTo>
                <a:lnTo>
                  <a:pt x="2788833" y="854639"/>
                </a:lnTo>
                <a:lnTo>
                  <a:pt x="2734368" y="841619"/>
                </a:lnTo>
                <a:lnTo>
                  <a:pt x="2722317" y="818422"/>
                </a:lnTo>
                <a:lnTo>
                  <a:pt x="2677950" y="810468"/>
                </a:lnTo>
                <a:lnTo>
                  <a:pt x="2644270" y="806841"/>
                </a:lnTo>
                <a:lnTo>
                  <a:pt x="2600915" y="794045"/>
                </a:lnTo>
                <a:lnTo>
                  <a:pt x="2570290" y="826127"/>
                </a:lnTo>
                <a:lnTo>
                  <a:pt x="2588882" y="844348"/>
                </a:lnTo>
                <a:lnTo>
                  <a:pt x="2558086" y="865904"/>
                </a:lnTo>
                <a:lnTo>
                  <a:pt x="2503943" y="858121"/>
                </a:lnTo>
                <a:lnTo>
                  <a:pt x="2467455" y="857008"/>
                </a:lnTo>
                <a:lnTo>
                  <a:pt x="2440250" y="842548"/>
                </a:lnTo>
                <a:lnTo>
                  <a:pt x="2402286" y="842091"/>
                </a:lnTo>
                <a:lnTo>
                  <a:pt x="2368833" y="832592"/>
                </a:lnTo>
                <a:lnTo>
                  <a:pt x="2316503" y="847152"/>
                </a:lnTo>
                <a:lnTo>
                  <a:pt x="2252280" y="873814"/>
                </a:lnTo>
                <a:lnTo>
                  <a:pt x="2214937" y="879180"/>
                </a:lnTo>
                <a:lnTo>
                  <a:pt x="2201174" y="881725"/>
                </a:lnTo>
                <a:lnTo>
                  <a:pt x="2178376" y="862789"/>
                </a:lnTo>
                <a:lnTo>
                  <a:pt x="2132320" y="866932"/>
                </a:lnTo>
                <a:lnTo>
                  <a:pt x="2114456" y="853792"/>
                </a:lnTo>
                <a:lnTo>
                  <a:pt x="2087971" y="847784"/>
                </a:lnTo>
                <a:lnTo>
                  <a:pt x="2067256" y="829896"/>
                </a:lnTo>
                <a:lnTo>
                  <a:pt x="2046223" y="824326"/>
                </a:lnTo>
                <a:lnTo>
                  <a:pt x="1995531" y="832281"/>
                </a:lnTo>
                <a:lnTo>
                  <a:pt x="1942436" y="814446"/>
                </a:lnTo>
                <a:lnTo>
                  <a:pt x="1925945" y="830654"/>
                </a:lnTo>
                <a:lnTo>
                  <a:pt x="1831404" y="752036"/>
                </a:lnTo>
                <a:lnTo>
                  <a:pt x="1781227" y="728119"/>
                </a:lnTo>
                <a:lnTo>
                  <a:pt x="1792724" y="718414"/>
                </a:lnTo>
                <a:lnTo>
                  <a:pt x="1707348" y="747627"/>
                </a:lnTo>
                <a:lnTo>
                  <a:pt x="1673024" y="749392"/>
                </a:lnTo>
                <a:lnTo>
                  <a:pt x="1673216" y="732496"/>
                </a:lnTo>
                <a:lnTo>
                  <a:pt x="1625180" y="721939"/>
                </a:lnTo>
                <a:lnTo>
                  <a:pt x="1588778" y="729473"/>
                </a:lnTo>
                <a:lnTo>
                  <a:pt x="1572249" y="697388"/>
                </a:lnTo>
                <a:lnTo>
                  <a:pt x="1506539" y="690717"/>
                </a:lnTo>
                <a:lnTo>
                  <a:pt x="1476215" y="703559"/>
                </a:lnTo>
                <a:lnTo>
                  <a:pt x="1387871" y="714986"/>
                </a:lnTo>
                <a:lnTo>
                  <a:pt x="1371416" y="722633"/>
                </a:lnTo>
                <a:lnTo>
                  <a:pt x="1238080" y="733405"/>
                </a:lnTo>
                <a:lnTo>
                  <a:pt x="1222998" y="743969"/>
                </a:lnTo>
                <a:lnTo>
                  <a:pt x="1251977" y="765174"/>
                </a:lnTo>
                <a:lnTo>
                  <a:pt x="1218381" y="773223"/>
                </a:lnTo>
                <a:lnTo>
                  <a:pt x="1226290" y="781657"/>
                </a:lnTo>
                <a:lnTo>
                  <a:pt x="1193576" y="796736"/>
                </a:lnTo>
                <a:lnTo>
                  <a:pt x="1255106" y="818027"/>
                </a:lnTo>
                <a:lnTo>
                  <a:pt x="1247976" y="832688"/>
                </a:lnTo>
                <a:lnTo>
                  <a:pt x="1196847" y="831353"/>
                </a:lnTo>
                <a:lnTo>
                  <a:pt x="1187492" y="840539"/>
                </a:lnTo>
                <a:lnTo>
                  <a:pt x="1139047" y="824497"/>
                </a:lnTo>
                <a:lnTo>
                  <a:pt x="1081639" y="825119"/>
                </a:lnTo>
                <a:lnTo>
                  <a:pt x="1044740" y="838178"/>
                </a:lnTo>
                <a:lnTo>
                  <a:pt x="1000293" y="825655"/>
                </a:lnTo>
                <a:lnTo>
                  <a:pt x="917918" y="804221"/>
                </a:lnTo>
                <a:lnTo>
                  <a:pt x="861436" y="805022"/>
                </a:lnTo>
                <a:lnTo>
                  <a:pt x="790240" y="838691"/>
                </a:lnTo>
                <a:lnTo>
                  <a:pt x="788078" y="861301"/>
                </a:lnTo>
                <a:lnTo>
                  <a:pt x="748878" y="843348"/>
                </a:lnTo>
                <a:lnTo>
                  <a:pt x="723311" y="877359"/>
                </a:lnTo>
                <a:lnTo>
                  <a:pt x="734563" y="883673"/>
                </a:lnTo>
                <a:lnTo>
                  <a:pt x="715850" y="907135"/>
                </a:lnTo>
                <a:lnTo>
                  <a:pt x="748840" y="928132"/>
                </a:lnTo>
                <a:lnTo>
                  <a:pt x="775822" y="927268"/>
                </a:lnTo>
                <a:lnTo>
                  <a:pt x="801146" y="947951"/>
                </a:lnTo>
                <a:lnTo>
                  <a:pt x="799016" y="963881"/>
                </a:lnTo>
                <a:lnTo>
                  <a:pt x="818080" y="96888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3" name="Map / Russia / 2">
            <a:extLst>
              <a:ext uri="{FF2B5EF4-FFF2-40B4-BE49-F238E27FC236}">
                <a16:creationId xmlns:a16="http://schemas.microsoft.com/office/drawing/2014/main" id="{39EA4B44-1C66-4AF5-8450-AF1493E1F838}"/>
              </a:ext>
            </a:extLst>
          </p:cNvPr>
          <p:cNvSpPr>
            <a:spLocks noGrp="1"/>
          </p:cNvSpPr>
          <p:nvPr/>
        </p:nvSpPr>
        <p:spPr>
          <a:xfrm>
            <a:off x="12289775" y="1947255"/>
            <a:ext cx="310780" cy="77211"/>
          </a:xfrm>
          <a:custGeom>
            <a:avLst/>
            <a:gdLst/>
            <a:ahLst/>
            <a:cxnLst/>
            <a:rect l="0" t="0" r="0" b="0"/>
            <a:pathLst>
              <a:path w="310780" h="77211">
                <a:moveTo>
                  <a:pt x="82762" y="6990"/>
                </a:moveTo>
                <a:lnTo>
                  <a:pt x="154288" y="0"/>
                </a:lnTo>
                <a:lnTo>
                  <a:pt x="224362" y="15584"/>
                </a:lnTo>
                <a:lnTo>
                  <a:pt x="310780" y="45514"/>
                </a:lnTo>
                <a:lnTo>
                  <a:pt x="310014" y="73350"/>
                </a:lnTo>
                <a:lnTo>
                  <a:pt x="236643" y="77211"/>
                </a:lnTo>
                <a:lnTo>
                  <a:pt x="139302" y="68279"/>
                </a:lnTo>
                <a:lnTo>
                  <a:pt x="79700" y="56461"/>
                </a:lnTo>
                <a:lnTo>
                  <a:pt x="47916" y="34256"/>
                </a:lnTo>
                <a:lnTo>
                  <a:pt x="0" y="28137"/>
                </a:lnTo>
                <a:lnTo>
                  <a:pt x="82762" y="699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4" name="Map / Russia / 3">
            <a:extLst>
              <a:ext uri="{FF2B5EF4-FFF2-40B4-BE49-F238E27FC236}">
                <a16:creationId xmlns:a16="http://schemas.microsoft.com/office/drawing/2014/main" id="{68D8E195-DE55-43A3-A4E2-AB1E4F9EF929}"/>
              </a:ext>
            </a:extLst>
          </p:cNvPr>
          <p:cNvSpPr>
            <a:spLocks noGrp="1"/>
          </p:cNvSpPr>
          <p:nvPr/>
        </p:nvSpPr>
        <p:spPr>
          <a:xfrm>
            <a:off x="12590765" y="2006195"/>
            <a:ext cx="195787" cy="44125"/>
          </a:xfrm>
          <a:custGeom>
            <a:avLst/>
            <a:gdLst/>
            <a:ahLst/>
            <a:cxnLst/>
            <a:rect l="0" t="0" r="0" b="0"/>
            <a:pathLst>
              <a:path w="195787" h="44125">
                <a:moveTo>
                  <a:pt x="104359" y="2016"/>
                </a:moveTo>
                <a:lnTo>
                  <a:pt x="195787" y="19597"/>
                </a:lnTo>
                <a:lnTo>
                  <a:pt x="189273" y="32180"/>
                </a:lnTo>
                <a:lnTo>
                  <a:pt x="0" y="44125"/>
                </a:lnTo>
                <a:lnTo>
                  <a:pt x="51179" y="3480"/>
                </a:lnTo>
                <a:lnTo>
                  <a:pt x="78193" y="0"/>
                </a:lnTo>
                <a:lnTo>
                  <a:pt x="104359" y="201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5" name="Map / Russia / 4">
            <a:extLst>
              <a:ext uri="{FF2B5EF4-FFF2-40B4-BE49-F238E27FC236}">
                <a16:creationId xmlns:a16="http://schemas.microsoft.com/office/drawing/2014/main" id="{0BA83CC9-61A1-438E-85DA-67631F3585E9}"/>
              </a:ext>
            </a:extLst>
          </p:cNvPr>
          <p:cNvSpPr>
            <a:spLocks noGrp="1"/>
          </p:cNvSpPr>
          <p:nvPr/>
        </p:nvSpPr>
        <p:spPr>
          <a:xfrm>
            <a:off x="13904512" y="2105554"/>
            <a:ext cx="275454" cy="47217"/>
          </a:xfrm>
          <a:custGeom>
            <a:avLst/>
            <a:gdLst/>
            <a:ahLst/>
            <a:cxnLst/>
            <a:rect l="0" t="0" r="0" b="0"/>
            <a:pathLst>
              <a:path w="275454" h="47217">
                <a:moveTo>
                  <a:pt x="53706" y="0"/>
                </a:moveTo>
                <a:lnTo>
                  <a:pt x="144887" y="1358"/>
                </a:lnTo>
                <a:lnTo>
                  <a:pt x="275454" y="17773"/>
                </a:lnTo>
                <a:lnTo>
                  <a:pt x="257376" y="40762"/>
                </a:lnTo>
                <a:lnTo>
                  <a:pt x="130084" y="39905"/>
                </a:lnTo>
                <a:lnTo>
                  <a:pt x="75704" y="47217"/>
                </a:lnTo>
                <a:lnTo>
                  <a:pt x="0" y="27090"/>
                </a:lnTo>
                <a:lnTo>
                  <a:pt x="10573" y="5807"/>
                </a:lnTo>
                <a:lnTo>
                  <a:pt x="53706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6" name="Map / Russia / 5">
            <a:extLst>
              <a:ext uri="{FF2B5EF4-FFF2-40B4-BE49-F238E27FC236}">
                <a16:creationId xmlns:a16="http://schemas.microsoft.com/office/drawing/2014/main" id="{63984D44-F28E-4D25-8FB0-56F2D2C77940}"/>
              </a:ext>
            </a:extLst>
          </p:cNvPr>
          <p:cNvSpPr>
            <a:spLocks noGrp="1"/>
          </p:cNvSpPr>
          <p:nvPr/>
        </p:nvSpPr>
        <p:spPr>
          <a:xfrm>
            <a:off x="14220241" y="2125364"/>
            <a:ext cx="159856" cy="25010"/>
          </a:xfrm>
          <a:custGeom>
            <a:avLst/>
            <a:gdLst/>
            <a:ahLst/>
            <a:cxnLst/>
            <a:rect l="0" t="0" r="0" b="0"/>
            <a:pathLst>
              <a:path w="159856" h="25010">
                <a:moveTo>
                  <a:pt x="70233" y="4674"/>
                </a:moveTo>
                <a:lnTo>
                  <a:pt x="159856" y="12778"/>
                </a:lnTo>
                <a:lnTo>
                  <a:pt x="125006" y="25010"/>
                </a:lnTo>
                <a:lnTo>
                  <a:pt x="68827" y="22241"/>
                </a:lnTo>
                <a:lnTo>
                  <a:pt x="0" y="10025"/>
                </a:lnTo>
                <a:lnTo>
                  <a:pt x="4271" y="0"/>
                </a:lnTo>
                <a:lnTo>
                  <a:pt x="70233" y="467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7" name="Map / Russia / 6">
            <a:extLst>
              <a:ext uri="{FF2B5EF4-FFF2-40B4-BE49-F238E27FC236}">
                <a16:creationId xmlns:a16="http://schemas.microsoft.com/office/drawing/2014/main" id="{A4ABE7C5-6101-4B9A-974A-4E1212614370}"/>
              </a:ext>
            </a:extLst>
          </p:cNvPr>
          <p:cNvSpPr>
            <a:spLocks noGrp="1"/>
          </p:cNvSpPr>
          <p:nvPr/>
        </p:nvSpPr>
        <p:spPr>
          <a:xfrm>
            <a:off x="14025926" y="2176109"/>
            <a:ext cx="131168" cy="20188"/>
          </a:xfrm>
          <a:custGeom>
            <a:avLst/>
            <a:gdLst/>
            <a:ahLst/>
            <a:cxnLst/>
            <a:rect l="0" t="0" r="0" b="0"/>
            <a:pathLst>
              <a:path w="131168" h="20188">
                <a:moveTo>
                  <a:pt x="0" y="15099"/>
                </a:moveTo>
                <a:lnTo>
                  <a:pt x="28173" y="2864"/>
                </a:lnTo>
                <a:lnTo>
                  <a:pt x="70259" y="0"/>
                </a:lnTo>
                <a:lnTo>
                  <a:pt x="123860" y="11836"/>
                </a:lnTo>
                <a:lnTo>
                  <a:pt x="131168" y="19971"/>
                </a:lnTo>
                <a:lnTo>
                  <a:pt x="78823" y="20188"/>
                </a:lnTo>
                <a:lnTo>
                  <a:pt x="6664" y="16737"/>
                </a:lnTo>
                <a:lnTo>
                  <a:pt x="0" y="1509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8" name="Map / Russia / 7">
            <a:extLst>
              <a:ext uri="{FF2B5EF4-FFF2-40B4-BE49-F238E27FC236}">
                <a16:creationId xmlns:a16="http://schemas.microsoft.com/office/drawing/2014/main" id="{85B600A7-E857-4574-9911-0A5A17879927}"/>
              </a:ext>
            </a:extLst>
          </p:cNvPr>
          <p:cNvSpPr>
            <a:spLocks noGrp="1"/>
          </p:cNvSpPr>
          <p:nvPr/>
        </p:nvSpPr>
        <p:spPr>
          <a:xfrm>
            <a:off x="10714485" y="1957517"/>
            <a:ext cx="226212" cy="28130"/>
          </a:xfrm>
          <a:custGeom>
            <a:avLst/>
            <a:gdLst/>
            <a:ahLst/>
            <a:cxnLst/>
            <a:rect l="0" t="0" r="0" b="0"/>
            <a:pathLst>
              <a:path w="226212" h="28130">
                <a:moveTo>
                  <a:pt x="0" y="10187"/>
                </a:moveTo>
                <a:lnTo>
                  <a:pt x="65563" y="4550"/>
                </a:lnTo>
                <a:lnTo>
                  <a:pt x="117081" y="4175"/>
                </a:lnTo>
                <a:lnTo>
                  <a:pt x="125131" y="12516"/>
                </a:lnTo>
                <a:lnTo>
                  <a:pt x="143637" y="5105"/>
                </a:lnTo>
                <a:lnTo>
                  <a:pt x="174926" y="0"/>
                </a:lnTo>
                <a:lnTo>
                  <a:pt x="226212" y="6784"/>
                </a:lnTo>
                <a:lnTo>
                  <a:pt x="213748" y="11503"/>
                </a:lnTo>
                <a:lnTo>
                  <a:pt x="168715" y="15585"/>
                </a:lnTo>
                <a:lnTo>
                  <a:pt x="138482" y="17934"/>
                </a:lnTo>
                <a:lnTo>
                  <a:pt x="134424" y="23013"/>
                </a:lnTo>
                <a:lnTo>
                  <a:pt x="95363" y="28130"/>
                </a:lnTo>
                <a:lnTo>
                  <a:pt x="57586" y="20791"/>
                </a:lnTo>
                <a:lnTo>
                  <a:pt x="75693" y="11128"/>
                </a:lnTo>
                <a:lnTo>
                  <a:pt x="0" y="1018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89" name="Map / Russia / 8">
            <a:extLst>
              <a:ext uri="{FF2B5EF4-FFF2-40B4-BE49-F238E27FC236}">
                <a16:creationId xmlns:a16="http://schemas.microsoft.com/office/drawing/2014/main" id="{E07688FE-761E-4146-90A1-0EAAA2EECE21}"/>
              </a:ext>
            </a:extLst>
          </p:cNvPr>
          <p:cNvSpPr>
            <a:spLocks noGrp="1"/>
          </p:cNvSpPr>
          <p:nvPr/>
        </p:nvSpPr>
        <p:spPr>
          <a:xfrm>
            <a:off x="9899967" y="2753972"/>
            <a:ext cx="110894" cy="27178"/>
          </a:xfrm>
          <a:custGeom>
            <a:avLst/>
            <a:gdLst/>
            <a:ahLst/>
            <a:cxnLst/>
            <a:rect l="0" t="0" r="0" b="0"/>
            <a:pathLst>
              <a:path w="110894" h="27178">
                <a:moveTo>
                  <a:pt x="110781" y="26714"/>
                </a:moveTo>
                <a:lnTo>
                  <a:pt x="44539" y="27178"/>
                </a:lnTo>
                <a:lnTo>
                  <a:pt x="0" y="23663"/>
                </a:lnTo>
                <a:lnTo>
                  <a:pt x="7592" y="10040"/>
                </a:lnTo>
                <a:lnTo>
                  <a:pt x="56778" y="0"/>
                </a:lnTo>
                <a:lnTo>
                  <a:pt x="94731" y="5423"/>
                </a:lnTo>
                <a:lnTo>
                  <a:pt x="110894" y="10337"/>
                </a:lnTo>
                <a:lnTo>
                  <a:pt x="107490" y="18813"/>
                </a:lnTo>
                <a:lnTo>
                  <a:pt x="110781" y="2671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0" name="Map / Russia / 9">
            <a:extLst>
              <a:ext uri="{FF2B5EF4-FFF2-40B4-BE49-F238E27FC236}">
                <a16:creationId xmlns:a16="http://schemas.microsoft.com/office/drawing/2014/main" id="{32210832-4583-4658-AF53-D9F9AE701003}"/>
              </a:ext>
            </a:extLst>
          </p:cNvPr>
          <p:cNvSpPr>
            <a:spLocks noGrp="1"/>
          </p:cNvSpPr>
          <p:nvPr/>
        </p:nvSpPr>
        <p:spPr>
          <a:xfrm>
            <a:off x="10975922" y="2080698"/>
            <a:ext cx="577298" cy="195240"/>
          </a:xfrm>
          <a:custGeom>
            <a:avLst/>
            <a:gdLst/>
            <a:ahLst/>
            <a:cxnLst/>
            <a:rect l="0" t="0" r="0" b="0"/>
            <a:pathLst>
              <a:path w="577298" h="195240">
                <a:moveTo>
                  <a:pt x="63505" y="98747"/>
                </a:moveTo>
                <a:lnTo>
                  <a:pt x="142102" y="71577"/>
                </a:lnTo>
                <a:lnTo>
                  <a:pt x="130673" y="57526"/>
                </a:lnTo>
                <a:lnTo>
                  <a:pt x="205110" y="41181"/>
                </a:lnTo>
                <a:lnTo>
                  <a:pt x="315310" y="21292"/>
                </a:lnTo>
                <a:lnTo>
                  <a:pt x="428537" y="15498"/>
                </a:lnTo>
                <a:lnTo>
                  <a:pt x="485230" y="4022"/>
                </a:lnTo>
                <a:lnTo>
                  <a:pt x="551191" y="0"/>
                </a:lnTo>
                <a:lnTo>
                  <a:pt x="577298" y="12224"/>
                </a:lnTo>
                <a:lnTo>
                  <a:pt x="556044" y="21857"/>
                </a:lnTo>
                <a:lnTo>
                  <a:pt x="437108" y="37208"/>
                </a:lnTo>
                <a:lnTo>
                  <a:pt x="334615" y="51970"/>
                </a:lnTo>
                <a:lnTo>
                  <a:pt x="232375" y="81435"/>
                </a:lnTo>
                <a:lnTo>
                  <a:pt x="185597" y="111648"/>
                </a:lnTo>
                <a:lnTo>
                  <a:pt x="135817" y="141421"/>
                </a:lnTo>
                <a:lnTo>
                  <a:pt x="146665" y="167136"/>
                </a:lnTo>
                <a:lnTo>
                  <a:pt x="216931" y="192524"/>
                </a:lnTo>
                <a:lnTo>
                  <a:pt x="196792" y="195240"/>
                </a:lnTo>
                <a:lnTo>
                  <a:pt x="82544" y="191218"/>
                </a:lnTo>
                <a:lnTo>
                  <a:pt x="71377" y="177473"/>
                </a:lnTo>
                <a:lnTo>
                  <a:pt x="7356" y="169174"/>
                </a:lnTo>
                <a:lnTo>
                  <a:pt x="0" y="152454"/>
                </a:lnTo>
                <a:lnTo>
                  <a:pt x="34531" y="145812"/>
                </a:lnTo>
                <a:lnTo>
                  <a:pt x="30991" y="128932"/>
                </a:lnTo>
                <a:lnTo>
                  <a:pt x="95804" y="102532"/>
                </a:lnTo>
                <a:lnTo>
                  <a:pt x="63505" y="9874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1" name="Map / Russia / 10">
            <a:extLst>
              <a:ext uri="{FF2B5EF4-FFF2-40B4-BE49-F238E27FC236}">
                <a16:creationId xmlns:a16="http://schemas.microsoft.com/office/drawing/2014/main" id="{10879F12-A374-4CCD-9195-222A3CD94D51}"/>
              </a:ext>
            </a:extLst>
          </p:cNvPr>
          <p:cNvSpPr>
            <a:spLocks noGrp="1"/>
          </p:cNvSpPr>
          <p:nvPr/>
        </p:nvSpPr>
        <p:spPr>
          <a:xfrm>
            <a:off x="14307343" y="2779499"/>
            <a:ext cx="149404" cy="260005"/>
          </a:xfrm>
          <a:custGeom>
            <a:avLst/>
            <a:gdLst/>
            <a:ahLst/>
            <a:cxnLst/>
            <a:rect l="0" t="0" r="0" b="0"/>
            <a:pathLst>
              <a:path w="149404" h="260005">
                <a:moveTo>
                  <a:pt x="40488" y="20471"/>
                </a:moveTo>
                <a:lnTo>
                  <a:pt x="62540" y="50308"/>
                </a:lnTo>
                <a:lnTo>
                  <a:pt x="71250" y="80772"/>
                </a:lnTo>
                <a:lnTo>
                  <a:pt x="95969" y="112008"/>
                </a:lnTo>
                <a:lnTo>
                  <a:pt x="149404" y="166838"/>
                </a:lnTo>
                <a:lnTo>
                  <a:pt x="92436" y="156618"/>
                </a:lnTo>
                <a:lnTo>
                  <a:pt x="83409" y="201349"/>
                </a:lnTo>
                <a:lnTo>
                  <a:pt x="128314" y="233074"/>
                </a:lnTo>
                <a:lnTo>
                  <a:pt x="133570" y="254707"/>
                </a:lnTo>
                <a:lnTo>
                  <a:pt x="100468" y="236045"/>
                </a:lnTo>
                <a:lnTo>
                  <a:pt x="83388" y="260005"/>
                </a:lnTo>
                <a:lnTo>
                  <a:pt x="69162" y="234028"/>
                </a:lnTo>
                <a:lnTo>
                  <a:pt x="64448" y="203870"/>
                </a:lnTo>
                <a:lnTo>
                  <a:pt x="50404" y="170467"/>
                </a:lnTo>
                <a:lnTo>
                  <a:pt x="51791" y="147064"/>
                </a:lnTo>
                <a:lnTo>
                  <a:pt x="40756" y="105670"/>
                </a:lnTo>
                <a:lnTo>
                  <a:pt x="10097" y="75237"/>
                </a:lnTo>
                <a:lnTo>
                  <a:pt x="0" y="32935"/>
                </a:lnTo>
                <a:lnTo>
                  <a:pt x="28815" y="18689"/>
                </a:lnTo>
                <a:lnTo>
                  <a:pt x="9878" y="4346"/>
                </a:lnTo>
                <a:lnTo>
                  <a:pt x="24513" y="0"/>
                </a:lnTo>
                <a:lnTo>
                  <a:pt x="40488" y="2047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2" name="Map / Russia / 11">
            <a:extLst>
              <a:ext uri="{FF2B5EF4-FFF2-40B4-BE49-F238E27FC236}">
                <a16:creationId xmlns:a16="http://schemas.microsoft.com/office/drawing/2014/main" id="{71E25B09-AAF8-4A86-B045-F85C01288F65}"/>
              </a:ext>
            </a:extLst>
          </p:cNvPr>
          <p:cNvSpPr>
            <a:spLocks noGrp="1"/>
          </p:cNvSpPr>
          <p:nvPr/>
        </p:nvSpPr>
        <p:spPr>
          <a:xfrm>
            <a:off x="2848098" y="2327607"/>
            <a:ext cx="369286" cy="145833"/>
          </a:xfrm>
          <a:custGeom>
            <a:avLst/>
            <a:gdLst/>
            <a:ahLst/>
            <a:cxnLst/>
            <a:rect l="0" t="0" r="0" b="0"/>
            <a:pathLst>
              <a:path w="369286" h="145833">
                <a:moveTo>
                  <a:pt x="209512" y="54413"/>
                </a:moveTo>
                <a:lnTo>
                  <a:pt x="197847" y="73654"/>
                </a:lnTo>
                <a:lnTo>
                  <a:pt x="218092" y="81355"/>
                </a:lnTo>
                <a:lnTo>
                  <a:pt x="220012" y="58862"/>
                </a:lnTo>
                <a:lnTo>
                  <a:pt x="313191" y="63478"/>
                </a:lnTo>
                <a:lnTo>
                  <a:pt x="369286" y="92448"/>
                </a:lnTo>
                <a:lnTo>
                  <a:pt x="328551" y="105940"/>
                </a:lnTo>
                <a:lnTo>
                  <a:pt x="269452" y="109143"/>
                </a:lnTo>
                <a:lnTo>
                  <a:pt x="255376" y="139391"/>
                </a:lnTo>
                <a:lnTo>
                  <a:pt x="238447" y="145833"/>
                </a:lnTo>
                <a:lnTo>
                  <a:pt x="205794" y="144907"/>
                </a:lnTo>
                <a:lnTo>
                  <a:pt x="183645" y="134114"/>
                </a:lnTo>
                <a:lnTo>
                  <a:pt x="140764" y="125087"/>
                </a:lnTo>
                <a:lnTo>
                  <a:pt x="138878" y="111658"/>
                </a:lnTo>
                <a:lnTo>
                  <a:pt x="105399" y="106595"/>
                </a:lnTo>
                <a:lnTo>
                  <a:pt x="63548" y="110610"/>
                </a:lnTo>
                <a:lnTo>
                  <a:pt x="49343" y="99778"/>
                </a:lnTo>
                <a:lnTo>
                  <a:pt x="62226" y="88273"/>
                </a:lnTo>
                <a:lnTo>
                  <a:pt x="16751" y="95626"/>
                </a:lnTo>
                <a:lnTo>
                  <a:pt x="25969" y="110190"/>
                </a:lnTo>
                <a:lnTo>
                  <a:pt x="0" y="123327"/>
                </a:lnTo>
                <a:lnTo>
                  <a:pt x="57040" y="0"/>
                </a:lnTo>
                <a:lnTo>
                  <a:pt x="131695" y="23639"/>
                </a:lnTo>
                <a:lnTo>
                  <a:pt x="209512" y="5441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3" name="Map / Russia / 12">
            <a:extLst>
              <a:ext uri="{FF2B5EF4-FFF2-40B4-BE49-F238E27FC236}">
                <a16:creationId xmlns:a16="http://schemas.microsoft.com/office/drawing/2014/main" id="{F1AB380D-4A43-4075-8C54-96E9DD82D829}"/>
              </a:ext>
            </a:extLst>
          </p:cNvPr>
          <p:cNvSpPr>
            <a:spLocks noGrp="1"/>
          </p:cNvSpPr>
          <p:nvPr/>
        </p:nvSpPr>
        <p:spPr>
          <a:xfrm>
            <a:off x="2932440" y="2247307"/>
            <a:ext cx="90572" cy="22456"/>
          </a:xfrm>
          <a:custGeom>
            <a:avLst/>
            <a:gdLst/>
            <a:ahLst/>
            <a:cxnLst/>
            <a:rect l="0" t="0" r="0" b="0"/>
            <a:pathLst>
              <a:path w="90572" h="22456">
                <a:moveTo>
                  <a:pt x="46309" y="20574"/>
                </a:moveTo>
                <a:lnTo>
                  <a:pt x="0" y="22456"/>
                </a:lnTo>
                <a:lnTo>
                  <a:pt x="10067" y="1297"/>
                </a:lnTo>
                <a:lnTo>
                  <a:pt x="15133" y="0"/>
                </a:lnTo>
                <a:lnTo>
                  <a:pt x="44524" y="65"/>
                </a:lnTo>
                <a:lnTo>
                  <a:pt x="90572" y="8920"/>
                </a:lnTo>
                <a:lnTo>
                  <a:pt x="85609" y="13152"/>
                </a:lnTo>
                <a:lnTo>
                  <a:pt x="46309" y="2057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4" name="Map / Russia / 13">
            <a:extLst>
              <a:ext uri="{FF2B5EF4-FFF2-40B4-BE49-F238E27FC236}">
                <a16:creationId xmlns:a16="http://schemas.microsoft.com/office/drawing/2014/main" id="{EAA56509-D1B8-4518-B50C-0B6B36190BD7}"/>
              </a:ext>
            </a:extLst>
          </p:cNvPr>
          <p:cNvSpPr>
            <a:spLocks noGrp="1"/>
          </p:cNvSpPr>
          <p:nvPr/>
        </p:nvSpPr>
        <p:spPr>
          <a:xfrm>
            <a:off x="10380396" y="3031678"/>
            <a:ext cx="148974" cy="57520"/>
          </a:xfrm>
          <a:custGeom>
            <a:avLst/>
            <a:gdLst/>
            <a:ahLst/>
            <a:cxnLst/>
            <a:rect l="0" t="0" r="0" b="0"/>
            <a:pathLst>
              <a:path w="148974" h="57520">
                <a:moveTo>
                  <a:pt x="34631" y="7667"/>
                </a:moveTo>
                <a:lnTo>
                  <a:pt x="43752" y="0"/>
                </a:lnTo>
                <a:lnTo>
                  <a:pt x="70213" y="6637"/>
                </a:lnTo>
                <a:lnTo>
                  <a:pt x="82065" y="7860"/>
                </a:lnTo>
                <a:lnTo>
                  <a:pt x="87241" y="13973"/>
                </a:lnTo>
                <a:lnTo>
                  <a:pt x="92829" y="14916"/>
                </a:lnTo>
                <a:lnTo>
                  <a:pt x="93314" y="17594"/>
                </a:lnTo>
                <a:lnTo>
                  <a:pt x="111753" y="25062"/>
                </a:lnTo>
                <a:lnTo>
                  <a:pt x="148974" y="23204"/>
                </a:lnTo>
                <a:lnTo>
                  <a:pt x="142619" y="34249"/>
                </a:lnTo>
                <a:lnTo>
                  <a:pt x="102879" y="39611"/>
                </a:lnTo>
                <a:lnTo>
                  <a:pt x="54314" y="57520"/>
                </a:lnTo>
                <a:lnTo>
                  <a:pt x="33502" y="51223"/>
                </a:lnTo>
                <a:lnTo>
                  <a:pt x="40629" y="36677"/>
                </a:lnTo>
                <a:lnTo>
                  <a:pt x="0" y="27616"/>
                </a:lnTo>
                <a:lnTo>
                  <a:pt x="6085" y="21681"/>
                </a:lnTo>
                <a:lnTo>
                  <a:pt x="40450" y="11392"/>
                </a:lnTo>
                <a:lnTo>
                  <a:pt x="34631" y="766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5" name="Map / The Bahamas / 0">
            <a:extLst>
              <a:ext uri="{FF2B5EF4-FFF2-40B4-BE49-F238E27FC236}">
                <a16:creationId xmlns:a16="http://schemas.microsoft.com/office/drawing/2014/main" id="{F0A1B78F-3901-4807-85C3-A55163AF8C3E}"/>
              </a:ext>
            </a:extLst>
          </p:cNvPr>
          <p:cNvSpPr>
            <a:spLocks noGrp="1"/>
          </p:cNvSpPr>
          <p:nvPr/>
        </p:nvSpPr>
        <p:spPr>
          <a:xfrm>
            <a:off x="6224475" y="3630668"/>
            <a:ext cx="42945" cy="13930"/>
          </a:xfrm>
          <a:custGeom>
            <a:avLst/>
            <a:gdLst/>
            <a:ahLst/>
            <a:cxnLst/>
            <a:rect l="0" t="0" r="0" b="0"/>
            <a:pathLst>
              <a:path w="42945" h="13930">
                <a:moveTo>
                  <a:pt x="0" y="2476"/>
                </a:moveTo>
                <a:lnTo>
                  <a:pt x="17902" y="0"/>
                </a:lnTo>
                <a:lnTo>
                  <a:pt x="42604" y="929"/>
                </a:lnTo>
                <a:lnTo>
                  <a:pt x="42945" y="8977"/>
                </a:lnTo>
                <a:lnTo>
                  <a:pt x="1499" y="13930"/>
                </a:lnTo>
                <a:lnTo>
                  <a:pt x="0" y="247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6" name="Map / The Bahamas / 1">
            <a:extLst>
              <a:ext uri="{FF2B5EF4-FFF2-40B4-BE49-F238E27FC236}">
                <a16:creationId xmlns:a16="http://schemas.microsoft.com/office/drawing/2014/main" id="{6984F3F2-C7EC-4FC1-ABF1-AACB07A12FDD}"/>
              </a:ext>
            </a:extLst>
          </p:cNvPr>
          <p:cNvSpPr>
            <a:spLocks noGrp="1"/>
          </p:cNvSpPr>
          <p:nvPr/>
        </p:nvSpPr>
        <p:spPr>
          <a:xfrm>
            <a:off x="6269667" y="3625406"/>
            <a:ext cx="28596" cy="35935"/>
          </a:xfrm>
          <a:custGeom>
            <a:avLst/>
            <a:gdLst/>
            <a:ahLst/>
            <a:cxnLst/>
            <a:rect l="0" t="0" r="0" b="0"/>
            <a:pathLst>
              <a:path w="28596" h="35935">
                <a:moveTo>
                  <a:pt x="276" y="0"/>
                </a:moveTo>
                <a:lnTo>
                  <a:pt x="28596" y="13930"/>
                </a:lnTo>
                <a:lnTo>
                  <a:pt x="20016" y="35935"/>
                </a:lnTo>
                <a:lnTo>
                  <a:pt x="13477" y="31967"/>
                </a:lnTo>
                <a:lnTo>
                  <a:pt x="15641" y="15788"/>
                </a:lnTo>
                <a:lnTo>
                  <a:pt x="0" y="3555"/>
                </a:lnTo>
                <a:lnTo>
                  <a:pt x="276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7" name="Map / The Bahamas / 2">
            <a:extLst>
              <a:ext uri="{FF2B5EF4-FFF2-40B4-BE49-F238E27FC236}">
                <a16:creationId xmlns:a16="http://schemas.microsoft.com/office/drawing/2014/main" id="{AEE60C53-FE87-426F-AFBF-7A3481F820C4}"/>
              </a:ext>
            </a:extLst>
          </p:cNvPr>
          <p:cNvSpPr>
            <a:spLocks noGrp="1"/>
          </p:cNvSpPr>
          <p:nvPr/>
        </p:nvSpPr>
        <p:spPr>
          <a:xfrm>
            <a:off x="6239442" y="3682046"/>
            <a:ext cx="32045" cy="46444"/>
          </a:xfrm>
          <a:custGeom>
            <a:avLst/>
            <a:gdLst/>
            <a:ahLst/>
            <a:cxnLst/>
            <a:rect l="0" t="0" r="0" b="0"/>
            <a:pathLst>
              <a:path w="32045" h="46444">
                <a:moveTo>
                  <a:pt x="9999" y="0"/>
                </a:moveTo>
                <a:lnTo>
                  <a:pt x="21205" y="1248"/>
                </a:lnTo>
                <a:lnTo>
                  <a:pt x="32045" y="26941"/>
                </a:lnTo>
                <a:lnTo>
                  <a:pt x="30662" y="44904"/>
                </a:lnTo>
                <a:lnTo>
                  <a:pt x="21283" y="46444"/>
                </a:lnTo>
                <a:lnTo>
                  <a:pt x="13290" y="28608"/>
                </a:lnTo>
                <a:lnTo>
                  <a:pt x="0" y="19647"/>
                </a:lnTo>
                <a:lnTo>
                  <a:pt x="9999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8" name="Map / Falkland Islands / 0">
            <a:extLst>
              <a:ext uri="{FF2B5EF4-FFF2-40B4-BE49-F238E27FC236}">
                <a16:creationId xmlns:a16="http://schemas.microsoft.com/office/drawing/2014/main" id="{FEA07E54-C912-4833-B0BF-8F580EFB0403}"/>
              </a:ext>
            </a:extLst>
          </p:cNvPr>
          <p:cNvSpPr>
            <a:spLocks noGrp="1"/>
          </p:cNvSpPr>
          <p:nvPr/>
        </p:nvSpPr>
        <p:spPr>
          <a:xfrm>
            <a:off x="6975782" y="6044327"/>
            <a:ext cx="123737" cy="37147"/>
          </a:xfrm>
          <a:custGeom>
            <a:avLst/>
            <a:gdLst/>
            <a:ahLst/>
            <a:cxnLst/>
            <a:rect l="0" t="0" r="0" b="0"/>
            <a:pathLst>
              <a:path w="123737" h="37147">
                <a:moveTo>
                  <a:pt x="0" y="23217"/>
                </a:moveTo>
                <a:lnTo>
                  <a:pt x="41011" y="4643"/>
                </a:lnTo>
                <a:lnTo>
                  <a:pt x="72819" y="12382"/>
                </a:lnTo>
                <a:lnTo>
                  <a:pt x="92978" y="0"/>
                </a:lnTo>
                <a:lnTo>
                  <a:pt x="123737" y="13930"/>
                </a:lnTo>
                <a:lnTo>
                  <a:pt x="114248" y="24765"/>
                </a:lnTo>
                <a:lnTo>
                  <a:pt x="66589" y="34052"/>
                </a:lnTo>
                <a:lnTo>
                  <a:pt x="48879" y="23217"/>
                </a:lnTo>
                <a:lnTo>
                  <a:pt x="19966" y="37147"/>
                </a:lnTo>
                <a:lnTo>
                  <a:pt x="0" y="2321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99" name="Map / Norway / 0">
            <a:extLst>
              <a:ext uri="{FF2B5EF4-FFF2-40B4-BE49-F238E27FC236}">
                <a16:creationId xmlns:a16="http://schemas.microsoft.com/office/drawing/2014/main" id="{8189109E-D698-4C6F-BE89-0BA07251B3CC}"/>
              </a:ext>
            </a:extLst>
          </p:cNvPr>
          <p:cNvSpPr>
            <a:spLocks noGrp="1"/>
          </p:cNvSpPr>
          <p:nvPr/>
        </p:nvSpPr>
        <p:spPr>
          <a:xfrm>
            <a:off x="9547122" y="1984388"/>
            <a:ext cx="379057" cy="101549"/>
          </a:xfrm>
          <a:custGeom>
            <a:avLst/>
            <a:gdLst/>
            <a:ahLst/>
            <a:cxnLst/>
            <a:rect l="0" t="0" r="0" b="0"/>
            <a:pathLst>
              <a:path w="379057" h="101549">
                <a:moveTo>
                  <a:pt x="159886" y="11657"/>
                </a:moveTo>
                <a:lnTo>
                  <a:pt x="172358" y="1077"/>
                </a:lnTo>
                <a:lnTo>
                  <a:pt x="222239" y="0"/>
                </a:lnTo>
                <a:lnTo>
                  <a:pt x="265658" y="10807"/>
                </a:lnTo>
                <a:lnTo>
                  <a:pt x="379057" y="33889"/>
                </a:lnTo>
                <a:lnTo>
                  <a:pt x="293891" y="46071"/>
                </a:lnTo>
                <a:lnTo>
                  <a:pt x="276078" y="68852"/>
                </a:lnTo>
                <a:lnTo>
                  <a:pt x="246362" y="74694"/>
                </a:lnTo>
                <a:lnTo>
                  <a:pt x="231268" y="100343"/>
                </a:lnTo>
                <a:lnTo>
                  <a:pt x="190014" y="101549"/>
                </a:lnTo>
                <a:lnTo>
                  <a:pt x="115584" y="82669"/>
                </a:lnTo>
                <a:lnTo>
                  <a:pt x="146189" y="71670"/>
                </a:lnTo>
                <a:lnTo>
                  <a:pt x="94604" y="62715"/>
                </a:lnTo>
                <a:lnTo>
                  <a:pt x="27219" y="36577"/>
                </a:lnTo>
                <a:lnTo>
                  <a:pt x="0" y="12335"/>
                </a:lnTo>
                <a:lnTo>
                  <a:pt x="92391" y="1251"/>
                </a:lnTo>
                <a:lnTo>
                  <a:pt x="111426" y="12087"/>
                </a:lnTo>
                <a:lnTo>
                  <a:pt x="159886" y="1165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0" name="Map / Norway / 1">
            <a:extLst>
              <a:ext uri="{FF2B5EF4-FFF2-40B4-BE49-F238E27FC236}">
                <a16:creationId xmlns:a16="http://schemas.microsoft.com/office/drawing/2014/main" id="{A496EE5D-B9D8-4F26-B0BE-A652C2F26B48}"/>
              </a:ext>
            </a:extLst>
          </p:cNvPr>
          <p:cNvSpPr>
            <a:spLocks noGrp="1"/>
          </p:cNvSpPr>
          <p:nvPr/>
        </p:nvSpPr>
        <p:spPr>
          <a:xfrm>
            <a:off x="9368717" y="2258827"/>
            <a:ext cx="912048" cy="405731"/>
          </a:xfrm>
          <a:custGeom>
            <a:avLst/>
            <a:gdLst/>
            <a:ahLst/>
            <a:cxnLst/>
            <a:rect l="0" t="0" r="0" b="0"/>
            <a:pathLst>
              <a:path w="912048" h="405731">
                <a:moveTo>
                  <a:pt x="907616" y="50377"/>
                </a:moveTo>
                <a:lnTo>
                  <a:pt x="849227" y="62796"/>
                </a:lnTo>
                <a:lnTo>
                  <a:pt x="821246" y="65649"/>
                </a:lnTo>
                <a:lnTo>
                  <a:pt x="834391" y="43926"/>
                </a:lnTo>
                <a:lnTo>
                  <a:pt x="788760" y="31615"/>
                </a:lnTo>
                <a:lnTo>
                  <a:pt x="735405" y="42106"/>
                </a:lnTo>
                <a:lnTo>
                  <a:pt x="719836" y="64803"/>
                </a:lnTo>
                <a:lnTo>
                  <a:pt x="687427" y="78502"/>
                </a:lnTo>
                <a:lnTo>
                  <a:pt x="649442" y="71021"/>
                </a:lnTo>
                <a:lnTo>
                  <a:pt x="603918" y="72553"/>
                </a:lnTo>
                <a:lnTo>
                  <a:pt x="564188" y="56187"/>
                </a:lnTo>
                <a:lnTo>
                  <a:pt x="543717" y="64365"/>
                </a:lnTo>
                <a:lnTo>
                  <a:pt x="522126" y="65638"/>
                </a:lnTo>
                <a:lnTo>
                  <a:pt x="518057" y="86005"/>
                </a:lnTo>
                <a:lnTo>
                  <a:pt x="451918" y="81046"/>
                </a:lnTo>
                <a:lnTo>
                  <a:pt x="443458" y="98284"/>
                </a:lnTo>
                <a:lnTo>
                  <a:pt x="409841" y="98179"/>
                </a:lnTo>
                <a:lnTo>
                  <a:pt x="387651" y="120204"/>
                </a:lnTo>
                <a:lnTo>
                  <a:pt x="353912" y="154521"/>
                </a:lnTo>
                <a:lnTo>
                  <a:pt x="300840" y="198072"/>
                </a:lnTo>
                <a:lnTo>
                  <a:pt x="314053" y="208647"/>
                </a:lnTo>
                <a:lnTo>
                  <a:pt x="302193" y="220915"/>
                </a:lnTo>
                <a:lnTo>
                  <a:pt x="267145" y="220385"/>
                </a:lnTo>
                <a:lnTo>
                  <a:pt x="245080" y="249419"/>
                </a:lnTo>
                <a:lnTo>
                  <a:pt x="248477" y="290528"/>
                </a:lnTo>
                <a:lnTo>
                  <a:pt x="271643" y="306216"/>
                </a:lnTo>
                <a:lnTo>
                  <a:pt x="260982" y="342610"/>
                </a:lnTo>
                <a:lnTo>
                  <a:pt x="231934" y="363831"/>
                </a:lnTo>
                <a:lnTo>
                  <a:pt x="216681" y="381670"/>
                </a:lnTo>
                <a:lnTo>
                  <a:pt x="192255" y="362673"/>
                </a:lnTo>
                <a:lnTo>
                  <a:pt x="122554" y="398475"/>
                </a:lnTo>
                <a:lnTo>
                  <a:pt x="75013" y="405731"/>
                </a:lnTo>
                <a:lnTo>
                  <a:pt x="25340" y="389966"/>
                </a:lnTo>
                <a:lnTo>
                  <a:pt x="12140" y="356685"/>
                </a:lnTo>
                <a:lnTo>
                  <a:pt x="0" y="285246"/>
                </a:lnTo>
                <a:lnTo>
                  <a:pt x="32375" y="265326"/>
                </a:lnTo>
                <a:lnTo>
                  <a:pt x="125362" y="239337"/>
                </a:lnTo>
                <a:lnTo>
                  <a:pt x="194330" y="207389"/>
                </a:lnTo>
                <a:lnTo>
                  <a:pt x="257565" y="164246"/>
                </a:lnTo>
                <a:lnTo>
                  <a:pt x="339808" y="104472"/>
                </a:lnTo>
                <a:lnTo>
                  <a:pt x="397462" y="81176"/>
                </a:lnTo>
                <a:lnTo>
                  <a:pt x="491584" y="42349"/>
                </a:lnTo>
                <a:lnTo>
                  <a:pt x="567311" y="28799"/>
                </a:lnTo>
                <a:lnTo>
                  <a:pt x="624701" y="30442"/>
                </a:lnTo>
                <a:lnTo>
                  <a:pt x="676074" y="4798"/>
                </a:lnTo>
                <a:lnTo>
                  <a:pt x="739549" y="6167"/>
                </a:lnTo>
                <a:lnTo>
                  <a:pt x="801503" y="0"/>
                </a:lnTo>
                <a:lnTo>
                  <a:pt x="912048" y="22650"/>
                </a:lnTo>
                <a:lnTo>
                  <a:pt x="867874" y="30932"/>
                </a:lnTo>
                <a:lnTo>
                  <a:pt x="907616" y="5037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1" name="Map / Norway / 2">
            <a:extLst>
              <a:ext uri="{FF2B5EF4-FFF2-40B4-BE49-F238E27FC236}">
                <a16:creationId xmlns:a16="http://schemas.microsoft.com/office/drawing/2014/main" id="{728FBB47-F0D2-4792-A50E-DCF8F1DD468F}"/>
              </a:ext>
            </a:extLst>
          </p:cNvPr>
          <p:cNvSpPr>
            <a:spLocks noGrp="1"/>
          </p:cNvSpPr>
          <p:nvPr/>
        </p:nvSpPr>
        <p:spPr>
          <a:xfrm>
            <a:off x="9781789" y="1965620"/>
            <a:ext cx="341754" cy="38916"/>
          </a:xfrm>
          <a:custGeom>
            <a:avLst/>
            <a:gdLst/>
            <a:ahLst/>
            <a:cxnLst/>
            <a:rect l="0" t="0" r="0" b="0"/>
            <a:pathLst>
              <a:path w="341754" h="38916">
                <a:moveTo>
                  <a:pt x="341754" y="18597"/>
                </a:moveTo>
                <a:lnTo>
                  <a:pt x="292521" y="35269"/>
                </a:lnTo>
                <a:lnTo>
                  <a:pt x="194006" y="38916"/>
                </a:lnTo>
                <a:lnTo>
                  <a:pt x="93275" y="33752"/>
                </a:lnTo>
                <a:lnTo>
                  <a:pt x="86751" y="25223"/>
                </a:lnTo>
                <a:lnTo>
                  <a:pt x="37904" y="24680"/>
                </a:lnTo>
                <a:lnTo>
                  <a:pt x="0" y="10471"/>
                </a:lnTo>
                <a:lnTo>
                  <a:pt x="104442" y="1826"/>
                </a:lnTo>
                <a:lnTo>
                  <a:pt x="154194" y="9270"/>
                </a:lnTo>
                <a:lnTo>
                  <a:pt x="187970" y="0"/>
                </a:lnTo>
                <a:lnTo>
                  <a:pt x="274353" y="7733"/>
                </a:lnTo>
                <a:lnTo>
                  <a:pt x="341754" y="1859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2" name="Map / Norway / 3">
            <a:extLst>
              <a:ext uri="{FF2B5EF4-FFF2-40B4-BE49-F238E27FC236}">
                <a16:creationId xmlns:a16="http://schemas.microsoft.com/office/drawing/2014/main" id="{5BE124BA-15B2-4FA0-BD68-FA5606B0914E}"/>
              </a:ext>
            </a:extLst>
          </p:cNvPr>
          <p:cNvSpPr>
            <a:spLocks noGrp="1"/>
          </p:cNvSpPr>
          <p:nvPr/>
        </p:nvSpPr>
        <p:spPr>
          <a:xfrm>
            <a:off x="9900539" y="2033792"/>
            <a:ext cx="136382" cy="31266"/>
          </a:xfrm>
          <a:custGeom>
            <a:avLst/>
            <a:gdLst/>
            <a:ahLst/>
            <a:cxnLst/>
            <a:rect l="0" t="0" r="0" b="0"/>
            <a:pathLst>
              <a:path w="136382" h="31266">
                <a:moveTo>
                  <a:pt x="136382" y="18607"/>
                </a:moveTo>
                <a:lnTo>
                  <a:pt x="60787" y="31266"/>
                </a:lnTo>
                <a:lnTo>
                  <a:pt x="0" y="24081"/>
                </a:lnTo>
                <a:lnTo>
                  <a:pt x="23137" y="16094"/>
                </a:lnTo>
                <a:lnTo>
                  <a:pt x="1921" y="6201"/>
                </a:lnTo>
                <a:lnTo>
                  <a:pt x="72315" y="0"/>
                </a:lnTo>
                <a:lnTo>
                  <a:pt x="86611" y="11621"/>
                </a:lnTo>
                <a:lnTo>
                  <a:pt x="136382" y="1860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3" name="Map / Greenland / 0">
            <a:extLst>
              <a:ext uri="{FF2B5EF4-FFF2-40B4-BE49-F238E27FC236}">
                <a16:creationId xmlns:a16="http://schemas.microsoft.com/office/drawing/2014/main" id="{7EAC538F-690F-4F4D-8107-D82B6B4474D3}"/>
              </a:ext>
            </a:extLst>
          </p:cNvPr>
          <p:cNvSpPr>
            <a:spLocks noGrp="1"/>
          </p:cNvSpPr>
          <p:nvPr/>
        </p:nvSpPr>
        <p:spPr>
          <a:xfrm>
            <a:off x="6686843" y="1873123"/>
            <a:ext cx="2090950" cy="730827"/>
          </a:xfrm>
          <a:custGeom>
            <a:avLst/>
            <a:gdLst/>
            <a:ahLst/>
            <a:cxnLst/>
            <a:rect l="0" t="0" r="0" b="0"/>
            <a:pathLst>
              <a:path w="2090950" h="730827">
                <a:moveTo>
                  <a:pt x="924983" y="31488"/>
                </a:moveTo>
                <a:lnTo>
                  <a:pt x="1040627" y="13001"/>
                </a:lnTo>
                <a:lnTo>
                  <a:pt x="1158833" y="14393"/>
                </a:lnTo>
                <a:lnTo>
                  <a:pt x="1203081" y="2974"/>
                </a:lnTo>
                <a:lnTo>
                  <a:pt x="1322488" y="0"/>
                </a:lnTo>
                <a:lnTo>
                  <a:pt x="1591334" y="3884"/>
                </a:lnTo>
                <a:lnTo>
                  <a:pt x="1800749" y="28431"/>
                </a:lnTo>
                <a:lnTo>
                  <a:pt x="1737638" y="40351"/>
                </a:lnTo>
                <a:lnTo>
                  <a:pt x="1608202" y="41713"/>
                </a:lnTo>
                <a:lnTo>
                  <a:pt x="1425950" y="44736"/>
                </a:lnTo>
                <a:lnTo>
                  <a:pt x="1442499" y="50260"/>
                </a:lnTo>
                <a:lnTo>
                  <a:pt x="1562529" y="46848"/>
                </a:lnTo>
                <a:lnTo>
                  <a:pt x="1663683" y="57522"/>
                </a:lnTo>
                <a:lnTo>
                  <a:pt x="1730002" y="48043"/>
                </a:lnTo>
                <a:lnTo>
                  <a:pt x="1757454" y="59146"/>
                </a:lnTo>
                <a:lnTo>
                  <a:pt x="1719129" y="77156"/>
                </a:lnTo>
                <a:lnTo>
                  <a:pt x="1806115" y="65643"/>
                </a:lnTo>
                <a:lnTo>
                  <a:pt x="1971127" y="53637"/>
                </a:lnTo>
                <a:lnTo>
                  <a:pt x="2072379" y="59630"/>
                </a:lnTo>
                <a:lnTo>
                  <a:pt x="2090950" y="72858"/>
                </a:lnTo>
                <a:lnTo>
                  <a:pt x="1951770" y="94884"/>
                </a:lnTo>
                <a:lnTo>
                  <a:pt x="1932265" y="102005"/>
                </a:lnTo>
                <a:lnTo>
                  <a:pt x="1823370" y="107358"/>
                </a:lnTo>
                <a:lnTo>
                  <a:pt x="1902020" y="108842"/>
                </a:lnTo>
                <a:lnTo>
                  <a:pt x="1861084" y="131413"/>
                </a:lnTo>
                <a:lnTo>
                  <a:pt x="1832582" y="151495"/>
                </a:lnTo>
                <a:lnTo>
                  <a:pt x="1831803" y="185940"/>
                </a:lnTo>
                <a:lnTo>
                  <a:pt x="1871858" y="206153"/>
                </a:lnTo>
                <a:lnTo>
                  <a:pt x="1818264" y="207431"/>
                </a:lnTo>
                <a:lnTo>
                  <a:pt x="1761340" y="217226"/>
                </a:lnTo>
                <a:lnTo>
                  <a:pt x="1823739" y="233628"/>
                </a:lnTo>
                <a:lnTo>
                  <a:pt x="1830418" y="259932"/>
                </a:lnTo>
                <a:lnTo>
                  <a:pt x="1793468" y="262796"/>
                </a:lnTo>
                <a:lnTo>
                  <a:pt x="1836659" y="289426"/>
                </a:lnTo>
                <a:lnTo>
                  <a:pt x="1759919" y="291648"/>
                </a:lnTo>
                <a:lnTo>
                  <a:pt x="1799230" y="304238"/>
                </a:lnTo>
                <a:lnTo>
                  <a:pt x="1787304" y="315158"/>
                </a:lnTo>
                <a:lnTo>
                  <a:pt x="1738300" y="319951"/>
                </a:lnTo>
                <a:lnTo>
                  <a:pt x="1690114" y="320041"/>
                </a:lnTo>
                <a:lnTo>
                  <a:pt x="1732174" y="341009"/>
                </a:lnTo>
                <a:lnTo>
                  <a:pt x="1731826" y="354791"/>
                </a:lnTo>
                <a:lnTo>
                  <a:pt x="1664064" y="341981"/>
                </a:lnTo>
                <a:lnTo>
                  <a:pt x="1645696" y="350268"/>
                </a:lnTo>
                <a:lnTo>
                  <a:pt x="1691992" y="358008"/>
                </a:lnTo>
                <a:lnTo>
                  <a:pt x="1736305" y="376928"/>
                </a:lnTo>
                <a:lnTo>
                  <a:pt x="1748041" y="401857"/>
                </a:lnTo>
                <a:lnTo>
                  <a:pt x="1685664" y="407822"/>
                </a:lnTo>
                <a:lnTo>
                  <a:pt x="1659596" y="395888"/>
                </a:lnTo>
                <a:lnTo>
                  <a:pt x="1617806" y="378106"/>
                </a:lnTo>
                <a:lnTo>
                  <a:pt x="1628285" y="399115"/>
                </a:lnTo>
                <a:lnTo>
                  <a:pt x="1586762" y="415392"/>
                </a:lnTo>
                <a:lnTo>
                  <a:pt x="1678449" y="416706"/>
                </a:lnTo>
                <a:lnTo>
                  <a:pt x="1726354" y="418394"/>
                </a:lnTo>
                <a:lnTo>
                  <a:pt x="1631233" y="445347"/>
                </a:lnTo>
                <a:lnTo>
                  <a:pt x="1534605" y="469751"/>
                </a:lnTo>
                <a:lnTo>
                  <a:pt x="1431435" y="480444"/>
                </a:lnTo>
                <a:lnTo>
                  <a:pt x="1392830" y="480576"/>
                </a:lnTo>
                <a:lnTo>
                  <a:pt x="1355621" y="492503"/>
                </a:lnTo>
                <a:lnTo>
                  <a:pt x="1304028" y="525185"/>
                </a:lnTo>
                <a:lnTo>
                  <a:pt x="1226499" y="546880"/>
                </a:lnTo>
                <a:lnTo>
                  <a:pt x="1202082" y="548156"/>
                </a:lnTo>
                <a:lnTo>
                  <a:pt x="1154523" y="555758"/>
                </a:lnTo>
                <a:lnTo>
                  <a:pt x="1103223" y="562990"/>
                </a:lnTo>
                <a:lnTo>
                  <a:pt x="1071088" y="582137"/>
                </a:lnTo>
                <a:lnTo>
                  <a:pt x="1068376" y="603836"/>
                </a:lnTo>
                <a:lnTo>
                  <a:pt x="1048417" y="624161"/>
                </a:lnTo>
                <a:lnTo>
                  <a:pt x="988118" y="648930"/>
                </a:lnTo>
                <a:lnTo>
                  <a:pt x="999845" y="673119"/>
                </a:lnTo>
                <a:lnTo>
                  <a:pt x="981204" y="698716"/>
                </a:lnTo>
                <a:lnTo>
                  <a:pt x="959809" y="728940"/>
                </a:lnTo>
                <a:lnTo>
                  <a:pt x="909418" y="730827"/>
                </a:lnTo>
                <a:lnTo>
                  <a:pt x="859677" y="705550"/>
                </a:lnTo>
                <a:lnTo>
                  <a:pt x="788602" y="705391"/>
                </a:lnTo>
                <a:lnTo>
                  <a:pt x="756149" y="688415"/>
                </a:lnTo>
                <a:lnTo>
                  <a:pt x="736164" y="658185"/>
                </a:lnTo>
                <a:lnTo>
                  <a:pt x="679692" y="619689"/>
                </a:lnTo>
                <a:lnTo>
                  <a:pt x="664413" y="599521"/>
                </a:lnTo>
                <a:lnTo>
                  <a:pt x="663267" y="571713"/>
                </a:lnTo>
                <a:lnTo>
                  <a:pt x="618376" y="543145"/>
                </a:lnTo>
                <a:lnTo>
                  <a:pt x="634146" y="520332"/>
                </a:lnTo>
                <a:lnTo>
                  <a:pt x="612234" y="509420"/>
                </a:lnTo>
                <a:lnTo>
                  <a:pt x="651860" y="473245"/>
                </a:lnTo>
                <a:lnTo>
                  <a:pt x="706037" y="461729"/>
                </a:lnTo>
                <a:lnTo>
                  <a:pt x="721562" y="448783"/>
                </a:lnTo>
                <a:lnTo>
                  <a:pt x="732084" y="424597"/>
                </a:lnTo>
                <a:lnTo>
                  <a:pt x="690782" y="435561"/>
                </a:lnTo>
                <a:lnTo>
                  <a:pt x="671165" y="440166"/>
                </a:lnTo>
                <a:lnTo>
                  <a:pt x="639206" y="444578"/>
                </a:lnTo>
                <a:lnTo>
                  <a:pt x="597828" y="434474"/>
                </a:lnTo>
                <a:lnTo>
                  <a:pt x="598523" y="413446"/>
                </a:lnTo>
                <a:lnTo>
                  <a:pt x="614500" y="396977"/>
                </a:lnTo>
                <a:lnTo>
                  <a:pt x="646817" y="396530"/>
                </a:lnTo>
                <a:lnTo>
                  <a:pt x="716680" y="404764"/>
                </a:lnTo>
                <a:lnTo>
                  <a:pt x="659615" y="385104"/>
                </a:lnTo>
                <a:lnTo>
                  <a:pt x="630040" y="374507"/>
                </a:lnTo>
                <a:lnTo>
                  <a:pt x="594837" y="378861"/>
                </a:lnTo>
                <a:lnTo>
                  <a:pt x="566987" y="371187"/>
                </a:lnTo>
                <a:lnTo>
                  <a:pt x="609930" y="342341"/>
                </a:lnTo>
                <a:lnTo>
                  <a:pt x="590572" y="330815"/>
                </a:lnTo>
                <a:lnTo>
                  <a:pt x="566323" y="309419"/>
                </a:lnTo>
                <a:lnTo>
                  <a:pt x="529805" y="276590"/>
                </a:lnTo>
                <a:lnTo>
                  <a:pt x="487840" y="264568"/>
                </a:lnTo>
                <a:lnTo>
                  <a:pt x="490291" y="251608"/>
                </a:lnTo>
                <a:lnTo>
                  <a:pt x="401023" y="233495"/>
                </a:lnTo>
                <a:lnTo>
                  <a:pt x="328513" y="231241"/>
                </a:lnTo>
                <a:lnTo>
                  <a:pt x="236536" y="232490"/>
                </a:lnTo>
                <a:lnTo>
                  <a:pt x="152336" y="234764"/>
                </a:lnTo>
                <a:lnTo>
                  <a:pt x="114347" y="224909"/>
                </a:lnTo>
                <a:lnTo>
                  <a:pt x="58497" y="205443"/>
                </a:lnTo>
                <a:lnTo>
                  <a:pt x="150284" y="195706"/>
                </a:lnTo>
                <a:lnTo>
                  <a:pt x="219485" y="194070"/>
                </a:lnTo>
                <a:lnTo>
                  <a:pt x="74578" y="186022"/>
                </a:lnTo>
                <a:lnTo>
                  <a:pt x="0" y="173384"/>
                </a:lnTo>
                <a:lnTo>
                  <a:pt x="7108" y="161357"/>
                </a:lnTo>
                <a:lnTo>
                  <a:pt x="139190" y="146462"/>
                </a:lnTo>
                <a:lnTo>
                  <a:pt x="266768" y="131588"/>
                </a:lnTo>
                <a:lnTo>
                  <a:pt x="281962" y="120327"/>
                </a:lnTo>
                <a:lnTo>
                  <a:pt x="192198" y="109211"/>
                </a:lnTo>
                <a:lnTo>
                  <a:pt x="224114" y="96872"/>
                </a:lnTo>
                <a:lnTo>
                  <a:pt x="345491" y="75260"/>
                </a:lnTo>
                <a:lnTo>
                  <a:pt x="395384" y="71943"/>
                </a:lnTo>
                <a:lnTo>
                  <a:pt x="383666" y="58034"/>
                </a:lnTo>
                <a:lnTo>
                  <a:pt x="465218" y="49886"/>
                </a:lnTo>
                <a:lnTo>
                  <a:pt x="570027" y="45022"/>
                </a:lnTo>
                <a:lnTo>
                  <a:pt x="673998" y="44748"/>
                </a:lnTo>
                <a:lnTo>
                  <a:pt x="709485" y="54384"/>
                </a:lnTo>
                <a:lnTo>
                  <a:pt x="801643" y="37343"/>
                </a:lnTo>
                <a:lnTo>
                  <a:pt x="880774" y="48921"/>
                </a:lnTo>
                <a:lnTo>
                  <a:pt x="927959" y="51362"/>
                </a:lnTo>
                <a:lnTo>
                  <a:pt x="996995" y="61431"/>
                </a:lnTo>
                <a:lnTo>
                  <a:pt x="918637" y="44742"/>
                </a:lnTo>
                <a:lnTo>
                  <a:pt x="924983" y="3148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4" name="Map / French Southern and Antarctic Lands / 0">
            <a:extLst>
              <a:ext uri="{FF2B5EF4-FFF2-40B4-BE49-F238E27FC236}">
                <a16:creationId xmlns:a16="http://schemas.microsoft.com/office/drawing/2014/main" id="{AD1F9A91-3A5E-4F06-A4AE-CA128F0F2E3F}"/>
              </a:ext>
            </a:extLst>
          </p:cNvPr>
          <p:cNvSpPr>
            <a:spLocks noGrp="1"/>
          </p:cNvSpPr>
          <p:nvPr/>
        </p:nvSpPr>
        <p:spPr>
          <a:xfrm>
            <a:off x="11690203" y="5967710"/>
            <a:ext cx="68380" cy="35600"/>
          </a:xfrm>
          <a:custGeom>
            <a:avLst/>
            <a:gdLst/>
            <a:ahLst/>
            <a:cxnLst/>
            <a:rect l="0" t="0" r="0" b="0"/>
            <a:pathLst>
              <a:path w="68380" h="35600">
                <a:moveTo>
                  <a:pt x="12093" y="0"/>
                </a:moveTo>
                <a:lnTo>
                  <a:pt x="34160" y="9751"/>
                </a:lnTo>
                <a:lnTo>
                  <a:pt x="67983" y="13621"/>
                </a:lnTo>
                <a:lnTo>
                  <a:pt x="68380" y="19502"/>
                </a:lnTo>
                <a:lnTo>
                  <a:pt x="56092" y="33588"/>
                </a:lnTo>
                <a:lnTo>
                  <a:pt x="0" y="35600"/>
                </a:lnTo>
                <a:lnTo>
                  <a:pt x="1497" y="19115"/>
                </a:lnTo>
                <a:lnTo>
                  <a:pt x="8718" y="6346"/>
                </a:lnTo>
                <a:lnTo>
                  <a:pt x="12093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5" name="Map / East Timor / 0">
            <a:extLst>
              <a:ext uri="{FF2B5EF4-FFF2-40B4-BE49-F238E27FC236}">
                <a16:creationId xmlns:a16="http://schemas.microsoft.com/office/drawing/2014/main" id="{3F3AEACA-D3A5-4239-84E6-D88B3F7429C8}"/>
              </a:ext>
            </a:extLst>
          </p:cNvPr>
          <p:cNvSpPr>
            <a:spLocks noGrp="1"/>
          </p:cNvSpPr>
          <p:nvPr/>
        </p:nvSpPr>
        <p:spPr>
          <a:xfrm>
            <a:off x="13945491" y="4718574"/>
            <a:ext cx="90871" cy="34666"/>
          </a:xfrm>
          <a:custGeom>
            <a:avLst/>
            <a:gdLst/>
            <a:ahLst/>
            <a:cxnLst/>
            <a:rect l="0" t="0" r="0" b="0"/>
            <a:pathLst>
              <a:path w="90871" h="34666">
                <a:moveTo>
                  <a:pt x="0" y="19176"/>
                </a:moveTo>
                <a:lnTo>
                  <a:pt x="4861" y="11873"/>
                </a:lnTo>
                <a:lnTo>
                  <a:pt x="37974" y="4914"/>
                </a:lnTo>
                <a:lnTo>
                  <a:pt x="64571" y="3866"/>
                </a:lnTo>
                <a:lnTo>
                  <a:pt x="76660" y="0"/>
                </a:lnTo>
                <a:lnTo>
                  <a:pt x="90871" y="3838"/>
                </a:lnTo>
                <a:lnTo>
                  <a:pt x="76431" y="12225"/>
                </a:lnTo>
                <a:lnTo>
                  <a:pt x="36049" y="25776"/>
                </a:lnTo>
                <a:lnTo>
                  <a:pt x="3699" y="34666"/>
                </a:lnTo>
                <a:lnTo>
                  <a:pt x="3522" y="25280"/>
                </a:lnTo>
                <a:lnTo>
                  <a:pt x="0" y="1917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6" name="Map / South Africa / 0">
            <a:extLst>
              <a:ext uri="{FF2B5EF4-FFF2-40B4-BE49-F238E27FC236}">
                <a16:creationId xmlns:a16="http://schemas.microsoft.com/office/drawing/2014/main" id="{9510A352-72E2-4874-BA04-7AC6E6CA334B}"/>
              </a:ext>
            </a:extLst>
          </p:cNvPr>
          <p:cNvSpPr>
            <a:spLocks noGrp="1"/>
          </p:cNvSpPr>
          <p:nvPr/>
        </p:nvSpPr>
        <p:spPr>
          <a:xfrm>
            <a:off x="9804506" y="5146327"/>
            <a:ext cx="620554" cy="394007"/>
          </a:xfrm>
          <a:custGeom>
            <a:avLst/>
            <a:gdLst/>
            <a:ahLst/>
            <a:cxnLst/>
            <a:rect l="0" t="0" r="0" b="0"/>
            <a:pathLst>
              <a:path w="620554" h="394007">
                <a:moveTo>
                  <a:pt x="0" y="200763"/>
                </a:moveTo>
                <a:lnTo>
                  <a:pt x="18304" y="185454"/>
                </a:lnTo>
                <a:lnTo>
                  <a:pt x="32927" y="193929"/>
                </a:lnTo>
                <a:lnTo>
                  <a:pt x="38942" y="207165"/>
                </a:lnTo>
                <a:lnTo>
                  <a:pt x="55707" y="209421"/>
                </a:lnTo>
                <a:lnTo>
                  <a:pt x="79129" y="215274"/>
                </a:lnTo>
                <a:lnTo>
                  <a:pt x="99321" y="213014"/>
                </a:lnTo>
                <a:lnTo>
                  <a:pt x="133199" y="197185"/>
                </a:lnTo>
                <a:lnTo>
                  <a:pt x="136083" y="82854"/>
                </a:lnTo>
                <a:lnTo>
                  <a:pt x="146135" y="87502"/>
                </a:lnTo>
                <a:lnTo>
                  <a:pt x="167719" y="116916"/>
                </a:lnTo>
                <a:lnTo>
                  <a:pt x="163775" y="135778"/>
                </a:lnTo>
                <a:lnTo>
                  <a:pt x="171876" y="146647"/>
                </a:lnTo>
                <a:lnTo>
                  <a:pt x="198870" y="143489"/>
                </a:lnTo>
                <a:lnTo>
                  <a:pt x="218039" y="129674"/>
                </a:lnTo>
                <a:lnTo>
                  <a:pt x="236098" y="120362"/>
                </a:lnTo>
                <a:lnTo>
                  <a:pt x="245710" y="105534"/>
                </a:lnTo>
                <a:lnTo>
                  <a:pt x="264261" y="98360"/>
                </a:lnTo>
                <a:lnTo>
                  <a:pt x="280013" y="102119"/>
                </a:lnTo>
                <a:lnTo>
                  <a:pt x="297732" y="110789"/>
                </a:lnTo>
                <a:lnTo>
                  <a:pt x="328298" y="112320"/>
                </a:lnTo>
                <a:lnTo>
                  <a:pt x="352572" y="105112"/>
                </a:lnTo>
                <a:lnTo>
                  <a:pt x="356676" y="95455"/>
                </a:lnTo>
                <a:lnTo>
                  <a:pt x="363743" y="80643"/>
                </a:lnTo>
                <a:lnTo>
                  <a:pt x="384304" y="78165"/>
                </a:lnTo>
                <a:lnTo>
                  <a:pt x="395983" y="66537"/>
                </a:lnTo>
                <a:lnTo>
                  <a:pt x="409158" y="45908"/>
                </a:lnTo>
                <a:lnTo>
                  <a:pt x="443706" y="22797"/>
                </a:lnTo>
                <a:lnTo>
                  <a:pt x="497783" y="0"/>
                </a:lnTo>
                <a:lnTo>
                  <a:pt x="513125" y="338"/>
                </a:lnTo>
                <a:lnTo>
                  <a:pt x="531216" y="5581"/>
                </a:lnTo>
                <a:lnTo>
                  <a:pt x="544051" y="1865"/>
                </a:lnTo>
                <a:lnTo>
                  <a:pt x="564007" y="4959"/>
                </a:lnTo>
                <a:lnTo>
                  <a:pt x="580577" y="48529"/>
                </a:lnTo>
                <a:lnTo>
                  <a:pt x="589583" y="70522"/>
                </a:lnTo>
                <a:lnTo>
                  <a:pt x="581584" y="105034"/>
                </a:lnTo>
                <a:lnTo>
                  <a:pt x="584367" y="116148"/>
                </a:lnTo>
                <a:lnTo>
                  <a:pt x="565607" y="110479"/>
                </a:lnTo>
                <a:lnTo>
                  <a:pt x="554651" y="112685"/>
                </a:lnTo>
                <a:lnTo>
                  <a:pt x="550760" y="121699"/>
                </a:lnTo>
                <a:lnTo>
                  <a:pt x="540054" y="133321"/>
                </a:lnTo>
                <a:lnTo>
                  <a:pt x="539995" y="144025"/>
                </a:lnTo>
                <a:lnTo>
                  <a:pt x="561752" y="160804"/>
                </a:lnTo>
                <a:lnTo>
                  <a:pt x="583865" y="157462"/>
                </a:lnTo>
                <a:lnTo>
                  <a:pt x="592069" y="143715"/>
                </a:lnTo>
                <a:lnTo>
                  <a:pt x="620554" y="143974"/>
                </a:lnTo>
                <a:lnTo>
                  <a:pt x="610233" y="166509"/>
                </a:lnTo>
                <a:lnTo>
                  <a:pt x="604707" y="192229"/>
                </a:lnTo>
                <a:lnTo>
                  <a:pt x="594402" y="206202"/>
                </a:lnTo>
                <a:lnTo>
                  <a:pt x="568153" y="221835"/>
                </a:lnTo>
                <a:lnTo>
                  <a:pt x="560638" y="226311"/>
                </a:lnTo>
                <a:lnTo>
                  <a:pt x="544090" y="242036"/>
                </a:lnTo>
                <a:lnTo>
                  <a:pt x="532963" y="257942"/>
                </a:lnTo>
                <a:lnTo>
                  <a:pt x="510790" y="280122"/>
                </a:lnTo>
                <a:lnTo>
                  <a:pt x="467184" y="312062"/>
                </a:lnTo>
                <a:lnTo>
                  <a:pt x="440044" y="330633"/>
                </a:lnTo>
                <a:lnTo>
                  <a:pt x="411280" y="344718"/>
                </a:lnTo>
                <a:lnTo>
                  <a:pt x="371818" y="356729"/>
                </a:lnTo>
                <a:lnTo>
                  <a:pt x="352752" y="358341"/>
                </a:lnTo>
                <a:lnTo>
                  <a:pt x="347599" y="366935"/>
                </a:lnTo>
                <a:lnTo>
                  <a:pt x="325136" y="362360"/>
                </a:lnTo>
                <a:lnTo>
                  <a:pt x="306464" y="368251"/>
                </a:lnTo>
                <a:lnTo>
                  <a:pt x="266307" y="362286"/>
                </a:lnTo>
                <a:lnTo>
                  <a:pt x="243596" y="366061"/>
                </a:lnTo>
                <a:lnTo>
                  <a:pt x="228227" y="364441"/>
                </a:lnTo>
                <a:lnTo>
                  <a:pt x="189387" y="376661"/>
                </a:lnTo>
                <a:lnTo>
                  <a:pt x="157433" y="381562"/>
                </a:lnTo>
                <a:lnTo>
                  <a:pt x="134058" y="393263"/>
                </a:lnTo>
                <a:lnTo>
                  <a:pt x="117108" y="394007"/>
                </a:lnTo>
                <a:lnTo>
                  <a:pt x="101698" y="382969"/>
                </a:lnTo>
                <a:lnTo>
                  <a:pt x="89133" y="382402"/>
                </a:lnTo>
                <a:lnTo>
                  <a:pt x="73498" y="368582"/>
                </a:lnTo>
                <a:lnTo>
                  <a:pt x="71615" y="372874"/>
                </a:lnTo>
                <a:lnTo>
                  <a:pt x="66902" y="364554"/>
                </a:lnTo>
                <a:lnTo>
                  <a:pt x="67621" y="346404"/>
                </a:lnTo>
                <a:lnTo>
                  <a:pt x="56071" y="325659"/>
                </a:lnTo>
                <a:lnTo>
                  <a:pt x="68270" y="320020"/>
                </a:lnTo>
                <a:lnTo>
                  <a:pt x="67935" y="296261"/>
                </a:lnTo>
                <a:lnTo>
                  <a:pt x="44204" y="267289"/>
                </a:lnTo>
                <a:lnTo>
                  <a:pt x="26039" y="241066"/>
                </a:lnTo>
                <a:lnTo>
                  <a:pt x="25985" y="240983"/>
                </a:lnTo>
                <a:lnTo>
                  <a:pt x="0" y="20076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7" name="Map / Lesotho / 0">
            <a:extLst>
              <a:ext uri="{FF2B5EF4-FFF2-40B4-BE49-F238E27FC236}">
                <a16:creationId xmlns:a16="http://schemas.microsoft.com/office/drawing/2014/main" id="{D19EDCF9-DC49-4D4F-9488-FF977F84E2C0}"/>
              </a:ext>
            </a:extLst>
          </p:cNvPr>
          <p:cNvSpPr>
            <a:spLocks noGrp="1"/>
          </p:cNvSpPr>
          <p:nvPr/>
        </p:nvSpPr>
        <p:spPr>
          <a:xfrm>
            <a:off x="10202525" y="5349282"/>
            <a:ext cx="87860" cy="61838"/>
          </a:xfrm>
          <a:custGeom>
            <a:avLst/>
            <a:gdLst/>
            <a:ahLst/>
            <a:cxnLst/>
            <a:rect l="0" t="0" r="0" b="0"/>
            <a:pathLst>
              <a:path w="87860" h="61838">
                <a:moveTo>
                  <a:pt x="75230" y="9537"/>
                </a:moveTo>
                <a:lnTo>
                  <a:pt x="87860" y="18880"/>
                </a:lnTo>
                <a:lnTo>
                  <a:pt x="75766" y="33936"/>
                </a:lnTo>
                <a:lnTo>
                  <a:pt x="68993" y="44037"/>
                </a:lnTo>
                <a:lnTo>
                  <a:pt x="47939" y="48871"/>
                </a:lnTo>
                <a:lnTo>
                  <a:pt x="40664" y="58762"/>
                </a:lnTo>
                <a:lnTo>
                  <a:pt x="27157" y="61838"/>
                </a:lnTo>
                <a:lnTo>
                  <a:pt x="0" y="38028"/>
                </a:lnTo>
                <a:lnTo>
                  <a:pt x="20709" y="18425"/>
                </a:lnTo>
                <a:lnTo>
                  <a:pt x="41472" y="6314"/>
                </a:lnTo>
                <a:lnTo>
                  <a:pt x="59233" y="0"/>
                </a:lnTo>
                <a:lnTo>
                  <a:pt x="75230" y="953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08" name="Map / Mexico / 0">
            <a:extLst>
              <a:ext uri="{FF2B5EF4-FFF2-40B4-BE49-F238E27FC236}">
                <a16:creationId xmlns:a16="http://schemas.microsoft.com/office/drawing/2014/main" id="{56172469-955B-4899-8641-E03290FACCE5}"/>
              </a:ext>
            </a:extLst>
          </p:cNvPr>
          <p:cNvSpPr>
            <a:spLocks noGrp="1"/>
          </p:cNvSpPr>
          <p:nvPr/>
        </p:nvSpPr>
        <p:spPr>
          <a:xfrm>
            <a:off x="4820104" y="3449548"/>
            <a:ext cx="1093442" cy="562847"/>
          </a:xfrm>
          <a:custGeom>
            <a:avLst/>
            <a:gdLst/>
            <a:ahLst/>
            <a:cxnLst/>
            <a:rect l="0" t="0" r="0" b="0"/>
            <a:pathLst>
              <a:path w="1093442" h="562847">
                <a:moveTo>
                  <a:pt x="0" y="5742"/>
                </a:moveTo>
                <a:lnTo>
                  <a:pt x="42830" y="3357"/>
                </a:lnTo>
                <a:lnTo>
                  <a:pt x="90804" y="0"/>
                </a:lnTo>
                <a:lnTo>
                  <a:pt x="86265" y="6053"/>
                </a:lnTo>
                <a:lnTo>
                  <a:pt x="140080" y="21103"/>
                </a:lnTo>
                <a:lnTo>
                  <a:pt x="221728" y="42909"/>
                </a:lnTo>
                <a:lnTo>
                  <a:pt x="296093" y="42685"/>
                </a:lnTo>
                <a:lnTo>
                  <a:pt x="325737" y="42677"/>
                </a:lnTo>
                <a:lnTo>
                  <a:pt x="327829" y="29903"/>
                </a:lnTo>
                <a:lnTo>
                  <a:pt x="392548" y="29913"/>
                </a:lnTo>
                <a:lnTo>
                  <a:pt x="404469" y="40889"/>
                </a:lnTo>
                <a:lnTo>
                  <a:pt x="422082" y="50675"/>
                </a:lnTo>
                <a:lnTo>
                  <a:pt x="442250" y="64290"/>
                </a:lnTo>
                <a:lnTo>
                  <a:pt x="452264" y="80458"/>
                </a:lnTo>
                <a:lnTo>
                  <a:pt x="459106" y="97477"/>
                </a:lnTo>
                <a:lnTo>
                  <a:pt x="477136" y="106825"/>
                </a:lnTo>
                <a:lnTo>
                  <a:pt x="506933" y="116112"/>
                </a:lnTo>
                <a:lnTo>
                  <a:pt x="533977" y="91656"/>
                </a:lnTo>
                <a:lnTo>
                  <a:pt x="564678" y="91059"/>
                </a:lnTo>
                <a:lnTo>
                  <a:pt x="589353" y="103398"/>
                </a:lnTo>
                <a:lnTo>
                  <a:pt x="605265" y="124590"/>
                </a:lnTo>
                <a:lnTo>
                  <a:pt x="615818" y="142734"/>
                </a:lnTo>
                <a:lnTo>
                  <a:pt x="635663" y="160379"/>
                </a:lnTo>
                <a:lnTo>
                  <a:pt x="641176" y="182048"/>
                </a:lnTo>
                <a:lnTo>
                  <a:pt x="649893" y="196598"/>
                </a:lnTo>
                <a:lnTo>
                  <a:pt x="678046" y="206194"/>
                </a:lnTo>
                <a:lnTo>
                  <a:pt x="703928" y="213005"/>
                </a:lnTo>
                <a:lnTo>
                  <a:pt x="718703" y="212076"/>
                </a:lnTo>
                <a:lnTo>
                  <a:pt x="700932" y="239251"/>
                </a:lnTo>
                <a:lnTo>
                  <a:pt x="691817" y="261533"/>
                </a:lnTo>
                <a:lnTo>
                  <a:pt x="684530" y="303008"/>
                </a:lnTo>
                <a:lnTo>
                  <a:pt x="679304" y="318126"/>
                </a:lnTo>
                <a:lnTo>
                  <a:pt x="684104" y="335013"/>
                </a:lnTo>
                <a:lnTo>
                  <a:pt x="694292" y="350109"/>
                </a:lnTo>
                <a:lnTo>
                  <a:pt x="699492" y="374119"/>
                </a:lnTo>
                <a:lnTo>
                  <a:pt x="722419" y="397166"/>
                </a:lnTo>
                <a:lnTo>
                  <a:pt x="729651" y="414828"/>
                </a:lnTo>
                <a:lnTo>
                  <a:pt x="743114" y="430069"/>
                </a:lnTo>
                <a:lnTo>
                  <a:pt x="782591" y="438282"/>
                </a:lnTo>
                <a:lnTo>
                  <a:pt x="797157" y="451233"/>
                </a:lnTo>
                <a:lnTo>
                  <a:pt x="831067" y="442581"/>
                </a:lnTo>
                <a:lnTo>
                  <a:pt x="860183" y="439455"/>
                </a:lnTo>
                <a:lnTo>
                  <a:pt x="888975" y="433891"/>
                </a:lnTo>
                <a:lnTo>
                  <a:pt x="913229" y="428581"/>
                </a:lnTo>
                <a:lnTo>
                  <a:pt x="938339" y="415950"/>
                </a:lnTo>
                <a:lnTo>
                  <a:pt x="948880" y="397893"/>
                </a:lnTo>
                <a:lnTo>
                  <a:pt x="954262" y="371887"/>
                </a:lnTo>
                <a:lnTo>
                  <a:pt x="961605" y="362837"/>
                </a:lnTo>
                <a:lnTo>
                  <a:pt x="987919" y="354731"/>
                </a:lnTo>
                <a:lnTo>
                  <a:pt x="1028498" y="347551"/>
                </a:lnTo>
                <a:lnTo>
                  <a:pt x="1061832" y="348629"/>
                </a:lnTo>
                <a:lnTo>
                  <a:pt x="1084966" y="346007"/>
                </a:lnTo>
                <a:lnTo>
                  <a:pt x="1093442" y="352570"/>
                </a:lnTo>
                <a:lnTo>
                  <a:pt x="1090860" y="367481"/>
                </a:lnTo>
                <a:lnTo>
                  <a:pt x="1068984" y="385883"/>
                </a:lnTo>
                <a:lnTo>
                  <a:pt x="1058424" y="404731"/>
                </a:lnTo>
                <a:lnTo>
                  <a:pt x="1064952" y="410122"/>
                </a:lnTo>
                <a:lnTo>
                  <a:pt x="1058207" y="423503"/>
                </a:lnTo>
                <a:lnTo>
                  <a:pt x="1046832" y="447659"/>
                </a:lnTo>
                <a:lnTo>
                  <a:pt x="1037854" y="439708"/>
                </a:lnTo>
                <a:lnTo>
                  <a:pt x="1029891" y="440224"/>
                </a:lnTo>
                <a:lnTo>
                  <a:pt x="1022665" y="440631"/>
                </a:lnTo>
                <a:lnTo>
                  <a:pt x="1007661" y="459317"/>
                </a:lnTo>
                <a:lnTo>
                  <a:pt x="1001070" y="455655"/>
                </a:lnTo>
                <a:lnTo>
                  <a:pt x="996378" y="457080"/>
                </a:lnTo>
                <a:lnTo>
                  <a:pt x="996326" y="461635"/>
                </a:lnTo>
                <a:lnTo>
                  <a:pt x="961335" y="461295"/>
                </a:lnTo>
                <a:lnTo>
                  <a:pt x="925983" y="461348"/>
                </a:lnTo>
                <a:lnTo>
                  <a:pt x="924620" y="478775"/>
                </a:lnTo>
                <a:lnTo>
                  <a:pt x="907507" y="478851"/>
                </a:lnTo>
                <a:lnTo>
                  <a:pt x="920835" y="489182"/>
                </a:lnTo>
                <a:lnTo>
                  <a:pt x="934323" y="496332"/>
                </a:lnTo>
                <a:lnTo>
                  <a:pt x="938044" y="503041"/>
                </a:lnTo>
                <a:lnTo>
                  <a:pt x="944048" y="504919"/>
                </a:lnTo>
                <a:lnTo>
                  <a:pt x="942333" y="515461"/>
                </a:lnTo>
                <a:lnTo>
                  <a:pt x="893674" y="515554"/>
                </a:lnTo>
                <a:lnTo>
                  <a:pt x="873676" y="540787"/>
                </a:lnTo>
                <a:lnTo>
                  <a:pt x="878673" y="546571"/>
                </a:lnTo>
                <a:lnTo>
                  <a:pt x="873791" y="553830"/>
                </a:lnTo>
                <a:lnTo>
                  <a:pt x="872272" y="562847"/>
                </a:lnTo>
                <a:lnTo>
                  <a:pt x="831593" y="529519"/>
                </a:lnTo>
                <a:lnTo>
                  <a:pt x="812756" y="519466"/>
                </a:lnTo>
                <a:lnTo>
                  <a:pt x="782394" y="511393"/>
                </a:lnTo>
                <a:lnTo>
                  <a:pt x="761056" y="513642"/>
                </a:lnTo>
                <a:lnTo>
                  <a:pt x="729754" y="525289"/>
                </a:lnTo>
                <a:lnTo>
                  <a:pt x="710421" y="528340"/>
                </a:lnTo>
                <a:lnTo>
                  <a:pt x="684249" y="520182"/>
                </a:lnTo>
                <a:lnTo>
                  <a:pt x="656282" y="514292"/>
                </a:lnTo>
                <a:lnTo>
                  <a:pt x="621958" y="500092"/>
                </a:lnTo>
                <a:lnTo>
                  <a:pt x="593893" y="495754"/>
                </a:lnTo>
                <a:lnTo>
                  <a:pt x="552177" y="481362"/>
                </a:lnTo>
                <a:lnTo>
                  <a:pt x="521745" y="466567"/>
                </a:lnTo>
                <a:lnTo>
                  <a:pt x="512904" y="458299"/>
                </a:lnTo>
                <a:lnTo>
                  <a:pt x="491881" y="456452"/>
                </a:lnTo>
                <a:lnTo>
                  <a:pt x="454039" y="446653"/>
                </a:lnTo>
                <a:lnTo>
                  <a:pt x="439575" y="432529"/>
                </a:lnTo>
                <a:lnTo>
                  <a:pt x="400599" y="414959"/>
                </a:lnTo>
                <a:lnTo>
                  <a:pt x="383582" y="395437"/>
                </a:lnTo>
                <a:lnTo>
                  <a:pt x="376109" y="380351"/>
                </a:lnTo>
                <a:lnTo>
                  <a:pt x="389027" y="377329"/>
                </a:lnTo>
                <a:lnTo>
                  <a:pt x="386057" y="368501"/>
                </a:lnTo>
                <a:lnTo>
                  <a:pt x="395587" y="360471"/>
                </a:lnTo>
                <a:lnTo>
                  <a:pt x="396913" y="349766"/>
                </a:lnTo>
                <a:lnTo>
                  <a:pt x="385688" y="335866"/>
                </a:lnTo>
                <a:lnTo>
                  <a:pt x="383648" y="323547"/>
                </a:lnTo>
                <a:lnTo>
                  <a:pt x="372768" y="307924"/>
                </a:lnTo>
                <a:lnTo>
                  <a:pt x="343162" y="277153"/>
                </a:lnTo>
                <a:lnTo>
                  <a:pt x="308258" y="252972"/>
                </a:lnTo>
                <a:lnTo>
                  <a:pt x="292398" y="233674"/>
                </a:lnTo>
                <a:lnTo>
                  <a:pt x="261754" y="221034"/>
                </a:lnTo>
                <a:lnTo>
                  <a:pt x="255839" y="213473"/>
                </a:lnTo>
                <a:lnTo>
                  <a:pt x="264144" y="194340"/>
                </a:lnTo>
                <a:lnTo>
                  <a:pt x="245974" y="187120"/>
                </a:lnTo>
                <a:lnTo>
                  <a:pt x="225895" y="172077"/>
                </a:lnTo>
                <a:lnTo>
                  <a:pt x="219616" y="150477"/>
                </a:lnTo>
                <a:lnTo>
                  <a:pt x="199797" y="147958"/>
                </a:lnTo>
                <a:lnTo>
                  <a:pt x="180413" y="131653"/>
                </a:lnTo>
                <a:lnTo>
                  <a:pt x="165106" y="116594"/>
                </a:lnTo>
                <a:lnTo>
                  <a:pt x="164948" y="106922"/>
                </a:lnTo>
                <a:lnTo>
                  <a:pt x="148437" y="83573"/>
                </a:lnTo>
                <a:lnTo>
                  <a:pt x="138968" y="59868"/>
                </a:lnTo>
                <a:lnTo>
                  <a:pt x="141468" y="47978"/>
                </a:lnTo>
                <a:lnTo>
                  <a:pt x="116463" y="35699"/>
                </a:lnTo>
                <a:lnTo>
                  <a:pt x="103763" y="37048"/>
                </a:lnTo>
                <a:lnTo>
                  <a:pt x="83870" y="28520"/>
                </a:lnTo>
                <a:lnTo>
                  <a:pt x="75770" y="41090"/>
                </a:lnTo>
                <a:lnTo>
                  <a:pt x="79492" y="55945"/>
                </a:lnTo>
                <a:lnTo>
                  <a:pt x="79349" y="79191"/>
                </a:lnTo>
                <a:lnTo>
                  <a:pt x="90150" y="91952"/>
                </a:lnTo>
                <a:lnTo>
                  <a:pt x="114619" y="113276"/>
                </a:lnTo>
                <a:lnTo>
                  <a:pt x="119678" y="120564"/>
                </a:lnTo>
                <a:lnTo>
                  <a:pt x="125043" y="122774"/>
                </a:lnTo>
                <a:lnTo>
                  <a:pt x="128381" y="133407"/>
                </a:lnTo>
                <a:lnTo>
                  <a:pt x="135112" y="132977"/>
                </a:lnTo>
                <a:lnTo>
                  <a:pt x="139677" y="152943"/>
                </a:lnTo>
                <a:lnTo>
                  <a:pt x="149926" y="160818"/>
                </a:lnTo>
                <a:lnTo>
                  <a:pt x="156342" y="171779"/>
                </a:lnTo>
                <a:lnTo>
                  <a:pt x="177720" y="187533"/>
                </a:lnTo>
                <a:lnTo>
                  <a:pt x="186237" y="216330"/>
                </a:lnTo>
                <a:lnTo>
                  <a:pt x="195591" y="229888"/>
                </a:lnTo>
                <a:lnTo>
                  <a:pt x="204144" y="244394"/>
                </a:lnTo>
                <a:lnTo>
                  <a:pt x="204116" y="260721"/>
                </a:lnTo>
                <a:lnTo>
                  <a:pt x="222147" y="261744"/>
                </a:lnTo>
                <a:lnTo>
                  <a:pt x="235493" y="275809"/>
                </a:lnTo>
                <a:lnTo>
                  <a:pt x="247471" y="289632"/>
                </a:lnTo>
                <a:lnTo>
                  <a:pt x="245886" y="295175"/>
                </a:lnTo>
                <a:lnTo>
                  <a:pt x="228658" y="306546"/>
                </a:lnTo>
                <a:lnTo>
                  <a:pt x="221994" y="306397"/>
                </a:lnTo>
                <a:lnTo>
                  <a:pt x="214326" y="287579"/>
                </a:lnTo>
                <a:lnTo>
                  <a:pt x="191859" y="269934"/>
                </a:lnTo>
                <a:lnTo>
                  <a:pt x="166611" y="254968"/>
                </a:lnTo>
                <a:lnTo>
                  <a:pt x="148378" y="247106"/>
                </a:lnTo>
                <a:lnTo>
                  <a:pt x="152632" y="224455"/>
                </a:lnTo>
                <a:lnTo>
                  <a:pt x="149209" y="207680"/>
                </a:lnTo>
                <a:lnTo>
                  <a:pt x="132622" y="198085"/>
                </a:lnTo>
                <a:lnTo>
                  <a:pt x="108743" y="184272"/>
                </a:lnTo>
                <a:lnTo>
                  <a:pt x="103213" y="188256"/>
                </a:lnTo>
                <a:lnTo>
                  <a:pt x="94892" y="180189"/>
                </a:lnTo>
                <a:lnTo>
                  <a:pt x="72810" y="172697"/>
                </a:lnTo>
                <a:lnTo>
                  <a:pt x="53336" y="154723"/>
                </a:lnTo>
                <a:lnTo>
                  <a:pt x="56421" y="152386"/>
                </a:lnTo>
                <a:lnTo>
                  <a:pt x="71617" y="154142"/>
                </a:lnTo>
                <a:lnTo>
                  <a:pt x="87269" y="142579"/>
                </a:lnTo>
                <a:lnTo>
                  <a:pt x="90782" y="128614"/>
                </a:lnTo>
                <a:lnTo>
                  <a:pt x="65344" y="106531"/>
                </a:lnTo>
                <a:lnTo>
                  <a:pt x="44716" y="97960"/>
                </a:lnTo>
                <a:lnTo>
                  <a:pt x="34021" y="78630"/>
                </a:lnTo>
                <a:lnTo>
                  <a:pt x="23481" y="58333"/>
                </a:lnTo>
                <a:lnTo>
                  <a:pt x="10340" y="33590"/>
                </a:lnTo>
                <a:lnTo>
                  <a:pt x="0" y="5742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09" name="Map / Uruguay / 0">
            <a:extLst>
              <a:ext uri="{FF2B5EF4-FFF2-40B4-BE49-F238E27FC236}">
                <a16:creationId xmlns:a16="http://schemas.microsoft.com/office/drawing/2014/main" id="{3C6F8B55-2DC7-4904-B720-DFA7E2FE8A7C}"/>
              </a:ext>
            </a:extLst>
          </p:cNvPr>
          <p:cNvSpPr>
            <a:spLocks noGrp="1"/>
          </p:cNvSpPr>
          <p:nvPr/>
        </p:nvSpPr>
        <p:spPr>
          <a:xfrm>
            <a:off x="7014773" y="5394545"/>
            <a:ext cx="191405" cy="149920"/>
          </a:xfrm>
          <a:custGeom>
            <a:avLst/>
            <a:gdLst/>
            <a:ahLst/>
            <a:cxnLst/>
            <a:rect l="0" t="0" r="0" b="0"/>
            <a:pathLst>
              <a:path w="191405" h="149920">
                <a:moveTo>
                  <a:pt x="20114" y="3300"/>
                </a:moveTo>
                <a:lnTo>
                  <a:pt x="44144" y="0"/>
                </a:lnTo>
                <a:lnTo>
                  <a:pt x="83579" y="23941"/>
                </a:lnTo>
                <a:lnTo>
                  <a:pt x="97409" y="23037"/>
                </a:lnTo>
                <a:lnTo>
                  <a:pt x="137459" y="42869"/>
                </a:lnTo>
                <a:lnTo>
                  <a:pt x="168130" y="59979"/>
                </a:lnTo>
                <a:lnTo>
                  <a:pt x="191405" y="81043"/>
                </a:lnTo>
                <a:lnTo>
                  <a:pt x="176148" y="95727"/>
                </a:lnTo>
                <a:lnTo>
                  <a:pt x="187916" y="113259"/>
                </a:lnTo>
                <a:lnTo>
                  <a:pt x="173427" y="132713"/>
                </a:lnTo>
                <a:lnTo>
                  <a:pt x="132875" y="149920"/>
                </a:lnTo>
                <a:lnTo>
                  <a:pt x="104858" y="143729"/>
                </a:lnTo>
                <a:lnTo>
                  <a:pt x="85014" y="147047"/>
                </a:lnTo>
                <a:lnTo>
                  <a:pt x="49410" y="133755"/>
                </a:lnTo>
                <a:lnTo>
                  <a:pt x="24251" y="134748"/>
                </a:lnTo>
                <a:lnTo>
                  <a:pt x="0" y="117627"/>
                </a:lnTo>
                <a:lnTo>
                  <a:pt x="1083" y="97621"/>
                </a:lnTo>
                <a:lnTo>
                  <a:pt x="8561" y="90729"/>
                </a:lnTo>
                <a:lnTo>
                  <a:pt x="5503" y="59895"/>
                </a:lnTo>
                <a:lnTo>
                  <a:pt x="12803" y="28073"/>
                </a:lnTo>
                <a:lnTo>
                  <a:pt x="20114" y="330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0" name="Map / Brazil / 0">
            <a:extLst>
              <a:ext uri="{FF2B5EF4-FFF2-40B4-BE49-F238E27FC236}">
                <a16:creationId xmlns:a16="http://schemas.microsoft.com/office/drawing/2014/main" id="{6FF15D88-1760-4D73-A70C-2B56A84BBCC7}"/>
              </a:ext>
            </a:extLst>
          </p:cNvPr>
          <p:cNvSpPr>
            <a:spLocks noGrp="1"/>
          </p:cNvSpPr>
          <p:nvPr/>
        </p:nvSpPr>
        <p:spPr>
          <a:xfrm>
            <a:off x="6375866" y="4300113"/>
            <a:ext cx="1493957" cy="1207692"/>
          </a:xfrm>
          <a:custGeom>
            <a:avLst/>
            <a:gdLst/>
            <a:ahLst/>
            <a:cxnLst/>
            <a:rect l="0" t="0" r="0" b="0"/>
            <a:pathLst>
              <a:path w="1493957" h="1207692">
                <a:moveTo>
                  <a:pt x="826822" y="1207692"/>
                </a:moveTo>
                <a:lnTo>
                  <a:pt x="815055" y="1190159"/>
                </a:lnTo>
                <a:lnTo>
                  <a:pt x="830311" y="1175475"/>
                </a:lnTo>
                <a:lnTo>
                  <a:pt x="807036" y="1154412"/>
                </a:lnTo>
                <a:lnTo>
                  <a:pt x="776366" y="1137302"/>
                </a:lnTo>
                <a:lnTo>
                  <a:pt x="736315" y="1117470"/>
                </a:lnTo>
                <a:lnTo>
                  <a:pt x="722485" y="1118374"/>
                </a:lnTo>
                <a:lnTo>
                  <a:pt x="683051" y="1094433"/>
                </a:lnTo>
                <a:lnTo>
                  <a:pt x="659020" y="1097733"/>
                </a:lnTo>
                <a:lnTo>
                  <a:pt x="705686" y="1055523"/>
                </a:lnTo>
                <a:lnTo>
                  <a:pt x="745793" y="1025469"/>
                </a:lnTo>
                <a:lnTo>
                  <a:pt x="770102" y="1012865"/>
                </a:lnTo>
                <a:lnTo>
                  <a:pt x="800543" y="995799"/>
                </a:lnTo>
                <a:lnTo>
                  <a:pt x="799655" y="971077"/>
                </a:lnTo>
                <a:lnTo>
                  <a:pt x="779617" y="953209"/>
                </a:lnTo>
                <a:lnTo>
                  <a:pt x="761380" y="959140"/>
                </a:lnTo>
                <a:lnTo>
                  <a:pt x="767597" y="941277"/>
                </a:lnTo>
                <a:lnTo>
                  <a:pt x="771528" y="922969"/>
                </a:lnTo>
                <a:lnTo>
                  <a:pt x="770486" y="905950"/>
                </a:lnTo>
                <a:lnTo>
                  <a:pt x="756581" y="900334"/>
                </a:lnTo>
                <a:lnTo>
                  <a:pt x="742761" y="905339"/>
                </a:lnTo>
                <a:lnTo>
                  <a:pt x="728629" y="903966"/>
                </a:lnTo>
                <a:lnTo>
                  <a:pt x="723481" y="892050"/>
                </a:lnTo>
                <a:lnTo>
                  <a:pt x="718245" y="863683"/>
                </a:lnTo>
                <a:lnTo>
                  <a:pt x="710630" y="854436"/>
                </a:lnTo>
                <a:lnTo>
                  <a:pt x="684651" y="846059"/>
                </a:lnTo>
                <a:lnTo>
                  <a:pt x="669611" y="852122"/>
                </a:lnTo>
                <a:lnTo>
                  <a:pt x="629418" y="846179"/>
                </a:lnTo>
                <a:lnTo>
                  <a:pt x="629448" y="804156"/>
                </a:lnTo>
                <a:lnTo>
                  <a:pt x="617299" y="786945"/>
                </a:lnTo>
                <a:lnTo>
                  <a:pt x="628759" y="780546"/>
                </a:lnTo>
                <a:lnTo>
                  <a:pt x="624160" y="762901"/>
                </a:lnTo>
                <a:lnTo>
                  <a:pt x="633804" y="749337"/>
                </a:lnTo>
                <a:lnTo>
                  <a:pt x="639278" y="724954"/>
                </a:lnTo>
                <a:lnTo>
                  <a:pt x="629386" y="705708"/>
                </a:lnTo>
                <a:lnTo>
                  <a:pt x="608277" y="697017"/>
                </a:lnTo>
                <a:lnTo>
                  <a:pt x="603629" y="684802"/>
                </a:lnTo>
                <a:lnTo>
                  <a:pt x="608362" y="666923"/>
                </a:lnTo>
                <a:lnTo>
                  <a:pt x="535640" y="665645"/>
                </a:lnTo>
                <a:lnTo>
                  <a:pt x="519417" y="629600"/>
                </a:lnTo>
                <a:lnTo>
                  <a:pt x="530463" y="629084"/>
                </a:lnTo>
                <a:lnTo>
                  <a:pt x="529387" y="615734"/>
                </a:lnTo>
                <a:lnTo>
                  <a:pt x="521611" y="606696"/>
                </a:lnTo>
                <a:lnTo>
                  <a:pt x="519203" y="588802"/>
                </a:lnTo>
                <a:lnTo>
                  <a:pt x="496788" y="579621"/>
                </a:lnTo>
                <a:lnTo>
                  <a:pt x="472918" y="579925"/>
                </a:lnTo>
                <a:lnTo>
                  <a:pt x="456846" y="570934"/>
                </a:lnTo>
                <a:lnTo>
                  <a:pt x="430935" y="564801"/>
                </a:lnTo>
                <a:lnTo>
                  <a:pt x="415543" y="553235"/>
                </a:lnTo>
                <a:lnTo>
                  <a:pt x="372811" y="548126"/>
                </a:lnTo>
                <a:lnTo>
                  <a:pt x="330510" y="520398"/>
                </a:lnTo>
                <a:lnTo>
                  <a:pt x="332827" y="499645"/>
                </a:lnTo>
                <a:lnTo>
                  <a:pt x="327750" y="487745"/>
                </a:lnTo>
                <a:lnTo>
                  <a:pt x="331050" y="464544"/>
                </a:lnTo>
                <a:lnTo>
                  <a:pt x="281458" y="469786"/>
                </a:lnTo>
                <a:lnTo>
                  <a:pt x="261806" y="481410"/>
                </a:lnTo>
                <a:lnTo>
                  <a:pt x="228996" y="493955"/>
                </a:lnTo>
                <a:lnTo>
                  <a:pt x="220853" y="503318"/>
                </a:lnTo>
                <a:lnTo>
                  <a:pt x="201307" y="503995"/>
                </a:lnTo>
                <a:lnTo>
                  <a:pt x="172950" y="501374"/>
                </a:lnTo>
                <a:lnTo>
                  <a:pt x="151709" y="506706"/>
                </a:lnTo>
                <a:lnTo>
                  <a:pt x="134284" y="503152"/>
                </a:lnTo>
                <a:lnTo>
                  <a:pt x="135176" y="456128"/>
                </a:lnTo>
                <a:lnTo>
                  <a:pt x="104587" y="474371"/>
                </a:lnTo>
                <a:lnTo>
                  <a:pt x="71004" y="473571"/>
                </a:lnTo>
                <a:lnTo>
                  <a:pt x="56057" y="457059"/>
                </a:lnTo>
                <a:lnTo>
                  <a:pt x="30756" y="455264"/>
                </a:lnTo>
                <a:lnTo>
                  <a:pt x="38357" y="441972"/>
                </a:lnTo>
                <a:lnTo>
                  <a:pt x="16633" y="423139"/>
                </a:lnTo>
                <a:lnTo>
                  <a:pt x="0" y="395259"/>
                </a:lnTo>
                <a:lnTo>
                  <a:pt x="9890" y="389599"/>
                </a:lnTo>
                <a:lnTo>
                  <a:pt x="9515" y="376523"/>
                </a:lnTo>
                <a:lnTo>
                  <a:pt x="32308" y="367587"/>
                </a:lnTo>
                <a:lnTo>
                  <a:pt x="28134" y="350848"/>
                </a:lnTo>
                <a:lnTo>
                  <a:pt x="37624" y="340077"/>
                </a:lnTo>
                <a:lnTo>
                  <a:pt x="40105" y="325630"/>
                </a:lnTo>
                <a:lnTo>
                  <a:pt x="83286" y="304562"/>
                </a:lnTo>
                <a:lnTo>
                  <a:pt x="114406" y="298606"/>
                </a:lnTo>
                <a:lnTo>
                  <a:pt x="119443" y="293953"/>
                </a:lnTo>
                <a:lnTo>
                  <a:pt x="153785" y="295405"/>
                </a:lnTo>
                <a:lnTo>
                  <a:pt x="170065" y="210526"/>
                </a:lnTo>
                <a:lnTo>
                  <a:pt x="170904" y="197102"/>
                </a:lnTo>
                <a:lnTo>
                  <a:pt x="164888" y="179375"/>
                </a:lnTo>
                <a:lnTo>
                  <a:pt x="147973" y="168081"/>
                </a:lnTo>
                <a:lnTo>
                  <a:pt x="148181" y="145589"/>
                </a:lnTo>
                <a:lnTo>
                  <a:pt x="169648" y="140490"/>
                </a:lnTo>
                <a:lnTo>
                  <a:pt x="177260" y="143694"/>
                </a:lnTo>
                <a:lnTo>
                  <a:pt x="178579" y="131837"/>
                </a:lnTo>
                <a:lnTo>
                  <a:pt x="156266" y="128636"/>
                </a:lnTo>
                <a:lnTo>
                  <a:pt x="155887" y="109266"/>
                </a:lnTo>
                <a:lnTo>
                  <a:pt x="230113" y="109958"/>
                </a:lnTo>
                <a:lnTo>
                  <a:pt x="242779" y="99287"/>
                </a:lnTo>
                <a:lnTo>
                  <a:pt x="253303" y="109105"/>
                </a:lnTo>
                <a:lnTo>
                  <a:pt x="260645" y="127366"/>
                </a:lnTo>
                <a:lnTo>
                  <a:pt x="267850" y="123550"/>
                </a:lnTo>
                <a:lnTo>
                  <a:pt x="288773" y="139923"/>
                </a:lnTo>
                <a:lnTo>
                  <a:pt x="318400" y="137917"/>
                </a:lnTo>
                <a:lnTo>
                  <a:pt x="325803" y="128444"/>
                </a:lnTo>
                <a:lnTo>
                  <a:pt x="354165" y="121217"/>
                </a:lnTo>
                <a:lnTo>
                  <a:pt x="369873" y="116136"/>
                </a:lnTo>
                <a:lnTo>
                  <a:pt x="374371" y="103026"/>
                </a:lnTo>
                <a:lnTo>
                  <a:pt x="401639" y="94218"/>
                </a:lnTo>
                <a:lnTo>
                  <a:pt x="399625" y="87712"/>
                </a:lnTo>
                <a:lnTo>
                  <a:pt x="367374" y="85052"/>
                </a:lnTo>
                <a:lnTo>
                  <a:pt x="362257" y="65556"/>
                </a:lnTo>
                <a:lnTo>
                  <a:pt x="364019" y="44802"/>
                </a:lnTo>
                <a:lnTo>
                  <a:pt x="347071" y="36777"/>
                </a:lnTo>
                <a:lnTo>
                  <a:pt x="354245" y="33928"/>
                </a:lnTo>
                <a:lnTo>
                  <a:pt x="382392" y="37889"/>
                </a:lnTo>
                <a:lnTo>
                  <a:pt x="412584" y="45627"/>
                </a:lnTo>
                <a:lnTo>
                  <a:pt x="423666" y="38309"/>
                </a:lnTo>
                <a:lnTo>
                  <a:pt x="451115" y="33506"/>
                </a:lnTo>
                <a:lnTo>
                  <a:pt x="493866" y="21918"/>
                </a:lnTo>
                <a:lnTo>
                  <a:pt x="507959" y="10104"/>
                </a:lnTo>
                <a:lnTo>
                  <a:pt x="503048" y="1369"/>
                </a:lnTo>
                <a:lnTo>
                  <a:pt x="522866" y="0"/>
                </a:lnTo>
                <a:lnTo>
                  <a:pt x="531621" y="7133"/>
                </a:lnTo>
                <a:lnTo>
                  <a:pt x="526478" y="20726"/>
                </a:lnTo>
                <a:lnTo>
                  <a:pt x="539502" y="25415"/>
                </a:lnTo>
                <a:lnTo>
                  <a:pt x="548063" y="39800"/>
                </a:lnTo>
                <a:lnTo>
                  <a:pt x="537378" y="50706"/>
                </a:lnTo>
                <a:lnTo>
                  <a:pt x="531073" y="77058"/>
                </a:lnTo>
                <a:lnTo>
                  <a:pt x="540710" y="92710"/>
                </a:lnTo>
                <a:lnTo>
                  <a:pt x="543388" y="107034"/>
                </a:lnTo>
                <a:lnTo>
                  <a:pt x="566760" y="121559"/>
                </a:lnTo>
                <a:lnTo>
                  <a:pt x="585455" y="123094"/>
                </a:lnTo>
                <a:lnTo>
                  <a:pt x="589690" y="117031"/>
                </a:lnTo>
                <a:lnTo>
                  <a:pt x="601736" y="115693"/>
                </a:lnTo>
                <a:lnTo>
                  <a:pt x="618999" y="110263"/>
                </a:lnTo>
                <a:lnTo>
                  <a:pt x="631428" y="102030"/>
                </a:lnTo>
                <a:lnTo>
                  <a:pt x="652486" y="104656"/>
                </a:lnTo>
                <a:lnTo>
                  <a:pt x="661762" y="103548"/>
                </a:lnTo>
                <a:lnTo>
                  <a:pt x="682462" y="106081"/>
                </a:lnTo>
                <a:lnTo>
                  <a:pt x="685928" y="99756"/>
                </a:lnTo>
                <a:lnTo>
                  <a:pt x="679573" y="93602"/>
                </a:lnTo>
                <a:lnTo>
                  <a:pt x="683441" y="84638"/>
                </a:lnTo>
                <a:lnTo>
                  <a:pt x="698797" y="87389"/>
                </a:lnTo>
                <a:lnTo>
                  <a:pt x="716805" y="84224"/>
                </a:lnTo>
                <a:lnTo>
                  <a:pt x="738585" y="90783"/>
                </a:lnTo>
                <a:lnTo>
                  <a:pt x="755184" y="97169"/>
                </a:lnTo>
                <a:lnTo>
                  <a:pt x="767026" y="88776"/>
                </a:lnTo>
                <a:lnTo>
                  <a:pt x="775539" y="90070"/>
                </a:lnTo>
                <a:lnTo>
                  <a:pt x="780685" y="98784"/>
                </a:lnTo>
                <a:lnTo>
                  <a:pt x="798938" y="96572"/>
                </a:lnTo>
                <a:lnTo>
                  <a:pt x="813608" y="84813"/>
                </a:lnTo>
                <a:lnTo>
                  <a:pt x="825473" y="62018"/>
                </a:lnTo>
                <a:lnTo>
                  <a:pt x="848269" y="33688"/>
                </a:lnTo>
                <a:lnTo>
                  <a:pt x="861259" y="32225"/>
                </a:lnTo>
                <a:lnTo>
                  <a:pt x="870514" y="49347"/>
                </a:lnTo>
                <a:lnTo>
                  <a:pt x="891508" y="103484"/>
                </a:lnTo>
                <a:lnTo>
                  <a:pt x="911860" y="108595"/>
                </a:lnTo>
                <a:lnTo>
                  <a:pt x="912815" y="129964"/>
                </a:lnTo>
                <a:lnTo>
                  <a:pt x="884119" y="155447"/>
                </a:lnTo>
                <a:lnTo>
                  <a:pt x="895968" y="164778"/>
                </a:lnTo>
                <a:lnTo>
                  <a:pt x="963317" y="169639"/>
                </a:lnTo>
                <a:lnTo>
                  <a:pt x="964745" y="200667"/>
                </a:lnTo>
                <a:lnTo>
                  <a:pt x="993640" y="180354"/>
                </a:lnTo>
                <a:lnTo>
                  <a:pt x="1041603" y="191480"/>
                </a:lnTo>
                <a:lnTo>
                  <a:pt x="1104933" y="210386"/>
                </a:lnTo>
                <a:lnTo>
                  <a:pt x="1123600" y="228526"/>
                </a:lnTo>
                <a:lnTo>
                  <a:pt x="1117444" y="245662"/>
                </a:lnTo>
                <a:lnTo>
                  <a:pt x="1161689" y="236122"/>
                </a:lnTo>
                <a:lnTo>
                  <a:pt x="1235916" y="252495"/>
                </a:lnTo>
                <a:lnTo>
                  <a:pt x="1292820" y="251289"/>
                </a:lnTo>
                <a:lnTo>
                  <a:pt x="1349292" y="276908"/>
                </a:lnTo>
                <a:lnTo>
                  <a:pt x="1398205" y="311588"/>
                </a:lnTo>
                <a:lnTo>
                  <a:pt x="1427619" y="320518"/>
                </a:lnTo>
                <a:lnTo>
                  <a:pt x="1460194" y="321759"/>
                </a:lnTo>
                <a:lnTo>
                  <a:pt x="1474084" y="331524"/>
                </a:lnTo>
                <a:lnTo>
                  <a:pt x="1487414" y="370939"/>
                </a:lnTo>
                <a:lnTo>
                  <a:pt x="1493957" y="389668"/>
                </a:lnTo>
                <a:lnTo>
                  <a:pt x="1479514" y="440844"/>
                </a:lnTo>
                <a:lnTo>
                  <a:pt x="1460487" y="461055"/>
                </a:lnTo>
                <a:lnTo>
                  <a:pt x="1407682" y="504129"/>
                </a:lnTo>
                <a:lnTo>
                  <a:pt x="1384208" y="539124"/>
                </a:lnTo>
                <a:lnTo>
                  <a:pt x="1356715" y="565961"/>
                </a:lnTo>
                <a:lnTo>
                  <a:pt x="1347236" y="566566"/>
                </a:lnTo>
                <a:lnTo>
                  <a:pt x="1337203" y="589341"/>
                </a:lnTo>
                <a:lnTo>
                  <a:pt x="1341498" y="647343"/>
                </a:lnTo>
                <a:lnTo>
                  <a:pt x="1332404" y="695057"/>
                </a:lnTo>
                <a:lnTo>
                  <a:pt x="1329054" y="715468"/>
                </a:lnTo>
                <a:lnTo>
                  <a:pt x="1317502" y="727682"/>
                </a:lnTo>
                <a:lnTo>
                  <a:pt x="1312281" y="769065"/>
                </a:lnTo>
                <a:lnTo>
                  <a:pt x="1275535" y="809475"/>
                </a:lnTo>
                <a:lnTo>
                  <a:pt x="1270447" y="841447"/>
                </a:lnTo>
                <a:lnTo>
                  <a:pt x="1240489" y="854862"/>
                </a:lnTo>
                <a:lnTo>
                  <a:pt x="1232495" y="873417"/>
                </a:lnTo>
                <a:lnTo>
                  <a:pt x="1191526" y="873343"/>
                </a:lnTo>
                <a:lnTo>
                  <a:pt x="1132791" y="885239"/>
                </a:lnTo>
                <a:lnTo>
                  <a:pt x="1106940" y="899011"/>
                </a:lnTo>
                <a:lnTo>
                  <a:pt x="1065217" y="908054"/>
                </a:lnTo>
                <a:lnTo>
                  <a:pt x="1022245" y="932702"/>
                </a:lnTo>
                <a:lnTo>
                  <a:pt x="992166" y="963405"/>
                </a:lnTo>
                <a:lnTo>
                  <a:pt x="988081" y="986519"/>
                </a:lnTo>
                <a:lnTo>
                  <a:pt x="995376" y="1003614"/>
                </a:lnTo>
                <a:lnTo>
                  <a:pt x="990335" y="1034887"/>
                </a:lnTo>
                <a:lnTo>
                  <a:pt x="982804" y="1049993"/>
                </a:lnTo>
                <a:lnTo>
                  <a:pt x="957744" y="1067030"/>
                </a:lnTo>
                <a:lnTo>
                  <a:pt x="920038" y="1121512"/>
                </a:lnTo>
                <a:lnTo>
                  <a:pt x="888998" y="1146068"/>
                </a:lnTo>
                <a:lnTo>
                  <a:pt x="864720" y="1160545"/>
                </a:lnTo>
                <a:lnTo>
                  <a:pt x="850037" y="1189991"/>
                </a:lnTo>
                <a:lnTo>
                  <a:pt x="826822" y="1207692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11" name="Map / Bolivia / 0">
            <a:extLst>
              <a:ext uri="{FF2B5EF4-FFF2-40B4-BE49-F238E27FC236}">
                <a16:creationId xmlns:a16="http://schemas.microsoft.com/office/drawing/2014/main" id="{9DE512E1-E855-4C3A-80B7-71A23B32CBA9}"/>
              </a:ext>
            </a:extLst>
          </p:cNvPr>
          <p:cNvSpPr>
            <a:spLocks noGrp="1"/>
          </p:cNvSpPr>
          <p:nvPr/>
        </p:nvSpPr>
        <p:spPr>
          <a:xfrm>
            <a:off x="6548816" y="4764657"/>
            <a:ext cx="466328" cy="405865"/>
          </a:xfrm>
          <a:custGeom>
            <a:avLst/>
            <a:gdLst/>
            <a:ahLst/>
            <a:cxnLst/>
            <a:rect l="0" t="0" r="0" b="0"/>
            <a:pathLst>
              <a:path w="466328" h="405865">
                <a:moveTo>
                  <a:pt x="0" y="36830"/>
                </a:moveTo>
                <a:lnTo>
                  <a:pt x="28357" y="39450"/>
                </a:lnTo>
                <a:lnTo>
                  <a:pt x="47903" y="38774"/>
                </a:lnTo>
                <a:lnTo>
                  <a:pt x="56046" y="29411"/>
                </a:lnTo>
                <a:lnTo>
                  <a:pt x="88856" y="16866"/>
                </a:lnTo>
                <a:lnTo>
                  <a:pt x="108508" y="5242"/>
                </a:lnTo>
                <a:lnTo>
                  <a:pt x="158100" y="0"/>
                </a:lnTo>
                <a:lnTo>
                  <a:pt x="154800" y="23201"/>
                </a:lnTo>
                <a:lnTo>
                  <a:pt x="159877" y="35101"/>
                </a:lnTo>
                <a:lnTo>
                  <a:pt x="157560" y="55854"/>
                </a:lnTo>
                <a:lnTo>
                  <a:pt x="199861" y="83582"/>
                </a:lnTo>
                <a:lnTo>
                  <a:pt x="242593" y="88691"/>
                </a:lnTo>
                <a:lnTo>
                  <a:pt x="257985" y="100257"/>
                </a:lnTo>
                <a:lnTo>
                  <a:pt x="283896" y="106390"/>
                </a:lnTo>
                <a:lnTo>
                  <a:pt x="299968" y="115381"/>
                </a:lnTo>
                <a:lnTo>
                  <a:pt x="323838" y="115077"/>
                </a:lnTo>
                <a:lnTo>
                  <a:pt x="346253" y="124257"/>
                </a:lnTo>
                <a:lnTo>
                  <a:pt x="348662" y="142152"/>
                </a:lnTo>
                <a:lnTo>
                  <a:pt x="356437" y="151190"/>
                </a:lnTo>
                <a:lnTo>
                  <a:pt x="357513" y="164540"/>
                </a:lnTo>
                <a:lnTo>
                  <a:pt x="346467" y="165056"/>
                </a:lnTo>
                <a:lnTo>
                  <a:pt x="362690" y="201101"/>
                </a:lnTo>
                <a:lnTo>
                  <a:pt x="435413" y="202379"/>
                </a:lnTo>
                <a:lnTo>
                  <a:pt x="430679" y="220257"/>
                </a:lnTo>
                <a:lnTo>
                  <a:pt x="435327" y="232473"/>
                </a:lnTo>
                <a:lnTo>
                  <a:pt x="456436" y="241164"/>
                </a:lnTo>
                <a:lnTo>
                  <a:pt x="466328" y="260410"/>
                </a:lnTo>
                <a:lnTo>
                  <a:pt x="460855" y="284793"/>
                </a:lnTo>
                <a:lnTo>
                  <a:pt x="451210" y="298357"/>
                </a:lnTo>
                <a:lnTo>
                  <a:pt x="455809" y="316002"/>
                </a:lnTo>
                <a:lnTo>
                  <a:pt x="444349" y="322400"/>
                </a:lnTo>
                <a:lnTo>
                  <a:pt x="443172" y="312857"/>
                </a:lnTo>
                <a:lnTo>
                  <a:pt x="407077" y="297023"/>
                </a:lnTo>
                <a:lnTo>
                  <a:pt x="371936" y="296584"/>
                </a:lnTo>
                <a:lnTo>
                  <a:pt x="306542" y="305592"/>
                </a:lnTo>
                <a:lnTo>
                  <a:pt x="290032" y="332834"/>
                </a:lnTo>
                <a:lnTo>
                  <a:pt x="290107" y="349485"/>
                </a:lnTo>
                <a:lnTo>
                  <a:pt x="277624" y="386552"/>
                </a:lnTo>
                <a:lnTo>
                  <a:pt x="271096" y="379926"/>
                </a:lnTo>
                <a:lnTo>
                  <a:pt x="227974" y="378646"/>
                </a:lnTo>
                <a:lnTo>
                  <a:pt x="214955" y="403549"/>
                </a:lnTo>
                <a:lnTo>
                  <a:pt x="191236" y="381191"/>
                </a:lnTo>
                <a:lnTo>
                  <a:pt x="141338" y="373652"/>
                </a:lnTo>
                <a:lnTo>
                  <a:pt x="111872" y="401624"/>
                </a:lnTo>
                <a:lnTo>
                  <a:pt x="84971" y="405865"/>
                </a:lnTo>
                <a:lnTo>
                  <a:pt x="67129" y="363190"/>
                </a:lnTo>
                <a:lnTo>
                  <a:pt x="44463" y="328467"/>
                </a:lnTo>
                <a:lnTo>
                  <a:pt x="54417" y="298514"/>
                </a:lnTo>
                <a:lnTo>
                  <a:pt x="33748" y="285407"/>
                </a:lnTo>
                <a:lnTo>
                  <a:pt x="27324" y="263070"/>
                </a:lnTo>
                <a:lnTo>
                  <a:pt x="7512" y="242017"/>
                </a:lnTo>
                <a:lnTo>
                  <a:pt x="29513" y="208605"/>
                </a:lnTo>
                <a:lnTo>
                  <a:pt x="11816" y="182584"/>
                </a:lnTo>
                <a:lnTo>
                  <a:pt x="19978" y="172178"/>
                </a:lnTo>
                <a:lnTo>
                  <a:pt x="12602" y="160700"/>
                </a:lnTo>
                <a:lnTo>
                  <a:pt x="26665" y="145236"/>
                </a:lnTo>
                <a:lnTo>
                  <a:pt x="26182" y="118894"/>
                </a:lnTo>
                <a:lnTo>
                  <a:pt x="27088" y="97133"/>
                </a:lnTo>
                <a:lnTo>
                  <a:pt x="34810" y="86656"/>
                </a:lnTo>
                <a:lnTo>
                  <a:pt x="0" y="3683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2" name="Map / Peru / 0">
            <a:extLst>
              <a:ext uri="{FF2B5EF4-FFF2-40B4-BE49-F238E27FC236}">
                <a16:creationId xmlns:a16="http://schemas.microsoft.com/office/drawing/2014/main" id="{37054D64-1145-4465-A8BD-1AF1DB615496}"/>
              </a:ext>
            </a:extLst>
          </p:cNvPr>
          <p:cNvSpPr>
            <a:spLocks noGrp="1"/>
          </p:cNvSpPr>
          <p:nvPr/>
        </p:nvSpPr>
        <p:spPr>
          <a:xfrm>
            <a:off x="6091245" y="4464233"/>
            <a:ext cx="492381" cy="566214"/>
          </a:xfrm>
          <a:custGeom>
            <a:avLst/>
            <a:gdLst/>
            <a:ahLst/>
            <a:cxnLst/>
            <a:rect l="0" t="0" r="0" b="0"/>
            <a:pathLst>
              <a:path w="492381" h="566214">
                <a:moveTo>
                  <a:pt x="438406" y="131285"/>
                </a:moveTo>
                <a:lnTo>
                  <a:pt x="404064" y="129832"/>
                </a:lnTo>
                <a:lnTo>
                  <a:pt x="399027" y="134486"/>
                </a:lnTo>
                <a:lnTo>
                  <a:pt x="367907" y="140442"/>
                </a:lnTo>
                <a:lnTo>
                  <a:pt x="324726" y="161510"/>
                </a:lnTo>
                <a:lnTo>
                  <a:pt x="322245" y="175957"/>
                </a:lnTo>
                <a:lnTo>
                  <a:pt x="312755" y="186728"/>
                </a:lnTo>
                <a:lnTo>
                  <a:pt x="316929" y="203467"/>
                </a:lnTo>
                <a:lnTo>
                  <a:pt x="294136" y="212403"/>
                </a:lnTo>
                <a:lnTo>
                  <a:pt x="294511" y="225479"/>
                </a:lnTo>
                <a:lnTo>
                  <a:pt x="284621" y="231139"/>
                </a:lnTo>
                <a:lnTo>
                  <a:pt x="301254" y="259018"/>
                </a:lnTo>
                <a:lnTo>
                  <a:pt x="322979" y="277852"/>
                </a:lnTo>
                <a:lnTo>
                  <a:pt x="315377" y="291144"/>
                </a:lnTo>
                <a:lnTo>
                  <a:pt x="340678" y="292939"/>
                </a:lnTo>
                <a:lnTo>
                  <a:pt x="355625" y="309451"/>
                </a:lnTo>
                <a:lnTo>
                  <a:pt x="389209" y="310251"/>
                </a:lnTo>
                <a:lnTo>
                  <a:pt x="419797" y="292008"/>
                </a:lnTo>
                <a:lnTo>
                  <a:pt x="418905" y="339031"/>
                </a:lnTo>
                <a:lnTo>
                  <a:pt x="436330" y="342586"/>
                </a:lnTo>
                <a:lnTo>
                  <a:pt x="457571" y="337254"/>
                </a:lnTo>
                <a:lnTo>
                  <a:pt x="492381" y="387080"/>
                </a:lnTo>
                <a:lnTo>
                  <a:pt x="484659" y="397556"/>
                </a:lnTo>
                <a:lnTo>
                  <a:pt x="483753" y="419317"/>
                </a:lnTo>
                <a:lnTo>
                  <a:pt x="484236" y="445660"/>
                </a:lnTo>
                <a:lnTo>
                  <a:pt x="470173" y="461124"/>
                </a:lnTo>
                <a:lnTo>
                  <a:pt x="477549" y="472602"/>
                </a:lnTo>
                <a:lnTo>
                  <a:pt x="469387" y="483008"/>
                </a:lnTo>
                <a:lnTo>
                  <a:pt x="487084" y="509029"/>
                </a:lnTo>
                <a:lnTo>
                  <a:pt x="465083" y="542440"/>
                </a:lnTo>
                <a:lnTo>
                  <a:pt x="455881" y="558311"/>
                </a:lnTo>
                <a:lnTo>
                  <a:pt x="436905" y="566214"/>
                </a:lnTo>
                <a:lnTo>
                  <a:pt x="397857" y="548439"/>
                </a:lnTo>
                <a:lnTo>
                  <a:pt x="393805" y="535738"/>
                </a:lnTo>
                <a:lnTo>
                  <a:pt x="316871" y="504654"/>
                </a:lnTo>
                <a:lnTo>
                  <a:pt x="246965" y="470797"/>
                </a:lnTo>
                <a:lnTo>
                  <a:pt x="216667" y="451716"/>
                </a:lnTo>
                <a:lnTo>
                  <a:pt x="199609" y="426143"/>
                </a:lnTo>
                <a:lnTo>
                  <a:pt x="205393" y="417223"/>
                </a:lnTo>
                <a:lnTo>
                  <a:pt x="171291" y="376599"/>
                </a:lnTo>
                <a:lnTo>
                  <a:pt x="131396" y="319484"/>
                </a:lnTo>
                <a:lnTo>
                  <a:pt x="93258" y="257846"/>
                </a:lnTo>
                <a:lnTo>
                  <a:pt x="77254" y="243738"/>
                </a:lnTo>
                <a:lnTo>
                  <a:pt x="64612" y="220939"/>
                </a:lnTo>
                <a:lnTo>
                  <a:pt x="34499" y="200735"/>
                </a:lnTo>
                <a:lnTo>
                  <a:pt x="7061" y="188203"/>
                </a:lnTo>
                <a:lnTo>
                  <a:pt x="19061" y="174387"/>
                </a:lnTo>
                <a:lnTo>
                  <a:pt x="0" y="144862"/>
                </a:lnTo>
                <a:lnTo>
                  <a:pt x="11479" y="123181"/>
                </a:lnTo>
                <a:lnTo>
                  <a:pt x="41554" y="103631"/>
                </a:lnTo>
                <a:lnTo>
                  <a:pt x="46252" y="116518"/>
                </a:lnTo>
                <a:lnTo>
                  <a:pt x="35499" y="123889"/>
                </a:lnTo>
                <a:lnTo>
                  <a:pt x="36718" y="135233"/>
                </a:lnTo>
                <a:lnTo>
                  <a:pt x="52418" y="132768"/>
                </a:lnTo>
                <a:lnTo>
                  <a:pt x="67859" y="136114"/>
                </a:lnTo>
                <a:lnTo>
                  <a:pt x="84127" y="151745"/>
                </a:lnTo>
                <a:lnTo>
                  <a:pt x="105426" y="139011"/>
                </a:lnTo>
                <a:lnTo>
                  <a:pt x="112296" y="118126"/>
                </a:lnTo>
                <a:lnTo>
                  <a:pt x="135285" y="91191"/>
                </a:lnTo>
                <a:lnTo>
                  <a:pt x="180965" y="78984"/>
                </a:lnTo>
                <a:lnTo>
                  <a:pt x="222254" y="46571"/>
                </a:lnTo>
                <a:lnTo>
                  <a:pt x="234022" y="26443"/>
                </a:lnTo>
                <a:lnTo>
                  <a:pt x="228661" y="2935"/>
                </a:lnTo>
                <a:lnTo>
                  <a:pt x="238818" y="0"/>
                </a:lnTo>
                <a:lnTo>
                  <a:pt x="264171" y="14661"/>
                </a:lnTo>
                <a:lnTo>
                  <a:pt x="276373" y="29273"/>
                </a:lnTo>
                <a:lnTo>
                  <a:pt x="294041" y="37249"/>
                </a:lnTo>
                <a:lnTo>
                  <a:pt x="316692" y="69706"/>
                </a:lnTo>
                <a:lnTo>
                  <a:pt x="345091" y="73583"/>
                </a:lnTo>
                <a:lnTo>
                  <a:pt x="366016" y="65398"/>
                </a:lnTo>
                <a:lnTo>
                  <a:pt x="379815" y="70754"/>
                </a:lnTo>
                <a:lnTo>
                  <a:pt x="402658" y="68093"/>
                </a:lnTo>
                <a:lnTo>
                  <a:pt x="431954" y="82590"/>
                </a:lnTo>
                <a:lnTo>
                  <a:pt x="407735" y="114094"/>
                </a:lnTo>
                <a:lnTo>
                  <a:pt x="419120" y="114829"/>
                </a:lnTo>
                <a:lnTo>
                  <a:pt x="438406" y="13128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3" name="Map / Colombia / 0">
            <a:extLst>
              <a:ext uri="{FF2B5EF4-FFF2-40B4-BE49-F238E27FC236}">
                <a16:creationId xmlns:a16="http://schemas.microsoft.com/office/drawing/2014/main" id="{0173A7B4-E77C-4CA5-98D5-8930FD293551}"/>
              </a:ext>
            </a:extLst>
          </p:cNvPr>
          <p:cNvSpPr>
            <a:spLocks noGrp="1"/>
          </p:cNvSpPr>
          <p:nvPr/>
        </p:nvSpPr>
        <p:spPr>
          <a:xfrm>
            <a:off x="6182241" y="4077450"/>
            <a:ext cx="461475" cy="518068"/>
          </a:xfrm>
          <a:custGeom>
            <a:avLst/>
            <a:gdLst/>
            <a:ahLst/>
            <a:cxnLst/>
            <a:rect l="0" t="0" r="0" b="0"/>
            <a:pathLst>
              <a:path w="461475" h="518068">
                <a:moveTo>
                  <a:pt x="461475" y="346213"/>
                </a:moveTo>
                <a:lnTo>
                  <a:pt x="454270" y="350028"/>
                </a:lnTo>
                <a:lnTo>
                  <a:pt x="446928" y="331768"/>
                </a:lnTo>
                <a:lnTo>
                  <a:pt x="436405" y="321949"/>
                </a:lnTo>
                <a:lnTo>
                  <a:pt x="423738" y="332620"/>
                </a:lnTo>
                <a:lnTo>
                  <a:pt x="349512" y="331928"/>
                </a:lnTo>
                <a:lnTo>
                  <a:pt x="349891" y="351298"/>
                </a:lnTo>
                <a:lnTo>
                  <a:pt x="372205" y="354499"/>
                </a:lnTo>
                <a:lnTo>
                  <a:pt x="370885" y="366356"/>
                </a:lnTo>
                <a:lnTo>
                  <a:pt x="363274" y="363152"/>
                </a:lnTo>
                <a:lnTo>
                  <a:pt x="341807" y="368252"/>
                </a:lnTo>
                <a:lnTo>
                  <a:pt x="341599" y="390744"/>
                </a:lnTo>
                <a:lnTo>
                  <a:pt x="358514" y="402038"/>
                </a:lnTo>
                <a:lnTo>
                  <a:pt x="364530" y="419764"/>
                </a:lnTo>
                <a:lnTo>
                  <a:pt x="363691" y="433189"/>
                </a:lnTo>
                <a:lnTo>
                  <a:pt x="347410" y="518068"/>
                </a:lnTo>
                <a:lnTo>
                  <a:pt x="328124" y="501612"/>
                </a:lnTo>
                <a:lnTo>
                  <a:pt x="316740" y="500878"/>
                </a:lnTo>
                <a:lnTo>
                  <a:pt x="340959" y="469373"/>
                </a:lnTo>
                <a:lnTo>
                  <a:pt x="311663" y="454876"/>
                </a:lnTo>
                <a:lnTo>
                  <a:pt x="288820" y="457537"/>
                </a:lnTo>
                <a:lnTo>
                  <a:pt x="275021" y="452181"/>
                </a:lnTo>
                <a:lnTo>
                  <a:pt x="254095" y="460367"/>
                </a:lnTo>
                <a:lnTo>
                  <a:pt x="225696" y="456489"/>
                </a:lnTo>
                <a:lnTo>
                  <a:pt x="203045" y="424032"/>
                </a:lnTo>
                <a:lnTo>
                  <a:pt x="185377" y="416056"/>
                </a:lnTo>
                <a:lnTo>
                  <a:pt x="173175" y="401444"/>
                </a:lnTo>
                <a:lnTo>
                  <a:pt x="147822" y="386783"/>
                </a:lnTo>
                <a:lnTo>
                  <a:pt x="137666" y="389719"/>
                </a:lnTo>
                <a:lnTo>
                  <a:pt x="121349" y="382387"/>
                </a:lnTo>
                <a:lnTo>
                  <a:pt x="102657" y="372133"/>
                </a:lnTo>
                <a:lnTo>
                  <a:pt x="91828" y="377058"/>
                </a:lnTo>
                <a:lnTo>
                  <a:pt x="59501" y="372763"/>
                </a:lnTo>
                <a:lnTo>
                  <a:pt x="50250" y="359446"/>
                </a:lnTo>
                <a:lnTo>
                  <a:pt x="43145" y="359940"/>
                </a:lnTo>
                <a:lnTo>
                  <a:pt x="5112" y="342264"/>
                </a:lnTo>
                <a:lnTo>
                  <a:pt x="0" y="332654"/>
                </a:lnTo>
                <a:lnTo>
                  <a:pt x="14230" y="330331"/>
                </a:lnTo>
                <a:lnTo>
                  <a:pt x="12662" y="314823"/>
                </a:lnTo>
                <a:lnTo>
                  <a:pt x="21701" y="303611"/>
                </a:lnTo>
                <a:lnTo>
                  <a:pt x="40620" y="301535"/>
                </a:lnTo>
                <a:lnTo>
                  <a:pt x="56883" y="282082"/>
                </a:lnTo>
                <a:lnTo>
                  <a:pt x="71681" y="265842"/>
                </a:lnTo>
                <a:lnTo>
                  <a:pt x="57753" y="258475"/>
                </a:lnTo>
                <a:lnTo>
                  <a:pt x="65235" y="240509"/>
                </a:lnTo>
                <a:lnTo>
                  <a:pt x="57190" y="212189"/>
                </a:lnTo>
                <a:lnTo>
                  <a:pt x="65529" y="204062"/>
                </a:lnTo>
                <a:lnTo>
                  <a:pt x="60137" y="177880"/>
                </a:lnTo>
                <a:lnTo>
                  <a:pt x="45158" y="161391"/>
                </a:lnTo>
                <a:lnTo>
                  <a:pt x="50460" y="146345"/>
                </a:lnTo>
                <a:lnTo>
                  <a:pt x="62662" y="148567"/>
                </a:lnTo>
                <a:lnTo>
                  <a:pt x="70106" y="139366"/>
                </a:lnTo>
                <a:lnTo>
                  <a:pt x="61836" y="121132"/>
                </a:lnTo>
                <a:lnTo>
                  <a:pt x="66600" y="116606"/>
                </a:lnTo>
                <a:lnTo>
                  <a:pt x="86224" y="117589"/>
                </a:lnTo>
                <a:lnTo>
                  <a:pt x="115486" y="95979"/>
                </a:lnTo>
                <a:lnTo>
                  <a:pt x="131261" y="92685"/>
                </a:lnTo>
                <a:lnTo>
                  <a:pt x="131999" y="82446"/>
                </a:lnTo>
                <a:lnTo>
                  <a:pt x="139982" y="56288"/>
                </a:lnTo>
                <a:lnTo>
                  <a:pt x="162351" y="41923"/>
                </a:lnTo>
                <a:lnTo>
                  <a:pt x="186325" y="41335"/>
                </a:lnTo>
                <a:lnTo>
                  <a:pt x="189607" y="34882"/>
                </a:lnTo>
                <a:lnTo>
                  <a:pt x="219240" y="37466"/>
                </a:lnTo>
                <a:lnTo>
                  <a:pt x="249779" y="21834"/>
                </a:lnTo>
                <a:lnTo>
                  <a:pt x="264870" y="14913"/>
                </a:lnTo>
                <a:lnTo>
                  <a:pt x="283894" y="0"/>
                </a:lnTo>
                <a:lnTo>
                  <a:pt x="297269" y="1896"/>
                </a:lnTo>
                <a:lnTo>
                  <a:pt x="306892" y="10040"/>
                </a:lnTo>
                <a:lnTo>
                  <a:pt x="299087" y="20463"/>
                </a:lnTo>
                <a:lnTo>
                  <a:pt x="274470" y="25651"/>
                </a:lnTo>
                <a:lnTo>
                  <a:pt x="264216" y="41129"/>
                </a:lnTo>
                <a:lnTo>
                  <a:pt x="249162" y="50004"/>
                </a:lnTo>
                <a:lnTo>
                  <a:pt x="237683" y="61509"/>
                </a:lnTo>
                <a:lnTo>
                  <a:pt x="232243" y="83598"/>
                </a:lnTo>
                <a:lnTo>
                  <a:pt x="221088" y="101701"/>
                </a:lnTo>
                <a:lnTo>
                  <a:pt x="240656" y="103774"/>
                </a:lnTo>
                <a:lnTo>
                  <a:pt x="245090" y="118006"/>
                </a:lnTo>
                <a:lnTo>
                  <a:pt x="253279" y="124816"/>
                </a:lnTo>
                <a:lnTo>
                  <a:pt x="255924" y="137281"/>
                </a:lnTo>
                <a:lnTo>
                  <a:pt x="251089" y="148738"/>
                </a:lnTo>
                <a:lnTo>
                  <a:pt x="252257" y="155200"/>
                </a:lnTo>
                <a:lnTo>
                  <a:pt x="261558" y="157780"/>
                </a:lnTo>
                <a:lnTo>
                  <a:pt x="270352" y="168578"/>
                </a:lnTo>
                <a:lnTo>
                  <a:pt x="319371" y="165601"/>
                </a:lnTo>
                <a:lnTo>
                  <a:pt x="341388" y="169545"/>
                </a:lnTo>
                <a:lnTo>
                  <a:pt x="367591" y="196183"/>
                </a:lnTo>
                <a:lnTo>
                  <a:pt x="383046" y="192873"/>
                </a:lnTo>
                <a:lnTo>
                  <a:pt x="410434" y="194530"/>
                </a:lnTo>
                <a:lnTo>
                  <a:pt x="432205" y="191000"/>
                </a:lnTo>
                <a:lnTo>
                  <a:pt x="445561" y="196319"/>
                </a:lnTo>
                <a:lnTo>
                  <a:pt x="438385" y="212992"/>
                </a:lnTo>
                <a:lnTo>
                  <a:pt x="429703" y="223386"/>
                </a:lnTo>
                <a:lnTo>
                  <a:pt x="426365" y="245587"/>
                </a:lnTo>
                <a:lnTo>
                  <a:pt x="433744" y="266156"/>
                </a:lnTo>
                <a:lnTo>
                  <a:pt x="444460" y="275355"/>
                </a:lnTo>
                <a:lnTo>
                  <a:pt x="445692" y="282285"/>
                </a:lnTo>
                <a:lnTo>
                  <a:pt x="426232" y="297695"/>
                </a:lnTo>
                <a:lnTo>
                  <a:pt x="439994" y="304517"/>
                </a:lnTo>
                <a:lnTo>
                  <a:pt x="450034" y="315341"/>
                </a:lnTo>
                <a:lnTo>
                  <a:pt x="461475" y="346213"/>
                </a:lnTo>
                <a:close/>
              </a:path>
            </a:pathLst>
          </a:custGeom>
          <a:solidFill>
            <a:srgbClr val="C9B9D1"/>
          </a:solidFill>
          <a:ln w="7620">
            <a:solidFill>
              <a:srgbClr val="FFFFFF"/>
            </a:solidFill>
          </a:ln>
        </p:spPr>
      </p:sp>
      <p:sp>
        <p:nvSpPr>
          <p:cNvPr id="114" name="Map / Panama / 0">
            <a:extLst>
              <a:ext uri="{FF2B5EF4-FFF2-40B4-BE49-F238E27FC236}">
                <a16:creationId xmlns:a16="http://schemas.microsoft.com/office/drawing/2014/main" id="{D24AA1FD-AB05-462C-B2FD-992360DA4D28}"/>
              </a:ext>
            </a:extLst>
          </p:cNvPr>
          <p:cNvSpPr>
            <a:spLocks noGrp="1"/>
          </p:cNvSpPr>
          <p:nvPr/>
        </p:nvSpPr>
        <p:spPr>
          <a:xfrm>
            <a:off x="6034856" y="4164923"/>
            <a:ext cx="217491" cy="74019"/>
          </a:xfrm>
          <a:custGeom>
            <a:avLst/>
            <a:gdLst/>
            <a:ahLst/>
            <a:cxnLst/>
            <a:rect l="0" t="0" r="0" b="0"/>
            <a:pathLst>
              <a:path w="217491" h="74019">
                <a:moveTo>
                  <a:pt x="213985" y="29133"/>
                </a:moveTo>
                <a:lnTo>
                  <a:pt x="209222" y="33659"/>
                </a:lnTo>
                <a:lnTo>
                  <a:pt x="217491" y="51893"/>
                </a:lnTo>
                <a:lnTo>
                  <a:pt x="210047" y="61094"/>
                </a:lnTo>
                <a:lnTo>
                  <a:pt x="197846" y="58872"/>
                </a:lnTo>
                <a:lnTo>
                  <a:pt x="192543" y="73919"/>
                </a:lnTo>
                <a:lnTo>
                  <a:pt x="180105" y="64988"/>
                </a:lnTo>
                <a:lnTo>
                  <a:pt x="172448" y="48278"/>
                </a:lnTo>
                <a:lnTo>
                  <a:pt x="182106" y="40009"/>
                </a:lnTo>
                <a:lnTo>
                  <a:pt x="172534" y="37888"/>
                </a:lnTo>
                <a:lnTo>
                  <a:pt x="165766" y="27659"/>
                </a:lnTo>
                <a:lnTo>
                  <a:pt x="147106" y="19054"/>
                </a:lnTo>
                <a:lnTo>
                  <a:pt x="130393" y="21027"/>
                </a:lnTo>
                <a:lnTo>
                  <a:pt x="122317" y="31795"/>
                </a:lnTo>
                <a:lnTo>
                  <a:pt x="106695" y="39571"/>
                </a:lnTo>
                <a:lnTo>
                  <a:pt x="98359" y="40652"/>
                </a:lnTo>
                <a:lnTo>
                  <a:pt x="94422" y="47094"/>
                </a:lnTo>
                <a:lnTo>
                  <a:pt x="112062" y="63896"/>
                </a:lnTo>
                <a:lnTo>
                  <a:pt x="101558" y="67852"/>
                </a:lnTo>
                <a:lnTo>
                  <a:pt x="95927" y="72439"/>
                </a:lnTo>
                <a:lnTo>
                  <a:pt x="78175" y="74019"/>
                </a:lnTo>
                <a:lnTo>
                  <a:pt x="72133" y="55526"/>
                </a:lnTo>
                <a:lnTo>
                  <a:pt x="67018" y="60789"/>
                </a:lnTo>
                <a:lnTo>
                  <a:pt x="54523" y="58972"/>
                </a:lnTo>
                <a:lnTo>
                  <a:pt x="47235" y="46516"/>
                </a:lnTo>
                <a:lnTo>
                  <a:pt x="31696" y="44460"/>
                </a:lnTo>
                <a:lnTo>
                  <a:pt x="21941" y="40839"/>
                </a:lnTo>
                <a:lnTo>
                  <a:pt x="5612" y="40885"/>
                </a:lnTo>
                <a:lnTo>
                  <a:pt x="4215" y="47604"/>
                </a:lnTo>
                <a:lnTo>
                  <a:pt x="0" y="42923"/>
                </a:lnTo>
                <a:lnTo>
                  <a:pt x="2208" y="36779"/>
                </a:lnTo>
                <a:lnTo>
                  <a:pt x="5596" y="30502"/>
                </a:lnTo>
                <a:lnTo>
                  <a:pt x="4313" y="24899"/>
                </a:lnTo>
                <a:lnTo>
                  <a:pt x="10130" y="21233"/>
                </a:lnTo>
                <a:lnTo>
                  <a:pt x="2385" y="16632"/>
                </a:lnTo>
                <a:lnTo>
                  <a:pt x="2632" y="4173"/>
                </a:lnTo>
                <a:lnTo>
                  <a:pt x="17445" y="1408"/>
                </a:lnTo>
                <a:lnTo>
                  <a:pt x="30685" y="12511"/>
                </a:lnTo>
                <a:lnTo>
                  <a:pt x="29668" y="19070"/>
                </a:lnTo>
                <a:lnTo>
                  <a:pt x="44797" y="20462"/>
                </a:lnTo>
                <a:lnTo>
                  <a:pt x="48478" y="17944"/>
                </a:lnTo>
                <a:lnTo>
                  <a:pt x="58666" y="25551"/>
                </a:lnTo>
                <a:lnTo>
                  <a:pt x="77460" y="23313"/>
                </a:lnTo>
                <a:lnTo>
                  <a:pt x="93917" y="15495"/>
                </a:lnTo>
                <a:lnTo>
                  <a:pt x="117240" y="9251"/>
                </a:lnTo>
                <a:lnTo>
                  <a:pt x="130559" y="0"/>
                </a:lnTo>
                <a:lnTo>
                  <a:pt x="151490" y="1816"/>
                </a:lnTo>
                <a:lnTo>
                  <a:pt x="149962" y="4862"/>
                </a:lnTo>
                <a:lnTo>
                  <a:pt x="171129" y="5917"/>
                </a:lnTo>
                <a:lnTo>
                  <a:pt x="187863" y="11264"/>
                </a:lnTo>
                <a:lnTo>
                  <a:pt x="199959" y="20579"/>
                </a:lnTo>
                <a:lnTo>
                  <a:pt x="213985" y="2913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5" name="Map / Costa Rica / 0">
            <a:extLst>
              <a:ext uri="{FF2B5EF4-FFF2-40B4-BE49-F238E27FC236}">
                <a16:creationId xmlns:a16="http://schemas.microsoft.com/office/drawing/2014/main" id="{65DDFC18-F36D-4C66-A272-339E8CD3E6B7}"/>
              </a:ext>
            </a:extLst>
          </p:cNvPr>
          <p:cNvSpPr>
            <a:spLocks noGrp="1"/>
          </p:cNvSpPr>
          <p:nvPr/>
        </p:nvSpPr>
        <p:spPr>
          <a:xfrm>
            <a:off x="5924918" y="4115223"/>
            <a:ext cx="127382" cy="92624"/>
          </a:xfrm>
          <a:custGeom>
            <a:avLst/>
            <a:gdLst/>
            <a:ahLst/>
            <a:cxnLst/>
            <a:rect l="0" t="0" r="0" b="0"/>
            <a:pathLst>
              <a:path w="127382" h="92624">
                <a:moveTo>
                  <a:pt x="127382" y="51108"/>
                </a:moveTo>
                <a:lnTo>
                  <a:pt x="112570" y="53873"/>
                </a:lnTo>
                <a:lnTo>
                  <a:pt x="112323" y="66333"/>
                </a:lnTo>
                <a:lnTo>
                  <a:pt x="120067" y="70933"/>
                </a:lnTo>
                <a:lnTo>
                  <a:pt x="114251" y="74600"/>
                </a:lnTo>
                <a:lnTo>
                  <a:pt x="115533" y="80202"/>
                </a:lnTo>
                <a:lnTo>
                  <a:pt x="112145" y="86479"/>
                </a:lnTo>
                <a:lnTo>
                  <a:pt x="109937" y="92624"/>
                </a:lnTo>
                <a:lnTo>
                  <a:pt x="89522" y="85755"/>
                </a:lnTo>
                <a:lnTo>
                  <a:pt x="82023" y="79257"/>
                </a:lnTo>
                <a:lnTo>
                  <a:pt x="86595" y="73883"/>
                </a:lnTo>
                <a:lnTo>
                  <a:pt x="85461" y="67043"/>
                </a:lnTo>
                <a:lnTo>
                  <a:pt x="75192" y="59632"/>
                </a:lnTo>
                <a:lnTo>
                  <a:pt x="60458" y="53547"/>
                </a:lnTo>
                <a:lnTo>
                  <a:pt x="47522" y="49579"/>
                </a:lnTo>
                <a:lnTo>
                  <a:pt x="45386" y="40524"/>
                </a:lnTo>
                <a:lnTo>
                  <a:pt x="35639" y="34993"/>
                </a:lnTo>
                <a:lnTo>
                  <a:pt x="37715" y="43993"/>
                </a:lnTo>
                <a:lnTo>
                  <a:pt x="29831" y="51390"/>
                </a:lnTo>
                <a:lnTo>
                  <a:pt x="21484" y="42799"/>
                </a:lnTo>
                <a:lnTo>
                  <a:pt x="9391" y="39741"/>
                </a:lnTo>
                <a:lnTo>
                  <a:pt x="4455" y="33502"/>
                </a:lnTo>
                <a:lnTo>
                  <a:pt x="5076" y="24077"/>
                </a:lnTo>
                <a:lnTo>
                  <a:pt x="10539" y="14326"/>
                </a:lnTo>
                <a:lnTo>
                  <a:pt x="0" y="9963"/>
                </a:lnTo>
                <a:lnTo>
                  <a:pt x="8984" y="3983"/>
                </a:lnTo>
                <a:lnTo>
                  <a:pt x="14896" y="0"/>
                </a:lnTo>
                <a:lnTo>
                  <a:pt x="39562" y="8198"/>
                </a:lnTo>
                <a:lnTo>
                  <a:pt x="48484" y="4162"/>
                </a:lnTo>
                <a:lnTo>
                  <a:pt x="60421" y="6745"/>
                </a:lnTo>
                <a:lnTo>
                  <a:pt x="66438" y="13115"/>
                </a:lnTo>
                <a:lnTo>
                  <a:pt x="77566" y="15177"/>
                </a:lnTo>
                <a:lnTo>
                  <a:pt x="86956" y="8617"/>
                </a:lnTo>
                <a:lnTo>
                  <a:pt x="95859" y="25436"/>
                </a:lnTo>
                <a:lnTo>
                  <a:pt x="110047" y="37895"/>
                </a:lnTo>
                <a:lnTo>
                  <a:pt x="127382" y="5110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6" name="Map / Nicaragua / 0">
            <a:extLst>
              <a:ext uri="{FF2B5EF4-FFF2-40B4-BE49-F238E27FC236}">
                <a16:creationId xmlns:a16="http://schemas.microsoft.com/office/drawing/2014/main" id="{5203D298-C705-4881-B363-8B1F67CF4716}"/>
              </a:ext>
            </a:extLst>
          </p:cNvPr>
          <p:cNvSpPr>
            <a:spLocks noGrp="1"/>
          </p:cNvSpPr>
          <p:nvPr/>
        </p:nvSpPr>
        <p:spPr>
          <a:xfrm>
            <a:off x="5862431" y="3997615"/>
            <a:ext cx="175309" cy="132785"/>
          </a:xfrm>
          <a:custGeom>
            <a:avLst/>
            <a:gdLst/>
            <a:ahLst/>
            <a:cxnLst/>
            <a:rect l="0" t="0" r="0" b="0"/>
            <a:pathLst>
              <a:path w="175309" h="132785">
                <a:moveTo>
                  <a:pt x="149443" y="126224"/>
                </a:moveTo>
                <a:lnTo>
                  <a:pt x="140053" y="132785"/>
                </a:lnTo>
                <a:lnTo>
                  <a:pt x="128925" y="130723"/>
                </a:lnTo>
                <a:lnTo>
                  <a:pt x="122908" y="124353"/>
                </a:lnTo>
                <a:lnTo>
                  <a:pt x="110971" y="121770"/>
                </a:lnTo>
                <a:lnTo>
                  <a:pt x="102049" y="125805"/>
                </a:lnTo>
                <a:lnTo>
                  <a:pt x="77383" y="117607"/>
                </a:lnTo>
                <a:lnTo>
                  <a:pt x="71471" y="121591"/>
                </a:lnTo>
                <a:lnTo>
                  <a:pt x="58780" y="111840"/>
                </a:lnTo>
                <a:lnTo>
                  <a:pt x="41626" y="99351"/>
                </a:lnTo>
                <a:lnTo>
                  <a:pt x="33786" y="88916"/>
                </a:lnTo>
                <a:lnTo>
                  <a:pt x="18277" y="79186"/>
                </a:lnTo>
                <a:lnTo>
                  <a:pt x="0" y="65205"/>
                </a:lnTo>
                <a:lnTo>
                  <a:pt x="4479" y="60418"/>
                </a:lnTo>
                <a:lnTo>
                  <a:pt x="10492" y="65078"/>
                </a:lnTo>
                <a:lnTo>
                  <a:pt x="13487" y="62890"/>
                </a:lnTo>
                <a:lnTo>
                  <a:pt x="25362" y="61618"/>
                </a:lnTo>
                <a:lnTo>
                  <a:pt x="30507" y="54547"/>
                </a:lnTo>
                <a:lnTo>
                  <a:pt x="36094" y="54272"/>
                </a:lnTo>
                <a:lnTo>
                  <a:pt x="36148" y="39049"/>
                </a:lnTo>
                <a:lnTo>
                  <a:pt x="45086" y="38317"/>
                </a:lnTo>
                <a:lnTo>
                  <a:pt x="52990" y="38538"/>
                </a:lnTo>
                <a:lnTo>
                  <a:pt x="61662" y="30278"/>
                </a:lnTo>
                <a:lnTo>
                  <a:pt x="72495" y="36535"/>
                </a:lnTo>
                <a:lnTo>
                  <a:pt x="76611" y="32696"/>
                </a:lnTo>
                <a:lnTo>
                  <a:pt x="83817" y="29014"/>
                </a:lnTo>
                <a:lnTo>
                  <a:pt x="97562" y="20490"/>
                </a:lnTo>
                <a:lnTo>
                  <a:pt x="98571" y="14118"/>
                </a:lnTo>
                <a:lnTo>
                  <a:pt x="102196" y="14386"/>
                </a:lnTo>
                <a:lnTo>
                  <a:pt x="107507" y="6989"/>
                </a:lnTo>
                <a:lnTo>
                  <a:pt x="111525" y="6088"/>
                </a:lnTo>
                <a:lnTo>
                  <a:pt x="117707" y="10818"/>
                </a:lnTo>
                <a:lnTo>
                  <a:pt x="125220" y="12217"/>
                </a:lnTo>
                <a:lnTo>
                  <a:pt x="133839" y="8281"/>
                </a:lnTo>
                <a:lnTo>
                  <a:pt x="143424" y="8260"/>
                </a:lnTo>
                <a:lnTo>
                  <a:pt x="156835" y="4216"/>
                </a:lnTo>
                <a:lnTo>
                  <a:pt x="162346" y="0"/>
                </a:lnTo>
                <a:lnTo>
                  <a:pt x="175309" y="633"/>
                </a:lnTo>
                <a:lnTo>
                  <a:pt x="171869" y="3603"/>
                </a:lnTo>
                <a:lnTo>
                  <a:pt x="169527" y="10514"/>
                </a:lnTo>
                <a:lnTo>
                  <a:pt x="172739" y="21842"/>
                </a:lnTo>
                <a:lnTo>
                  <a:pt x="163397" y="32386"/>
                </a:lnTo>
                <a:lnTo>
                  <a:pt x="158632" y="44842"/>
                </a:lnTo>
                <a:lnTo>
                  <a:pt x="156668" y="58483"/>
                </a:lnTo>
                <a:lnTo>
                  <a:pt x="158289" y="66462"/>
                </a:lnTo>
                <a:lnTo>
                  <a:pt x="158534" y="80399"/>
                </a:lnTo>
                <a:lnTo>
                  <a:pt x="152579" y="83440"/>
                </a:lnTo>
                <a:lnTo>
                  <a:pt x="148378" y="96681"/>
                </a:lnTo>
                <a:lnTo>
                  <a:pt x="150601" y="104856"/>
                </a:lnTo>
                <a:lnTo>
                  <a:pt x="142456" y="112772"/>
                </a:lnTo>
                <a:lnTo>
                  <a:pt x="143843" y="121139"/>
                </a:lnTo>
                <a:lnTo>
                  <a:pt x="149443" y="12622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7" name="Map / Honduras / 0">
            <a:extLst>
              <a:ext uri="{FF2B5EF4-FFF2-40B4-BE49-F238E27FC236}">
                <a16:creationId xmlns:a16="http://schemas.microsoft.com/office/drawing/2014/main" id="{BD4FA4AB-6E8E-43B0-9512-2B23B3972665}"/>
              </a:ext>
            </a:extLst>
          </p:cNvPr>
          <p:cNvSpPr>
            <a:spLocks noGrp="1"/>
          </p:cNvSpPr>
          <p:nvPr/>
        </p:nvSpPr>
        <p:spPr>
          <a:xfrm>
            <a:off x="5801214" y="3966995"/>
            <a:ext cx="236527" cy="93510"/>
          </a:xfrm>
          <a:custGeom>
            <a:avLst/>
            <a:gdLst/>
            <a:ahLst/>
            <a:cxnLst/>
            <a:rect l="0" t="0" r="0" b="0"/>
            <a:pathLst>
              <a:path w="236527" h="93510">
                <a:moveTo>
                  <a:pt x="236527" y="31253"/>
                </a:moveTo>
                <a:lnTo>
                  <a:pt x="223564" y="30620"/>
                </a:lnTo>
                <a:lnTo>
                  <a:pt x="218053" y="34836"/>
                </a:lnTo>
                <a:lnTo>
                  <a:pt x="204642" y="38880"/>
                </a:lnTo>
                <a:lnTo>
                  <a:pt x="195057" y="38901"/>
                </a:lnTo>
                <a:lnTo>
                  <a:pt x="186438" y="42837"/>
                </a:lnTo>
                <a:lnTo>
                  <a:pt x="178924" y="41438"/>
                </a:lnTo>
                <a:lnTo>
                  <a:pt x="172743" y="36709"/>
                </a:lnTo>
                <a:lnTo>
                  <a:pt x="168725" y="37609"/>
                </a:lnTo>
                <a:lnTo>
                  <a:pt x="163413" y="45006"/>
                </a:lnTo>
                <a:lnTo>
                  <a:pt x="159788" y="44738"/>
                </a:lnTo>
                <a:lnTo>
                  <a:pt x="158780" y="51110"/>
                </a:lnTo>
                <a:lnTo>
                  <a:pt x="145035" y="59634"/>
                </a:lnTo>
                <a:lnTo>
                  <a:pt x="137829" y="63316"/>
                </a:lnTo>
                <a:lnTo>
                  <a:pt x="133713" y="67155"/>
                </a:lnTo>
                <a:lnTo>
                  <a:pt x="122879" y="60898"/>
                </a:lnTo>
                <a:lnTo>
                  <a:pt x="114208" y="69158"/>
                </a:lnTo>
                <a:lnTo>
                  <a:pt x="106304" y="68937"/>
                </a:lnTo>
                <a:lnTo>
                  <a:pt x="97365" y="69669"/>
                </a:lnTo>
                <a:lnTo>
                  <a:pt x="97311" y="84892"/>
                </a:lnTo>
                <a:lnTo>
                  <a:pt x="91725" y="85167"/>
                </a:lnTo>
                <a:lnTo>
                  <a:pt x="86580" y="92238"/>
                </a:lnTo>
                <a:lnTo>
                  <a:pt x="74705" y="93510"/>
                </a:lnTo>
                <a:lnTo>
                  <a:pt x="68683" y="83826"/>
                </a:lnTo>
                <a:lnTo>
                  <a:pt x="57305" y="81134"/>
                </a:lnTo>
                <a:lnTo>
                  <a:pt x="60661" y="68734"/>
                </a:lnTo>
                <a:lnTo>
                  <a:pt x="55695" y="65383"/>
                </a:lnTo>
                <a:lnTo>
                  <a:pt x="48013" y="63175"/>
                </a:lnTo>
                <a:lnTo>
                  <a:pt x="31146" y="66863"/>
                </a:lnTo>
                <a:lnTo>
                  <a:pt x="29980" y="62694"/>
                </a:lnTo>
                <a:lnTo>
                  <a:pt x="18824" y="57730"/>
                </a:lnTo>
                <a:lnTo>
                  <a:pt x="11026" y="51554"/>
                </a:lnTo>
                <a:lnTo>
                  <a:pt x="0" y="48950"/>
                </a:lnTo>
                <a:lnTo>
                  <a:pt x="8376" y="41091"/>
                </a:lnTo>
                <a:lnTo>
                  <a:pt x="5739" y="35015"/>
                </a:lnTo>
                <a:lnTo>
                  <a:pt x="8792" y="29068"/>
                </a:lnTo>
                <a:lnTo>
                  <a:pt x="27339" y="20405"/>
                </a:lnTo>
                <a:lnTo>
                  <a:pt x="45398" y="8596"/>
                </a:lnTo>
                <a:lnTo>
                  <a:pt x="49256" y="9805"/>
                </a:lnTo>
                <a:lnTo>
                  <a:pt x="57935" y="4363"/>
                </a:lnTo>
                <a:lnTo>
                  <a:pt x="68813" y="3919"/>
                </a:lnTo>
                <a:lnTo>
                  <a:pt x="72161" y="6443"/>
                </a:lnTo>
                <a:lnTo>
                  <a:pt x="78146" y="4906"/>
                </a:lnTo>
                <a:lnTo>
                  <a:pt x="95574" y="7699"/>
                </a:lnTo>
                <a:lnTo>
                  <a:pt x="113152" y="6890"/>
                </a:lnTo>
                <a:lnTo>
                  <a:pt x="125574" y="3466"/>
                </a:lnTo>
                <a:lnTo>
                  <a:pt x="130249" y="0"/>
                </a:lnTo>
                <a:lnTo>
                  <a:pt x="142223" y="1602"/>
                </a:lnTo>
                <a:lnTo>
                  <a:pt x="151157" y="3704"/>
                </a:lnTo>
                <a:lnTo>
                  <a:pt x="161120" y="2979"/>
                </a:lnTo>
                <a:lnTo>
                  <a:pt x="168829" y="294"/>
                </a:lnTo>
                <a:lnTo>
                  <a:pt x="185865" y="4587"/>
                </a:lnTo>
                <a:lnTo>
                  <a:pt x="191839" y="5270"/>
                </a:lnTo>
                <a:lnTo>
                  <a:pt x="203041" y="11056"/>
                </a:lnTo>
                <a:lnTo>
                  <a:pt x="213567" y="17996"/>
                </a:lnTo>
                <a:lnTo>
                  <a:pt x="227063" y="22737"/>
                </a:lnTo>
                <a:lnTo>
                  <a:pt x="236527" y="3125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8" name="Map / El Salvador / 0">
            <a:extLst>
              <a:ext uri="{FF2B5EF4-FFF2-40B4-BE49-F238E27FC236}">
                <a16:creationId xmlns:a16="http://schemas.microsoft.com/office/drawing/2014/main" id="{60C833E3-3EEA-48F9-A522-845775D7192B}"/>
              </a:ext>
            </a:extLst>
          </p:cNvPr>
          <p:cNvSpPr>
            <a:spLocks noGrp="1"/>
          </p:cNvSpPr>
          <p:nvPr/>
        </p:nvSpPr>
        <p:spPr>
          <a:xfrm>
            <a:off x="5771746" y="4015945"/>
            <a:ext cx="90129" cy="39473"/>
          </a:xfrm>
          <a:custGeom>
            <a:avLst/>
            <a:gdLst/>
            <a:ahLst/>
            <a:cxnLst/>
            <a:rect l="0" t="0" r="0" b="0"/>
            <a:pathLst>
              <a:path w="90129" h="39473">
                <a:moveTo>
                  <a:pt x="29468" y="0"/>
                </a:moveTo>
                <a:lnTo>
                  <a:pt x="40494" y="2604"/>
                </a:lnTo>
                <a:lnTo>
                  <a:pt x="48292" y="8780"/>
                </a:lnTo>
                <a:lnTo>
                  <a:pt x="59448" y="13744"/>
                </a:lnTo>
                <a:lnTo>
                  <a:pt x="60614" y="17913"/>
                </a:lnTo>
                <a:lnTo>
                  <a:pt x="77481" y="14225"/>
                </a:lnTo>
                <a:lnTo>
                  <a:pt x="85163" y="16432"/>
                </a:lnTo>
                <a:lnTo>
                  <a:pt x="90129" y="19784"/>
                </a:lnTo>
                <a:lnTo>
                  <a:pt x="86773" y="32184"/>
                </a:lnTo>
                <a:lnTo>
                  <a:pt x="82148" y="39473"/>
                </a:lnTo>
                <a:lnTo>
                  <a:pt x="60182" y="39011"/>
                </a:lnTo>
                <a:lnTo>
                  <a:pt x="46684" y="36045"/>
                </a:lnTo>
                <a:lnTo>
                  <a:pt x="31338" y="29891"/>
                </a:lnTo>
                <a:lnTo>
                  <a:pt x="10356" y="27969"/>
                </a:lnTo>
                <a:lnTo>
                  <a:pt x="0" y="21323"/>
                </a:lnTo>
                <a:lnTo>
                  <a:pt x="1445" y="16783"/>
                </a:lnTo>
                <a:lnTo>
                  <a:pt x="14927" y="8974"/>
                </a:lnTo>
                <a:lnTo>
                  <a:pt x="22261" y="5551"/>
                </a:lnTo>
                <a:lnTo>
                  <a:pt x="20470" y="1905"/>
                </a:lnTo>
                <a:lnTo>
                  <a:pt x="29468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19" name="Map / Guatemala / 0">
            <a:extLst>
              <a:ext uri="{FF2B5EF4-FFF2-40B4-BE49-F238E27FC236}">
                <a16:creationId xmlns:a16="http://schemas.microsoft.com/office/drawing/2014/main" id="{76F00135-D4CB-44AE-8415-53B59C719EFF}"/>
              </a:ext>
            </a:extLst>
          </p:cNvPr>
          <p:cNvSpPr>
            <a:spLocks noGrp="1"/>
          </p:cNvSpPr>
          <p:nvPr/>
        </p:nvSpPr>
        <p:spPr>
          <a:xfrm>
            <a:off x="5692376" y="3910843"/>
            <a:ext cx="154236" cy="126425"/>
          </a:xfrm>
          <a:custGeom>
            <a:avLst/>
            <a:gdLst/>
            <a:ahLst/>
            <a:cxnLst/>
            <a:rect l="0" t="0" r="0" b="0"/>
            <a:pathLst>
              <a:path w="154236" h="126425">
                <a:moveTo>
                  <a:pt x="0" y="101552"/>
                </a:moveTo>
                <a:lnTo>
                  <a:pt x="1519" y="92535"/>
                </a:lnTo>
                <a:lnTo>
                  <a:pt x="6401" y="85276"/>
                </a:lnTo>
                <a:lnTo>
                  <a:pt x="1404" y="79492"/>
                </a:lnTo>
                <a:lnTo>
                  <a:pt x="21402" y="54259"/>
                </a:lnTo>
                <a:lnTo>
                  <a:pt x="70061" y="54166"/>
                </a:lnTo>
                <a:lnTo>
                  <a:pt x="71776" y="43624"/>
                </a:lnTo>
                <a:lnTo>
                  <a:pt x="65772" y="41746"/>
                </a:lnTo>
                <a:lnTo>
                  <a:pt x="62051" y="35038"/>
                </a:lnTo>
                <a:lnTo>
                  <a:pt x="48563" y="27887"/>
                </a:lnTo>
                <a:lnTo>
                  <a:pt x="35235" y="17557"/>
                </a:lnTo>
                <a:lnTo>
                  <a:pt x="52348" y="17480"/>
                </a:lnTo>
                <a:lnTo>
                  <a:pt x="53711" y="54"/>
                </a:lnTo>
                <a:lnTo>
                  <a:pt x="89063" y="0"/>
                </a:lnTo>
                <a:lnTo>
                  <a:pt x="124054" y="341"/>
                </a:lnTo>
                <a:lnTo>
                  <a:pt x="121933" y="24881"/>
                </a:lnTo>
                <a:lnTo>
                  <a:pt x="116501" y="59819"/>
                </a:lnTo>
                <a:lnTo>
                  <a:pt x="127818" y="59809"/>
                </a:lnTo>
                <a:lnTo>
                  <a:pt x="139801" y="65409"/>
                </a:lnTo>
                <a:lnTo>
                  <a:pt x="143380" y="60796"/>
                </a:lnTo>
                <a:lnTo>
                  <a:pt x="154236" y="64748"/>
                </a:lnTo>
                <a:lnTo>
                  <a:pt x="136177" y="76557"/>
                </a:lnTo>
                <a:lnTo>
                  <a:pt x="117630" y="85220"/>
                </a:lnTo>
                <a:lnTo>
                  <a:pt x="114577" y="91167"/>
                </a:lnTo>
                <a:lnTo>
                  <a:pt x="117214" y="97243"/>
                </a:lnTo>
                <a:lnTo>
                  <a:pt x="108838" y="105102"/>
                </a:lnTo>
                <a:lnTo>
                  <a:pt x="99840" y="107008"/>
                </a:lnTo>
                <a:lnTo>
                  <a:pt x="101631" y="110653"/>
                </a:lnTo>
                <a:lnTo>
                  <a:pt x="94297" y="114077"/>
                </a:lnTo>
                <a:lnTo>
                  <a:pt x="80815" y="121886"/>
                </a:lnTo>
                <a:lnTo>
                  <a:pt x="79370" y="126425"/>
                </a:lnTo>
                <a:lnTo>
                  <a:pt x="60221" y="121025"/>
                </a:lnTo>
                <a:lnTo>
                  <a:pt x="36580" y="120466"/>
                </a:lnTo>
                <a:lnTo>
                  <a:pt x="19603" y="114325"/>
                </a:lnTo>
                <a:lnTo>
                  <a:pt x="0" y="10155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0" name="Map / Belize / 0">
            <a:extLst>
              <a:ext uri="{FF2B5EF4-FFF2-40B4-BE49-F238E27FC236}">
                <a16:creationId xmlns:a16="http://schemas.microsoft.com/office/drawing/2014/main" id="{EB57E55C-BA48-4F78-8BBC-6EBB539D8A57}"/>
              </a:ext>
            </a:extLst>
          </p:cNvPr>
          <p:cNvSpPr>
            <a:spLocks noGrp="1"/>
          </p:cNvSpPr>
          <p:nvPr/>
        </p:nvSpPr>
        <p:spPr>
          <a:xfrm>
            <a:off x="5808876" y="3889772"/>
            <a:ext cx="48066" cy="80890"/>
          </a:xfrm>
          <a:custGeom>
            <a:avLst/>
            <a:gdLst/>
            <a:ahLst/>
            <a:cxnLst/>
            <a:rect l="0" t="0" r="0" b="0"/>
            <a:pathLst>
              <a:path w="48066" h="80890">
                <a:moveTo>
                  <a:pt x="7553" y="21411"/>
                </a:moveTo>
                <a:lnTo>
                  <a:pt x="7605" y="16856"/>
                </a:lnTo>
                <a:lnTo>
                  <a:pt x="12297" y="15431"/>
                </a:lnTo>
                <a:lnTo>
                  <a:pt x="18889" y="19093"/>
                </a:lnTo>
                <a:lnTo>
                  <a:pt x="33892" y="407"/>
                </a:lnTo>
                <a:lnTo>
                  <a:pt x="41118" y="0"/>
                </a:lnTo>
                <a:lnTo>
                  <a:pt x="40904" y="4542"/>
                </a:lnTo>
                <a:lnTo>
                  <a:pt x="48066" y="4684"/>
                </a:lnTo>
                <a:lnTo>
                  <a:pt x="46788" y="13104"/>
                </a:lnTo>
                <a:lnTo>
                  <a:pt x="39647" y="26494"/>
                </a:lnTo>
                <a:lnTo>
                  <a:pt x="42604" y="31282"/>
                </a:lnTo>
                <a:lnTo>
                  <a:pt x="37824" y="42357"/>
                </a:lnTo>
                <a:lnTo>
                  <a:pt x="40001" y="45317"/>
                </a:lnTo>
                <a:lnTo>
                  <a:pt x="34495" y="60959"/>
                </a:lnTo>
                <a:lnTo>
                  <a:pt x="26479" y="69172"/>
                </a:lnTo>
                <a:lnTo>
                  <a:pt x="19566" y="70158"/>
                </a:lnTo>
                <a:lnTo>
                  <a:pt x="11317" y="80880"/>
                </a:lnTo>
                <a:lnTo>
                  <a:pt x="0" y="80890"/>
                </a:lnTo>
                <a:lnTo>
                  <a:pt x="5432" y="45952"/>
                </a:lnTo>
                <a:lnTo>
                  <a:pt x="7553" y="2141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1" name="Map / Venezuela / 0">
            <a:extLst>
              <a:ext uri="{FF2B5EF4-FFF2-40B4-BE49-F238E27FC236}">
                <a16:creationId xmlns:a16="http://schemas.microsoft.com/office/drawing/2014/main" id="{C62AD00F-FA19-4760-BD03-A42E45959246}"/>
              </a:ext>
            </a:extLst>
          </p:cNvPr>
          <p:cNvSpPr>
            <a:spLocks noGrp="1"/>
          </p:cNvSpPr>
          <p:nvPr/>
        </p:nvSpPr>
        <p:spPr>
          <a:xfrm>
            <a:off x="6403328" y="4085963"/>
            <a:ext cx="514656" cy="354073"/>
          </a:xfrm>
          <a:custGeom>
            <a:avLst/>
            <a:gdLst/>
            <a:ahLst/>
            <a:cxnLst/>
            <a:rect l="0" t="0" r="0" b="0"/>
            <a:pathLst>
              <a:path w="514656" h="354073">
                <a:moveTo>
                  <a:pt x="475586" y="215518"/>
                </a:moveTo>
                <a:lnTo>
                  <a:pt x="480497" y="224254"/>
                </a:lnTo>
                <a:lnTo>
                  <a:pt x="466404" y="236067"/>
                </a:lnTo>
                <a:lnTo>
                  <a:pt x="423653" y="247656"/>
                </a:lnTo>
                <a:lnTo>
                  <a:pt x="396204" y="252459"/>
                </a:lnTo>
                <a:lnTo>
                  <a:pt x="385122" y="259777"/>
                </a:lnTo>
                <a:lnTo>
                  <a:pt x="354930" y="252039"/>
                </a:lnTo>
                <a:lnTo>
                  <a:pt x="326783" y="248078"/>
                </a:lnTo>
                <a:lnTo>
                  <a:pt x="319609" y="250927"/>
                </a:lnTo>
                <a:lnTo>
                  <a:pt x="336557" y="258952"/>
                </a:lnTo>
                <a:lnTo>
                  <a:pt x="334795" y="279706"/>
                </a:lnTo>
                <a:lnTo>
                  <a:pt x="339912" y="299201"/>
                </a:lnTo>
                <a:lnTo>
                  <a:pt x="372163" y="301862"/>
                </a:lnTo>
                <a:lnTo>
                  <a:pt x="374177" y="308368"/>
                </a:lnTo>
                <a:lnTo>
                  <a:pt x="346909" y="317176"/>
                </a:lnTo>
                <a:lnTo>
                  <a:pt x="342411" y="330286"/>
                </a:lnTo>
                <a:lnTo>
                  <a:pt x="326703" y="335367"/>
                </a:lnTo>
                <a:lnTo>
                  <a:pt x="298341" y="342594"/>
                </a:lnTo>
                <a:lnTo>
                  <a:pt x="290938" y="352067"/>
                </a:lnTo>
                <a:lnTo>
                  <a:pt x="261311" y="354073"/>
                </a:lnTo>
                <a:lnTo>
                  <a:pt x="240388" y="337700"/>
                </a:lnTo>
                <a:lnTo>
                  <a:pt x="228946" y="306828"/>
                </a:lnTo>
                <a:lnTo>
                  <a:pt x="218906" y="296004"/>
                </a:lnTo>
                <a:lnTo>
                  <a:pt x="205145" y="289183"/>
                </a:lnTo>
                <a:lnTo>
                  <a:pt x="224605" y="273773"/>
                </a:lnTo>
                <a:lnTo>
                  <a:pt x="223373" y="266842"/>
                </a:lnTo>
                <a:lnTo>
                  <a:pt x="212656" y="257643"/>
                </a:lnTo>
                <a:lnTo>
                  <a:pt x="205277" y="237074"/>
                </a:lnTo>
                <a:lnTo>
                  <a:pt x="208616" y="214873"/>
                </a:lnTo>
                <a:lnTo>
                  <a:pt x="217298" y="204480"/>
                </a:lnTo>
                <a:lnTo>
                  <a:pt x="224473" y="187807"/>
                </a:lnTo>
                <a:lnTo>
                  <a:pt x="211118" y="182487"/>
                </a:lnTo>
                <a:lnTo>
                  <a:pt x="189346" y="186017"/>
                </a:lnTo>
                <a:lnTo>
                  <a:pt x="161959" y="184360"/>
                </a:lnTo>
                <a:lnTo>
                  <a:pt x="146503" y="187671"/>
                </a:lnTo>
                <a:lnTo>
                  <a:pt x="120300" y="161032"/>
                </a:lnTo>
                <a:lnTo>
                  <a:pt x="98283" y="157088"/>
                </a:lnTo>
                <a:lnTo>
                  <a:pt x="49264" y="160065"/>
                </a:lnTo>
                <a:lnTo>
                  <a:pt x="40470" y="149267"/>
                </a:lnTo>
                <a:lnTo>
                  <a:pt x="31169" y="146687"/>
                </a:lnTo>
                <a:lnTo>
                  <a:pt x="30001" y="140226"/>
                </a:lnTo>
                <a:lnTo>
                  <a:pt x="34837" y="128768"/>
                </a:lnTo>
                <a:lnTo>
                  <a:pt x="32192" y="116304"/>
                </a:lnTo>
                <a:lnTo>
                  <a:pt x="24002" y="109493"/>
                </a:lnTo>
                <a:lnTo>
                  <a:pt x="19569" y="95261"/>
                </a:lnTo>
                <a:lnTo>
                  <a:pt x="0" y="93188"/>
                </a:lnTo>
                <a:lnTo>
                  <a:pt x="11155" y="75086"/>
                </a:lnTo>
                <a:lnTo>
                  <a:pt x="16595" y="52996"/>
                </a:lnTo>
                <a:lnTo>
                  <a:pt x="28075" y="41492"/>
                </a:lnTo>
                <a:lnTo>
                  <a:pt x="43129" y="32616"/>
                </a:lnTo>
                <a:lnTo>
                  <a:pt x="53382" y="17138"/>
                </a:lnTo>
                <a:lnTo>
                  <a:pt x="78000" y="11950"/>
                </a:lnTo>
                <a:lnTo>
                  <a:pt x="76625" y="19264"/>
                </a:lnTo>
                <a:lnTo>
                  <a:pt x="54173" y="22877"/>
                </a:lnTo>
                <a:lnTo>
                  <a:pt x="66023" y="36926"/>
                </a:lnTo>
                <a:lnTo>
                  <a:pt x="64958" y="53115"/>
                </a:lnTo>
                <a:lnTo>
                  <a:pt x="47550" y="71096"/>
                </a:lnTo>
                <a:lnTo>
                  <a:pt x="61135" y="95656"/>
                </a:lnTo>
                <a:lnTo>
                  <a:pt x="77596" y="93646"/>
                </a:lnTo>
                <a:lnTo>
                  <a:pt x="86870" y="71271"/>
                </a:lnTo>
                <a:lnTo>
                  <a:pt x="75457" y="60376"/>
                </a:lnTo>
                <a:lnTo>
                  <a:pt x="74394" y="36941"/>
                </a:lnTo>
                <a:lnTo>
                  <a:pt x="122206" y="24357"/>
                </a:lnTo>
                <a:lnTo>
                  <a:pt x="117517" y="9766"/>
                </a:lnTo>
                <a:lnTo>
                  <a:pt x="131235" y="0"/>
                </a:lnTo>
                <a:lnTo>
                  <a:pt x="144005" y="21753"/>
                </a:lnTo>
                <a:lnTo>
                  <a:pt x="170637" y="22255"/>
                </a:lnTo>
                <a:lnTo>
                  <a:pt x="194690" y="39518"/>
                </a:lnTo>
                <a:lnTo>
                  <a:pt x="195815" y="49767"/>
                </a:lnTo>
                <a:lnTo>
                  <a:pt x="229940" y="50039"/>
                </a:lnTo>
                <a:lnTo>
                  <a:pt x="270664" y="46858"/>
                </a:lnTo>
                <a:lnTo>
                  <a:pt x="291972" y="60721"/>
                </a:lnTo>
                <a:lnTo>
                  <a:pt x="320929" y="64547"/>
                </a:lnTo>
                <a:lnTo>
                  <a:pt x="342568" y="54876"/>
                </a:lnTo>
                <a:lnTo>
                  <a:pt x="343259" y="47081"/>
                </a:lnTo>
                <a:lnTo>
                  <a:pt x="390409" y="45214"/>
                </a:lnTo>
                <a:lnTo>
                  <a:pt x="435977" y="44784"/>
                </a:lnTo>
                <a:lnTo>
                  <a:pt x="403403" y="53927"/>
                </a:lnTo>
                <a:lnTo>
                  <a:pt x="415940" y="68540"/>
                </a:lnTo>
                <a:lnTo>
                  <a:pt x="446282" y="70866"/>
                </a:lnTo>
                <a:lnTo>
                  <a:pt x="474681" y="86088"/>
                </a:lnTo>
                <a:lnTo>
                  <a:pt x="480085" y="110889"/>
                </a:lnTo>
                <a:lnTo>
                  <a:pt x="499930" y="110190"/>
                </a:lnTo>
                <a:lnTo>
                  <a:pt x="514656" y="117487"/>
                </a:lnTo>
                <a:lnTo>
                  <a:pt x="484080" y="135672"/>
                </a:lnTo>
                <a:lnTo>
                  <a:pt x="480501" y="146959"/>
                </a:lnTo>
                <a:lnTo>
                  <a:pt x="493286" y="158446"/>
                </a:lnTo>
                <a:lnTo>
                  <a:pt x="483715" y="164245"/>
                </a:lnTo>
                <a:lnTo>
                  <a:pt x="460192" y="169214"/>
                </a:lnTo>
                <a:lnTo>
                  <a:pt x="460676" y="183509"/>
                </a:lnTo>
                <a:lnTo>
                  <a:pt x="450208" y="192029"/>
                </a:lnTo>
                <a:lnTo>
                  <a:pt x="475586" y="21551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2" name="Map / Guyana / 0">
            <a:extLst>
              <a:ext uri="{FF2B5EF4-FFF2-40B4-BE49-F238E27FC236}">
                <a16:creationId xmlns:a16="http://schemas.microsoft.com/office/drawing/2014/main" id="{539281AE-D23D-4A2C-89F8-6636CE25A074}"/>
              </a:ext>
            </a:extLst>
          </p:cNvPr>
          <p:cNvSpPr>
            <a:spLocks noGrp="1"/>
          </p:cNvSpPr>
          <p:nvPr/>
        </p:nvSpPr>
        <p:spPr>
          <a:xfrm>
            <a:off x="6853536" y="4203450"/>
            <a:ext cx="184092" cy="219757"/>
          </a:xfrm>
          <a:custGeom>
            <a:avLst/>
            <a:gdLst/>
            <a:ahLst/>
            <a:cxnLst/>
            <a:rect l="0" t="0" r="0" b="0"/>
            <a:pathLst>
              <a:path w="184092" h="219757">
                <a:moveTo>
                  <a:pt x="184092" y="200210"/>
                </a:moveTo>
                <a:lnTo>
                  <a:pt x="174817" y="201319"/>
                </a:lnTo>
                <a:lnTo>
                  <a:pt x="153758" y="198693"/>
                </a:lnTo>
                <a:lnTo>
                  <a:pt x="141329" y="206926"/>
                </a:lnTo>
                <a:lnTo>
                  <a:pt x="124066" y="212355"/>
                </a:lnTo>
                <a:lnTo>
                  <a:pt x="112020" y="213694"/>
                </a:lnTo>
                <a:lnTo>
                  <a:pt x="107785" y="219757"/>
                </a:lnTo>
                <a:lnTo>
                  <a:pt x="89090" y="218221"/>
                </a:lnTo>
                <a:lnTo>
                  <a:pt x="65718" y="203696"/>
                </a:lnTo>
                <a:lnTo>
                  <a:pt x="63040" y="189372"/>
                </a:lnTo>
                <a:lnTo>
                  <a:pt x="53403" y="173720"/>
                </a:lnTo>
                <a:lnTo>
                  <a:pt x="59708" y="147368"/>
                </a:lnTo>
                <a:lnTo>
                  <a:pt x="70393" y="136462"/>
                </a:lnTo>
                <a:lnTo>
                  <a:pt x="61833" y="122077"/>
                </a:lnTo>
                <a:lnTo>
                  <a:pt x="48808" y="117388"/>
                </a:lnTo>
                <a:lnTo>
                  <a:pt x="53951" y="103796"/>
                </a:lnTo>
                <a:lnTo>
                  <a:pt x="45196" y="96662"/>
                </a:lnTo>
                <a:lnTo>
                  <a:pt x="25378" y="98031"/>
                </a:lnTo>
                <a:lnTo>
                  <a:pt x="0" y="74542"/>
                </a:lnTo>
                <a:lnTo>
                  <a:pt x="10468" y="66022"/>
                </a:lnTo>
                <a:lnTo>
                  <a:pt x="9985" y="51727"/>
                </a:lnTo>
                <a:lnTo>
                  <a:pt x="33507" y="46758"/>
                </a:lnTo>
                <a:lnTo>
                  <a:pt x="43078" y="40959"/>
                </a:lnTo>
                <a:lnTo>
                  <a:pt x="30294" y="29471"/>
                </a:lnTo>
                <a:lnTo>
                  <a:pt x="33872" y="18185"/>
                </a:lnTo>
                <a:lnTo>
                  <a:pt x="64449" y="0"/>
                </a:lnTo>
                <a:lnTo>
                  <a:pt x="89163" y="11387"/>
                </a:lnTo>
                <a:lnTo>
                  <a:pt x="112267" y="31555"/>
                </a:lnTo>
                <a:lnTo>
                  <a:pt x="113014" y="47495"/>
                </a:lnTo>
                <a:lnTo>
                  <a:pt x="127342" y="48228"/>
                </a:lnTo>
                <a:lnTo>
                  <a:pt x="147463" y="63329"/>
                </a:lnTo>
                <a:lnTo>
                  <a:pt x="162308" y="74106"/>
                </a:lnTo>
                <a:lnTo>
                  <a:pt x="155795" y="101953"/>
                </a:lnTo>
                <a:lnTo>
                  <a:pt x="132566" y="110031"/>
                </a:lnTo>
                <a:lnTo>
                  <a:pt x="134529" y="117331"/>
                </a:lnTo>
                <a:lnTo>
                  <a:pt x="127308" y="133303"/>
                </a:lnTo>
                <a:lnTo>
                  <a:pt x="143952" y="155784"/>
                </a:lnTo>
                <a:lnTo>
                  <a:pt x="156146" y="155820"/>
                </a:lnTo>
                <a:lnTo>
                  <a:pt x="161001" y="173296"/>
                </a:lnTo>
                <a:lnTo>
                  <a:pt x="184092" y="20021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3" name="Map / Suriname / 0">
            <a:extLst>
              <a:ext uri="{FF2B5EF4-FFF2-40B4-BE49-F238E27FC236}">
                <a16:creationId xmlns:a16="http://schemas.microsoft.com/office/drawing/2014/main" id="{EF91FDF5-D518-4DE8-8D3D-75DCDA8EA6A7}"/>
              </a:ext>
            </a:extLst>
          </p:cNvPr>
          <p:cNvSpPr>
            <a:spLocks noGrp="1"/>
          </p:cNvSpPr>
          <p:nvPr/>
        </p:nvSpPr>
        <p:spPr>
          <a:xfrm>
            <a:off x="6980844" y="4275942"/>
            <a:ext cx="156327" cy="130252"/>
          </a:xfrm>
          <a:custGeom>
            <a:avLst/>
            <a:gdLst/>
            <a:ahLst/>
            <a:cxnLst/>
            <a:rect l="0" t="0" r="0" b="0"/>
            <a:pathLst>
              <a:path w="156327" h="130252">
                <a:moveTo>
                  <a:pt x="133608" y="114954"/>
                </a:moveTo>
                <a:lnTo>
                  <a:pt x="111828" y="108395"/>
                </a:lnTo>
                <a:lnTo>
                  <a:pt x="93819" y="111560"/>
                </a:lnTo>
                <a:lnTo>
                  <a:pt x="78464" y="108809"/>
                </a:lnTo>
                <a:lnTo>
                  <a:pt x="74595" y="117773"/>
                </a:lnTo>
                <a:lnTo>
                  <a:pt x="80950" y="123927"/>
                </a:lnTo>
                <a:lnTo>
                  <a:pt x="77485" y="130252"/>
                </a:lnTo>
                <a:lnTo>
                  <a:pt x="56784" y="127718"/>
                </a:lnTo>
                <a:lnTo>
                  <a:pt x="33693" y="100805"/>
                </a:lnTo>
                <a:lnTo>
                  <a:pt x="28839" y="83328"/>
                </a:lnTo>
                <a:lnTo>
                  <a:pt x="16644" y="83292"/>
                </a:lnTo>
                <a:lnTo>
                  <a:pt x="0" y="60811"/>
                </a:lnTo>
                <a:lnTo>
                  <a:pt x="7221" y="44840"/>
                </a:lnTo>
                <a:lnTo>
                  <a:pt x="5258" y="37540"/>
                </a:lnTo>
                <a:lnTo>
                  <a:pt x="28487" y="29462"/>
                </a:lnTo>
                <a:lnTo>
                  <a:pt x="35000" y="1614"/>
                </a:lnTo>
                <a:lnTo>
                  <a:pt x="80517" y="7814"/>
                </a:lnTo>
                <a:lnTo>
                  <a:pt x="84701" y="2234"/>
                </a:lnTo>
                <a:lnTo>
                  <a:pt x="115520" y="0"/>
                </a:lnTo>
                <a:lnTo>
                  <a:pt x="156327" y="8319"/>
                </a:lnTo>
                <a:lnTo>
                  <a:pt x="136130" y="34935"/>
                </a:lnTo>
                <a:lnTo>
                  <a:pt x="138886" y="56114"/>
                </a:lnTo>
                <a:lnTo>
                  <a:pt x="153651" y="74458"/>
                </a:lnTo>
                <a:lnTo>
                  <a:pt x="146873" y="87777"/>
                </a:lnTo>
                <a:lnTo>
                  <a:pt x="143411" y="101936"/>
                </a:lnTo>
                <a:lnTo>
                  <a:pt x="133608" y="11495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4" name="Map / France / 0">
            <a:extLst>
              <a:ext uri="{FF2B5EF4-FFF2-40B4-BE49-F238E27FC236}">
                <a16:creationId xmlns:a16="http://schemas.microsoft.com/office/drawing/2014/main" id="{91B27323-CA96-4F7C-AFC4-972E33733045}"/>
              </a:ext>
            </a:extLst>
          </p:cNvPr>
          <p:cNvSpPr>
            <a:spLocks noGrp="1"/>
          </p:cNvSpPr>
          <p:nvPr/>
        </p:nvSpPr>
        <p:spPr>
          <a:xfrm>
            <a:off x="7114452" y="4284261"/>
            <a:ext cx="109684" cy="114636"/>
          </a:xfrm>
          <a:custGeom>
            <a:avLst/>
            <a:gdLst/>
            <a:ahLst/>
            <a:cxnLst/>
            <a:rect l="0" t="0" r="0" b="0"/>
            <a:pathLst>
              <a:path w="109684" h="114636">
                <a:moveTo>
                  <a:pt x="109684" y="49540"/>
                </a:moveTo>
                <a:lnTo>
                  <a:pt x="86887" y="77869"/>
                </a:lnTo>
                <a:lnTo>
                  <a:pt x="75022" y="100665"/>
                </a:lnTo>
                <a:lnTo>
                  <a:pt x="60353" y="112424"/>
                </a:lnTo>
                <a:lnTo>
                  <a:pt x="42100" y="114636"/>
                </a:lnTo>
                <a:lnTo>
                  <a:pt x="36954" y="105921"/>
                </a:lnTo>
                <a:lnTo>
                  <a:pt x="28441" y="104627"/>
                </a:lnTo>
                <a:lnTo>
                  <a:pt x="16599" y="113021"/>
                </a:lnTo>
                <a:lnTo>
                  <a:pt x="0" y="106635"/>
                </a:lnTo>
                <a:lnTo>
                  <a:pt x="9803" y="93617"/>
                </a:lnTo>
                <a:lnTo>
                  <a:pt x="13265" y="79458"/>
                </a:lnTo>
                <a:lnTo>
                  <a:pt x="20043" y="66138"/>
                </a:lnTo>
                <a:lnTo>
                  <a:pt x="5279" y="47794"/>
                </a:lnTo>
                <a:lnTo>
                  <a:pt x="2522" y="26616"/>
                </a:lnTo>
                <a:lnTo>
                  <a:pt x="22720" y="0"/>
                </a:lnTo>
                <a:lnTo>
                  <a:pt x="35599" y="3406"/>
                </a:lnTo>
                <a:lnTo>
                  <a:pt x="63530" y="10732"/>
                </a:lnTo>
                <a:lnTo>
                  <a:pt x="103518" y="36862"/>
                </a:lnTo>
                <a:lnTo>
                  <a:pt x="109684" y="4954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5" name="Map / France / 1">
            <a:extLst>
              <a:ext uri="{FF2B5EF4-FFF2-40B4-BE49-F238E27FC236}">
                <a16:creationId xmlns:a16="http://schemas.microsoft.com/office/drawing/2014/main" id="{F4E2479D-2418-4A66-ACA3-952C14E62169}"/>
              </a:ext>
            </a:extLst>
          </p:cNvPr>
          <p:cNvSpPr>
            <a:spLocks noGrp="1"/>
          </p:cNvSpPr>
          <p:nvPr/>
        </p:nvSpPr>
        <p:spPr>
          <a:xfrm>
            <a:off x="9024385" y="2879097"/>
            <a:ext cx="462015" cy="272574"/>
          </a:xfrm>
          <a:custGeom>
            <a:avLst/>
            <a:gdLst/>
            <a:ahLst/>
            <a:cxnLst/>
            <a:rect l="0" t="0" r="0" b="0"/>
            <a:pathLst>
              <a:path w="462015" h="272574">
                <a:moveTo>
                  <a:pt x="392212" y="52152"/>
                </a:moveTo>
                <a:lnTo>
                  <a:pt x="409488" y="60258"/>
                </a:lnTo>
                <a:lnTo>
                  <a:pt x="462015" y="65959"/>
                </a:lnTo>
                <a:lnTo>
                  <a:pt x="443951" y="87157"/>
                </a:lnTo>
                <a:lnTo>
                  <a:pt x="439668" y="109211"/>
                </a:lnTo>
                <a:lnTo>
                  <a:pt x="429729" y="114499"/>
                </a:lnTo>
                <a:lnTo>
                  <a:pt x="413061" y="111650"/>
                </a:lnTo>
                <a:lnTo>
                  <a:pt x="414343" y="119516"/>
                </a:lnTo>
                <a:lnTo>
                  <a:pt x="387859" y="136911"/>
                </a:lnTo>
                <a:lnTo>
                  <a:pt x="387490" y="150928"/>
                </a:lnTo>
                <a:lnTo>
                  <a:pt x="404889" y="146077"/>
                </a:lnTo>
                <a:lnTo>
                  <a:pt x="417634" y="159652"/>
                </a:lnTo>
                <a:lnTo>
                  <a:pt x="416245" y="168400"/>
                </a:lnTo>
                <a:lnTo>
                  <a:pt x="427182" y="180023"/>
                </a:lnTo>
                <a:lnTo>
                  <a:pt x="414609" y="189452"/>
                </a:lnTo>
                <a:lnTo>
                  <a:pt x="424379" y="213404"/>
                </a:lnTo>
                <a:lnTo>
                  <a:pt x="444326" y="217332"/>
                </a:lnTo>
                <a:lnTo>
                  <a:pt x="440321" y="230768"/>
                </a:lnTo>
                <a:lnTo>
                  <a:pt x="407266" y="248257"/>
                </a:lnTo>
                <a:lnTo>
                  <a:pt x="334689" y="239875"/>
                </a:lnTo>
                <a:lnTo>
                  <a:pt x="281226" y="249919"/>
                </a:lnTo>
                <a:lnTo>
                  <a:pt x="277125" y="268561"/>
                </a:lnTo>
                <a:lnTo>
                  <a:pt x="234480" y="272574"/>
                </a:lnTo>
                <a:lnTo>
                  <a:pt x="193045" y="258570"/>
                </a:lnTo>
                <a:lnTo>
                  <a:pt x="179678" y="265263"/>
                </a:lnTo>
                <a:lnTo>
                  <a:pt x="111987" y="251194"/>
                </a:lnTo>
                <a:lnTo>
                  <a:pt x="97376" y="239159"/>
                </a:lnTo>
                <a:lnTo>
                  <a:pt x="116427" y="220591"/>
                </a:lnTo>
                <a:lnTo>
                  <a:pt x="123563" y="158917"/>
                </a:lnTo>
                <a:lnTo>
                  <a:pt x="85954" y="126430"/>
                </a:lnTo>
                <a:lnTo>
                  <a:pt x="59114" y="110767"/>
                </a:lnTo>
                <a:lnTo>
                  <a:pt x="3459" y="98860"/>
                </a:lnTo>
                <a:lnTo>
                  <a:pt x="0" y="76287"/>
                </a:lnTo>
                <a:lnTo>
                  <a:pt x="47263" y="69553"/>
                </a:lnTo>
                <a:lnTo>
                  <a:pt x="108367" y="77517"/>
                </a:lnTo>
                <a:lnTo>
                  <a:pt x="96966" y="42477"/>
                </a:lnTo>
                <a:lnTo>
                  <a:pt x="131249" y="55756"/>
                </a:lnTo>
                <a:lnTo>
                  <a:pt x="215867" y="31617"/>
                </a:lnTo>
                <a:lnTo>
                  <a:pt x="226682" y="6250"/>
                </a:lnTo>
                <a:lnTo>
                  <a:pt x="258367" y="0"/>
                </a:lnTo>
                <a:lnTo>
                  <a:pt x="263681" y="10886"/>
                </a:lnTo>
                <a:lnTo>
                  <a:pt x="280547" y="11396"/>
                </a:lnTo>
                <a:lnTo>
                  <a:pt x="297511" y="23821"/>
                </a:lnTo>
                <a:lnTo>
                  <a:pt x="322980" y="38417"/>
                </a:lnTo>
                <a:lnTo>
                  <a:pt x="341604" y="36006"/>
                </a:lnTo>
                <a:lnTo>
                  <a:pt x="373558" y="50119"/>
                </a:lnTo>
                <a:lnTo>
                  <a:pt x="381726" y="52806"/>
                </a:lnTo>
                <a:lnTo>
                  <a:pt x="392212" y="5215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6" name="Map / France / 2">
            <a:extLst>
              <a:ext uri="{FF2B5EF4-FFF2-40B4-BE49-F238E27FC236}">
                <a16:creationId xmlns:a16="http://schemas.microsoft.com/office/drawing/2014/main" id="{6D5DB89D-8740-4F35-B376-29A5A5C9A1F9}"/>
              </a:ext>
            </a:extLst>
          </p:cNvPr>
          <p:cNvSpPr>
            <a:spLocks noGrp="1"/>
          </p:cNvSpPr>
          <p:nvPr/>
        </p:nvSpPr>
        <p:spPr>
          <a:xfrm>
            <a:off x="9506162" y="3131035"/>
            <a:ext cx="37452" cy="50458"/>
          </a:xfrm>
          <a:custGeom>
            <a:avLst/>
            <a:gdLst/>
            <a:ahLst/>
            <a:cxnLst/>
            <a:rect l="0" t="0" r="0" b="0"/>
            <a:pathLst>
              <a:path w="37452" h="50458">
                <a:moveTo>
                  <a:pt x="7239" y="11821"/>
                </a:moveTo>
                <a:lnTo>
                  <a:pt x="30722" y="0"/>
                </a:lnTo>
                <a:lnTo>
                  <a:pt x="37452" y="26545"/>
                </a:lnTo>
                <a:lnTo>
                  <a:pt x="25703" y="50458"/>
                </a:lnTo>
                <a:lnTo>
                  <a:pt x="8864" y="44155"/>
                </a:lnTo>
                <a:lnTo>
                  <a:pt x="0" y="23325"/>
                </a:lnTo>
                <a:lnTo>
                  <a:pt x="7239" y="1182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7" name="Map / Ecuador / 0">
            <a:extLst>
              <a:ext uri="{FF2B5EF4-FFF2-40B4-BE49-F238E27FC236}">
                <a16:creationId xmlns:a16="http://schemas.microsoft.com/office/drawing/2014/main" id="{F986ACD6-861C-4E52-9ECD-B7E593C49F0E}"/>
              </a:ext>
            </a:extLst>
          </p:cNvPr>
          <p:cNvSpPr>
            <a:spLocks noGrp="1"/>
          </p:cNvSpPr>
          <p:nvPr/>
        </p:nvSpPr>
        <p:spPr>
          <a:xfrm>
            <a:off x="6107061" y="4419714"/>
            <a:ext cx="218206" cy="196264"/>
          </a:xfrm>
          <a:custGeom>
            <a:avLst/>
            <a:gdLst/>
            <a:ahLst/>
            <a:cxnLst/>
            <a:rect l="0" t="0" r="0" b="0"/>
            <a:pathLst>
              <a:path w="218206" h="196264">
                <a:moveTo>
                  <a:pt x="212845" y="47455"/>
                </a:moveTo>
                <a:lnTo>
                  <a:pt x="218206" y="70962"/>
                </a:lnTo>
                <a:lnTo>
                  <a:pt x="206438" y="91090"/>
                </a:lnTo>
                <a:lnTo>
                  <a:pt x="165148" y="123503"/>
                </a:lnTo>
                <a:lnTo>
                  <a:pt x="119469" y="135710"/>
                </a:lnTo>
                <a:lnTo>
                  <a:pt x="96480" y="162645"/>
                </a:lnTo>
                <a:lnTo>
                  <a:pt x="89610" y="183531"/>
                </a:lnTo>
                <a:lnTo>
                  <a:pt x="68311" y="196264"/>
                </a:lnTo>
                <a:lnTo>
                  <a:pt x="52043" y="180633"/>
                </a:lnTo>
                <a:lnTo>
                  <a:pt x="36602" y="177287"/>
                </a:lnTo>
                <a:lnTo>
                  <a:pt x="20902" y="179752"/>
                </a:lnTo>
                <a:lnTo>
                  <a:pt x="19683" y="168409"/>
                </a:lnTo>
                <a:lnTo>
                  <a:pt x="30435" y="161037"/>
                </a:lnTo>
                <a:lnTo>
                  <a:pt x="25738" y="148150"/>
                </a:lnTo>
                <a:lnTo>
                  <a:pt x="45740" y="125015"/>
                </a:lnTo>
                <a:lnTo>
                  <a:pt x="37373" y="111496"/>
                </a:lnTo>
                <a:lnTo>
                  <a:pt x="22950" y="125871"/>
                </a:lnTo>
                <a:lnTo>
                  <a:pt x="0" y="112305"/>
                </a:lnTo>
                <a:lnTo>
                  <a:pt x="7660" y="103579"/>
                </a:lnTo>
                <a:lnTo>
                  <a:pt x="1059" y="75483"/>
                </a:lnTo>
                <a:lnTo>
                  <a:pt x="14387" y="70815"/>
                </a:lnTo>
                <a:lnTo>
                  <a:pt x="21354" y="51531"/>
                </a:lnTo>
                <a:lnTo>
                  <a:pt x="35775" y="31593"/>
                </a:lnTo>
                <a:lnTo>
                  <a:pt x="33147" y="18961"/>
                </a:lnTo>
                <a:lnTo>
                  <a:pt x="54042" y="12320"/>
                </a:lnTo>
                <a:lnTo>
                  <a:pt x="80292" y="0"/>
                </a:lnTo>
                <a:lnTo>
                  <a:pt x="118324" y="17676"/>
                </a:lnTo>
                <a:lnTo>
                  <a:pt x="125429" y="17182"/>
                </a:lnTo>
                <a:lnTo>
                  <a:pt x="134681" y="30499"/>
                </a:lnTo>
                <a:lnTo>
                  <a:pt x="167007" y="34794"/>
                </a:lnTo>
                <a:lnTo>
                  <a:pt x="177836" y="29869"/>
                </a:lnTo>
                <a:lnTo>
                  <a:pt x="196528" y="40123"/>
                </a:lnTo>
                <a:lnTo>
                  <a:pt x="212845" y="4745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8" name="Map / Puerto Rico / 0">
            <a:extLst>
              <a:ext uri="{FF2B5EF4-FFF2-40B4-BE49-F238E27FC236}">
                <a16:creationId xmlns:a16="http://schemas.microsoft.com/office/drawing/2014/main" id="{117E23FC-61E5-4813-8CF9-086041B33D3F}"/>
              </a:ext>
            </a:extLst>
          </p:cNvPr>
          <p:cNvSpPr>
            <a:spLocks noGrp="1"/>
          </p:cNvSpPr>
          <p:nvPr/>
        </p:nvSpPr>
        <p:spPr>
          <a:xfrm>
            <a:off x="6646669" y="3889134"/>
            <a:ext cx="62242" cy="17770"/>
          </a:xfrm>
          <a:custGeom>
            <a:avLst/>
            <a:gdLst/>
            <a:ahLst/>
            <a:cxnLst/>
            <a:rect l="0" t="0" r="0" b="0"/>
            <a:pathLst>
              <a:path w="62242" h="17770">
                <a:moveTo>
                  <a:pt x="36588" y="181"/>
                </a:moveTo>
                <a:lnTo>
                  <a:pt x="55772" y="2907"/>
                </a:lnTo>
                <a:lnTo>
                  <a:pt x="62242" y="9057"/>
                </a:lnTo>
                <a:lnTo>
                  <a:pt x="52100" y="16862"/>
                </a:lnTo>
                <a:lnTo>
                  <a:pt x="23612" y="16679"/>
                </a:lnTo>
                <a:lnTo>
                  <a:pt x="1431" y="17770"/>
                </a:lnTo>
                <a:lnTo>
                  <a:pt x="0" y="4524"/>
                </a:lnTo>
                <a:lnTo>
                  <a:pt x="5633" y="0"/>
                </a:lnTo>
                <a:lnTo>
                  <a:pt x="36588" y="18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29" name="Map / Jamaica / 0">
            <a:extLst>
              <a:ext uri="{FF2B5EF4-FFF2-40B4-BE49-F238E27FC236}">
                <a16:creationId xmlns:a16="http://schemas.microsoft.com/office/drawing/2014/main" id="{CD19EDDA-0CE3-44E3-9167-E2914E4DA4F7}"/>
              </a:ext>
            </a:extLst>
          </p:cNvPr>
          <p:cNvSpPr>
            <a:spLocks noGrp="1"/>
          </p:cNvSpPr>
          <p:nvPr/>
        </p:nvSpPr>
        <p:spPr>
          <a:xfrm>
            <a:off x="6226424" y="3889022"/>
            <a:ext cx="80236" cy="25480"/>
          </a:xfrm>
          <a:custGeom>
            <a:avLst/>
            <a:gdLst/>
            <a:ahLst/>
            <a:cxnLst/>
            <a:rect l="0" t="0" r="0" b="0"/>
            <a:pathLst>
              <a:path w="80236" h="25480">
                <a:moveTo>
                  <a:pt x="29633" y="1043"/>
                </a:moveTo>
                <a:lnTo>
                  <a:pt x="54913" y="3818"/>
                </a:lnTo>
                <a:lnTo>
                  <a:pt x="74522" y="11253"/>
                </a:lnTo>
                <a:lnTo>
                  <a:pt x="80236" y="19730"/>
                </a:lnTo>
                <a:lnTo>
                  <a:pt x="53586" y="20307"/>
                </a:lnTo>
                <a:lnTo>
                  <a:pt x="41744" y="25480"/>
                </a:lnTo>
                <a:lnTo>
                  <a:pt x="20881" y="20512"/>
                </a:lnTo>
                <a:lnTo>
                  <a:pt x="0" y="9233"/>
                </a:lnTo>
                <a:lnTo>
                  <a:pt x="5028" y="2157"/>
                </a:lnTo>
                <a:lnTo>
                  <a:pt x="21086" y="0"/>
                </a:lnTo>
                <a:lnTo>
                  <a:pt x="29633" y="104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0" name="Map / Cuba / 0">
            <a:extLst>
              <a:ext uri="{FF2B5EF4-FFF2-40B4-BE49-F238E27FC236}">
                <a16:creationId xmlns:a16="http://schemas.microsoft.com/office/drawing/2014/main" id="{62ECCF78-207F-48C5-BAD7-DA9538EF72B7}"/>
              </a:ext>
            </a:extLst>
          </p:cNvPr>
          <p:cNvSpPr>
            <a:spLocks noGrp="1"/>
          </p:cNvSpPr>
          <p:nvPr/>
        </p:nvSpPr>
        <p:spPr>
          <a:xfrm>
            <a:off x="5984442" y="3744630"/>
            <a:ext cx="403786" cy="103181"/>
          </a:xfrm>
          <a:custGeom>
            <a:avLst/>
            <a:gdLst/>
            <a:ahLst/>
            <a:cxnLst/>
            <a:rect l="0" t="0" r="0" b="0"/>
            <a:pathLst>
              <a:path w="403786" h="103181">
                <a:moveTo>
                  <a:pt x="105684" y="0"/>
                </a:moveTo>
                <a:lnTo>
                  <a:pt x="138048" y="2208"/>
                </a:lnTo>
                <a:lnTo>
                  <a:pt x="167640" y="2558"/>
                </a:lnTo>
                <a:lnTo>
                  <a:pt x="202137" y="13104"/>
                </a:lnTo>
                <a:lnTo>
                  <a:pt x="216185" y="24437"/>
                </a:lnTo>
                <a:lnTo>
                  <a:pt x="251716" y="20940"/>
                </a:lnTo>
                <a:lnTo>
                  <a:pt x="264471" y="28214"/>
                </a:lnTo>
                <a:lnTo>
                  <a:pt x="294879" y="47387"/>
                </a:lnTo>
                <a:lnTo>
                  <a:pt x="317292" y="61349"/>
                </a:lnTo>
                <a:lnTo>
                  <a:pt x="329757" y="60923"/>
                </a:lnTo>
                <a:lnTo>
                  <a:pt x="351799" y="67237"/>
                </a:lnTo>
                <a:lnTo>
                  <a:pt x="348392" y="75952"/>
                </a:lnTo>
                <a:lnTo>
                  <a:pt x="376147" y="77227"/>
                </a:lnTo>
                <a:lnTo>
                  <a:pt x="403786" y="89896"/>
                </a:lnTo>
                <a:lnTo>
                  <a:pt x="398784" y="97148"/>
                </a:lnTo>
                <a:lnTo>
                  <a:pt x="373368" y="101078"/>
                </a:lnTo>
                <a:lnTo>
                  <a:pt x="347812" y="102615"/>
                </a:lnTo>
                <a:lnTo>
                  <a:pt x="321943" y="100166"/>
                </a:lnTo>
                <a:lnTo>
                  <a:pt x="267593" y="103181"/>
                </a:lnTo>
                <a:lnTo>
                  <a:pt x="294217" y="85912"/>
                </a:lnTo>
                <a:lnTo>
                  <a:pt x="279427" y="77871"/>
                </a:lnTo>
                <a:lnTo>
                  <a:pt x="255231" y="75801"/>
                </a:lnTo>
                <a:lnTo>
                  <a:pt x="242876" y="66865"/>
                </a:lnTo>
                <a:lnTo>
                  <a:pt x="235331" y="49236"/>
                </a:lnTo>
                <a:lnTo>
                  <a:pt x="213898" y="50441"/>
                </a:lnTo>
                <a:lnTo>
                  <a:pt x="179381" y="42140"/>
                </a:lnTo>
                <a:lnTo>
                  <a:pt x="168601" y="35647"/>
                </a:lnTo>
                <a:lnTo>
                  <a:pt x="119825" y="30850"/>
                </a:lnTo>
                <a:lnTo>
                  <a:pt x="107180" y="24811"/>
                </a:lnTo>
                <a:lnTo>
                  <a:pt x="122004" y="17077"/>
                </a:lnTo>
                <a:lnTo>
                  <a:pt x="85147" y="15492"/>
                </a:lnTo>
                <a:lnTo>
                  <a:pt x="56614" y="31578"/>
                </a:lnTo>
                <a:lnTo>
                  <a:pt x="40941" y="32010"/>
                </a:lnTo>
                <a:lnTo>
                  <a:pt x="34867" y="39563"/>
                </a:lnTo>
                <a:lnTo>
                  <a:pt x="15892" y="42948"/>
                </a:lnTo>
                <a:lnTo>
                  <a:pt x="0" y="40014"/>
                </a:lnTo>
                <a:lnTo>
                  <a:pt x="20769" y="30450"/>
                </a:lnTo>
                <a:lnTo>
                  <a:pt x="29946" y="19281"/>
                </a:lnTo>
                <a:lnTo>
                  <a:pt x="47622" y="12398"/>
                </a:lnTo>
                <a:lnTo>
                  <a:pt x="67427" y="6364"/>
                </a:lnTo>
                <a:lnTo>
                  <a:pt x="96242" y="3401"/>
                </a:lnTo>
                <a:lnTo>
                  <a:pt x="105684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1" name="Map / Zimbabwe / 0">
            <a:extLst>
              <a:ext uri="{FF2B5EF4-FFF2-40B4-BE49-F238E27FC236}">
                <a16:creationId xmlns:a16="http://schemas.microsoft.com/office/drawing/2014/main" id="{2E4E6CB4-26B9-44BC-A306-FE55C51BB979}"/>
              </a:ext>
            </a:extLst>
          </p:cNvPr>
          <p:cNvSpPr>
            <a:spLocks noGrp="1"/>
          </p:cNvSpPr>
          <p:nvPr/>
        </p:nvSpPr>
        <p:spPr>
          <a:xfrm>
            <a:off x="10148244" y="4942525"/>
            <a:ext cx="288003" cy="209383"/>
          </a:xfrm>
          <a:custGeom>
            <a:avLst/>
            <a:gdLst/>
            <a:ahLst/>
            <a:cxnLst/>
            <a:rect l="0" t="0" r="0" b="0"/>
            <a:pathLst>
              <a:path w="288003" h="209383">
                <a:moveTo>
                  <a:pt x="220269" y="208760"/>
                </a:moveTo>
                <a:lnTo>
                  <a:pt x="200313" y="205667"/>
                </a:lnTo>
                <a:lnTo>
                  <a:pt x="187478" y="209383"/>
                </a:lnTo>
                <a:lnTo>
                  <a:pt x="169388" y="204139"/>
                </a:lnTo>
                <a:lnTo>
                  <a:pt x="154045" y="203801"/>
                </a:lnTo>
                <a:lnTo>
                  <a:pt x="130406" y="189813"/>
                </a:lnTo>
                <a:lnTo>
                  <a:pt x="101350" y="185062"/>
                </a:lnTo>
                <a:lnTo>
                  <a:pt x="90794" y="165431"/>
                </a:lnTo>
                <a:lnTo>
                  <a:pt x="90998" y="154511"/>
                </a:lnTo>
                <a:lnTo>
                  <a:pt x="74905" y="151182"/>
                </a:lnTo>
                <a:lnTo>
                  <a:pt x="32982" y="117179"/>
                </a:lnTo>
                <a:lnTo>
                  <a:pt x="21511" y="99265"/>
                </a:lnTo>
                <a:lnTo>
                  <a:pt x="14024" y="93743"/>
                </a:lnTo>
                <a:lnTo>
                  <a:pt x="0" y="68994"/>
                </a:lnTo>
                <a:lnTo>
                  <a:pt x="42245" y="72384"/>
                </a:lnTo>
                <a:lnTo>
                  <a:pt x="54462" y="75949"/>
                </a:lnTo>
                <a:lnTo>
                  <a:pt x="67262" y="75231"/>
                </a:lnTo>
                <a:lnTo>
                  <a:pt x="88697" y="55196"/>
                </a:lnTo>
                <a:lnTo>
                  <a:pt x="122224" y="29737"/>
                </a:lnTo>
                <a:lnTo>
                  <a:pt x="135845" y="27302"/>
                </a:lnTo>
                <a:lnTo>
                  <a:pt x="140695" y="16570"/>
                </a:lnTo>
                <a:lnTo>
                  <a:pt x="162556" y="4238"/>
                </a:lnTo>
                <a:lnTo>
                  <a:pt x="191371" y="0"/>
                </a:lnTo>
                <a:lnTo>
                  <a:pt x="193560" y="11548"/>
                </a:lnTo>
                <a:lnTo>
                  <a:pt x="225196" y="10932"/>
                </a:lnTo>
                <a:lnTo>
                  <a:pt x="242607" y="17466"/>
                </a:lnTo>
                <a:lnTo>
                  <a:pt x="250587" y="25125"/>
                </a:lnTo>
                <a:lnTo>
                  <a:pt x="268578" y="27374"/>
                </a:lnTo>
                <a:lnTo>
                  <a:pt x="288003" y="37321"/>
                </a:lnTo>
                <a:lnTo>
                  <a:pt x="287016" y="76501"/>
                </a:lnTo>
                <a:lnTo>
                  <a:pt x="279019" y="97955"/>
                </a:lnTo>
                <a:lnTo>
                  <a:pt x="276709" y="121088"/>
                </a:lnTo>
                <a:lnTo>
                  <a:pt x="282506" y="130258"/>
                </a:lnTo>
                <a:lnTo>
                  <a:pt x="277666" y="148482"/>
                </a:lnTo>
                <a:lnTo>
                  <a:pt x="271868" y="151299"/>
                </a:lnTo>
                <a:lnTo>
                  <a:pt x="261190" y="173624"/>
                </a:lnTo>
                <a:lnTo>
                  <a:pt x="220269" y="20876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2" name="Map / Botswana / 0">
            <a:extLst>
              <a:ext uri="{FF2B5EF4-FFF2-40B4-BE49-F238E27FC236}">
                <a16:creationId xmlns:a16="http://schemas.microsoft.com/office/drawing/2014/main" id="{20129D32-4446-49CB-81CA-9C6FDD9793B9}"/>
              </a:ext>
            </a:extLst>
          </p:cNvPr>
          <p:cNvSpPr>
            <a:spLocks noGrp="1"/>
          </p:cNvSpPr>
          <p:nvPr/>
        </p:nvSpPr>
        <p:spPr>
          <a:xfrm>
            <a:off x="9940589" y="5009206"/>
            <a:ext cx="361700" cy="283767"/>
          </a:xfrm>
          <a:custGeom>
            <a:avLst/>
            <a:gdLst/>
            <a:ahLst/>
            <a:cxnLst/>
            <a:rect l="0" t="0" r="0" b="0"/>
            <a:pathLst>
              <a:path w="361700" h="283767">
                <a:moveTo>
                  <a:pt x="361700" y="137121"/>
                </a:moveTo>
                <a:lnTo>
                  <a:pt x="307624" y="159918"/>
                </a:lnTo>
                <a:lnTo>
                  <a:pt x="273075" y="183029"/>
                </a:lnTo>
                <a:lnTo>
                  <a:pt x="259900" y="203657"/>
                </a:lnTo>
                <a:lnTo>
                  <a:pt x="248221" y="215286"/>
                </a:lnTo>
                <a:lnTo>
                  <a:pt x="227661" y="217764"/>
                </a:lnTo>
                <a:lnTo>
                  <a:pt x="220593" y="232575"/>
                </a:lnTo>
                <a:lnTo>
                  <a:pt x="216489" y="242233"/>
                </a:lnTo>
                <a:lnTo>
                  <a:pt x="192215" y="249441"/>
                </a:lnTo>
                <a:lnTo>
                  <a:pt x="161650" y="247910"/>
                </a:lnTo>
                <a:lnTo>
                  <a:pt x="143931" y="239240"/>
                </a:lnTo>
                <a:lnTo>
                  <a:pt x="128179" y="235480"/>
                </a:lnTo>
                <a:lnTo>
                  <a:pt x="109628" y="242655"/>
                </a:lnTo>
                <a:lnTo>
                  <a:pt x="100015" y="257483"/>
                </a:lnTo>
                <a:lnTo>
                  <a:pt x="81956" y="266795"/>
                </a:lnTo>
                <a:lnTo>
                  <a:pt x="62788" y="280610"/>
                </a:lnTo>
                <a:lnTo>
                  <a:pt x="35793" y="283767"/>
                </a:lnTo>
                <a:lnTo>
                  <a:pt x="27692" y="272899"/>
                </a:lnTo>
                <a:lnTo>
                  <a:pt x="31637" y="254037"/>
                </a:lnTo>
                <a:lnTo>
                  <a:pt x="10052" y="224623"/>
                </a:lnTo>
                <a:lnTo>
                  <a:pt x="0" y="219974"/>
                </a:lnTo>
                <a:lnTo>
                  <a:pt x="1974" y="129624"/>
                </a:lnTo>
                <a:lnTo>
                  <a:pt x="39201" y="128546"/>
                </a:lnTo>
                <a:lnTo>
                  <a:pt x="42520" y="18277"/>
                </a:lnTo>
                <a:lnTo>
                  <a:pt x="70716" y="17253"/>
                </a:lnTo>
                <a:lnTo>
                  <a:pt x="129294" y="6415"/>
                </a:lnTo>
                <a:lnTo>
                  <a:pt x="143502" y="19176"/>
                </a:lnTo>
                <a:lnTo>
                  <a:pt x="167918" y="7044"/>
                </a:lnTo>
                <a:lnTo>
                  <a:pt x="179404" y="6975"/>
                </a:lnTo>
                <a:lnTo>
                  <a:pt x="200897" y="0"/>
                </a:lnTo>
                <a:lnTo>
                  <a:pt x="207655" y="2313"/>
                </a:lnTo>
                <a:lnTo>
                  <a:pt x="221679" y="27062"/>
                </a:lnTo>
                <a:lnTo>
                  <a:pt x="229166" y="32584"/>
                </a:lnTo>
                <a:lnTo>
                  <a:pt x="240637" y="50498"/>
                </a:lnTo>
                <a:lnTo>
                  <a:pt x="282560" y="84501"/>
                </a:lnTo>
                <a:lnTo>
                  <a:pt x="298653" y="87830"/>
                </a:lnTo>
                <a:lnTo>
                  <a:pt x="298449" y="98750"/>
                </a:lnTo>
                <a:lnTo>
                  <a:pt x="309005" y="118382"/>
                </a:lnTo>
                <a:lnTo>
                  <a:pt x="338061" y="123133"/>
                </a:lnTo>
                <a:lnTo>
                  <a:pt x="361700" y="13712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3" name="Map / Namibia / 0">
            <a:extLst>
              <a:ext uri="{FF2B5EF4-FFF2-40B4-BE49-F238E27FC236}">
                <a16:creationId xmlns:a16="http://schemas.microsoft.com/office/drawing/2014/main" id="{F29CDBB4-0434-4A57-A1AC-DD9714DEDA5D}"/>
              </a:ext>
            </a:extLst>
          </p:cNvPr>
          <p:cNvSpPr>
            <a:spLocks noGrp="1"/>
          </p:cNvSpPr>
          <p:nvPr/>
        </p:nvSpPr>
        <p:spPr>
          <a:xfrm>
            <a:off x="9636068" y="4986903"/>
            <a:ext cx="505418" cy="374698"/>
          </a:xfrm>
          <a:custGeom>
            <a:avLst/>
            <a:gdLst/>
            <a:ahLst/>
            <a:cxnLst/>
            <a:rect l="0" t="0" r="0" b="0"/>
            <a:pathLst>
              <a:path w="505418" h="374698">
                <a:moveTo>
                  <a:pt x="304521" y="242277"/>
                </a:moveTo>
                <a:lnTo>
                  <a:pt x="301637" y="356609"/>
                </a:lnTo>
                <a:lnTo>
                  <a:pt x="267759" y="372438"/>
                </a:lnTo>
                <a:lnTo>
                  <a:pt x="247567" y="374698"/>
                </a:lnTo>
                <a:lnTo>
                  <a:pt x="224145" y="368845"/>
                </a:lnTo>
                <a:lnTo>
                  <a:pt x="207380" y="366589"/>
                </a:lnTo>
                <a:lnTo>
                  <a:pt x="201365" y="353353"/>
                </a:lnTo>
                <a:lnTo>
                  <a:pt x="186742" y="344878"/>
                </a:lnTo>
                <a:lnTo>
                  <a:pt x="168438" y="360187"/>
                </a:lnTo>
                <a:lnTo>
                  <a:pt x="141054" y="336801"/>
                </a:lnTo>
                <a:lnTo>
                  <a:pt x="126810" y="314194"/>
                </a:lnTo>
                <a:lnTo>
                  <a:pt x="119084" y="284055"/>
                </a:lnTo>
                <a:lnTo>
                  <a:pt x="110218" y="261629"/>
                </a:lnTo>
                <a:lnTo>
                  <a:pt x="98412" y="213959"/>
                </a:lnTo>
                <a:lnTo>
                  <a:pt x="98154" y="176925"/>
                </a:lnTo>
                <a:lnTo>
                  <a:pt x="93582" y="160040"/>
                </a:lnTo>
                <a:lnTo>
                  <a:pt x="79085" y="147280"/>
                </a:lnTo>
                <a:lnTo>
                  <a:pt x="59947" y="121704"/>
                </a:lnTo>
                <a:lnTo>
                  <a:pt x="40551" y="84567"/>
                </a:lnTo>
                <a:lnTo>
                  <a:pt x="32525" y="65132"/>
                </a:lnTo>
                <a:lnTo>
                  <a:pt x="2062" y="34912"/>
                </a:lnTo>
                <a:lnTo>
                  <a:pt x="0" y="11161"/>
                </a:lnTo>
                <a:lnTo>
                  <a:pt x="18288" y="5273"/>
                </a:lnTo>
                <a:lnTo>
                  <a:pt x="41019" y="0"/>
                </a:lnTo>
                <a:lnTo>
                  <a:pt x="65569" y="925"/>
                </a:lnTo>
                <a:lnTo>
                  <a:pt x="87991" y="14922"/>
                </a:lnTo>
                <a:lnTo>
                  <a:pt x="93743" y="12746"/>
                </a:lnTo>
                <a:lnTo>
                  <a:pt x="247292" y="11411"/>
                </a:lnTo>
                <a:lnTo>
                  <a:pt x="273298" y="26243"/>
                </a:lnTo>
                <a:lnTo>
                  <a:pt x="364885" y="30625"/>
                </a:lnTo>
                <a:lnTo>
                  <a:pt x="434714" y="18010"/>
                </a:lnTo>
                <a:lnTo>
                  <a:pt x="465864" y="10974"/>
                </a:lnTo>
                <a:lnTo>
                  <a:pt x="490390" y="12756"/>
                </a:lnTo>
                <a:lnTo>
                  <a:pt x="505189" y="19734"/>
                </a:lnTo>
                <a:lnTo>
                  <a:pt x="505418" y="22303"/>
                </a:lnTo>
                <a:lnTo>
                  <a:pt x="483925" y="29278"/>
                </a:lnTo>
                <a:lnTo>
                  <a:pt x="472439" y="29347"/>
                </a:lnTo>
                <a:lnTo>
                  <a:pt x="448023" y="41479"/>
                </a:lnTo>
                <a:lnTo>
                  <a:pt x="433815" y="28718"/>
                </a:lnTo>
                <a:lnTo>
                  <a:pt x="375237" y="39556"/>
                </a:lnTo>
                <a:lnTo>
                  <a:pt x="347041" y="40580"/>
                </a:lnTo>
                <a:lnTo>
                  <a:pt x="343722" y="150849"/>
                </a:lnTo>
                <a:lnTo>
                  <a:pt x="306495" y="151928"/>
                </a:lnTo>
                <a:lnTo>
                  <a:pt x="304521" y="24227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4" name="Map / Senegal / 0">
            <a:extLst>
              <a:ext uri="{FF2B5EF4-FFF2-40B4-BE49-F238E27FC236}">
                <a16:creationId xmlns:a16="http://schemas.microsoft.com/office/drawing/2014/main" id="{2E4F03C3-4BC2-4B66-966D-DCB5F2642300}"/>
              </a:ext>
            </a:extLst>
          </p:cNvPr>
          <p:cNvSpPr>
            <a:spLocks noGrp="1"/>
          </p:cNvSpPr>
          <p:nvPr/>
        </p:nvSpPr>
        <p:spPr>
          <a:xfrm>
            <a:off x="8522980" y="3948642"/>
            <a:ext cx="233120" cy="132065"/>
          </a:xfrm>
          <a:custGeom>
            <a:avLst/>
            <a:gdLst/>
            <a:ahLst/>
            <a:cxnLst/>
            <a:rect l="0" t="0" r="0" b="0"/>
            <a:pathLst>
              <a:path w="233120" h="132065">
                <a:moveTo>
                  <a:pt x="34172" y="92971"/>
                </a:moveTo>
                <a:lnTo>
                  <a:pt x="18796" y="68870"/>
                </a:lnTo>
                <a:lnTo>
                  <a:pt x="0" y="57849"/>
                </a:lnTo>
                <a:lnTo>
                  <a:pt x="16760" y="51969"/>
                </a:lnTo>
                <a:lnTo>
                  <a:pt x="35404" y="30236"/>
                </a:lnTo>
                <a:lnTo>
                  <a:pt x="44613" y="14340"/>
                </a:lnTo>
                <a:lnTo>
                  <a:pt x="57718" y="4414"/>
                </a:lnTo>
                <a:lnTo>
                  <a:pt x="76520" y="7087"/>
                </a:lnTo>
                <a:lnTo>
                  <a:pt x="95093" y="340"/>
                </a:lnTo>
                <a:lnTo>
                  <a:pt x="116257" y="0"/>
                </a:lnTo>
                <a:lnTo>
                  <a:pt x="134262" y="9100"/>
                </a:lnTo>
                <a:lnTo>
                  <a:pt x="159334" y="17301"/>
                </a:lnTo>
                <a:lnTo>
                  <a:pt x="182051" y="40075"/>
                </a:lnTo>
                <a:lnTo>
                  <a:pt x="206891" y="61338"/>
                </a:lnTo>
                <a:lnTo>
                  <a:pt x="208470" y="80596"/>
                </a:lnTo>
                <a:lnTo>
                  <a:pt x="215813" y="98323"/>
                </a:lnTo>
                <a:lnTo>
                  <a:pt x="229959" y="107017"/>
                </a:lnTo>
                <a:lnTo>
                  <a:pt x="233120" y="118988"/>
                </a:lnTo>
                <a:lnTo>
                  <a:pt x="231304" y="128632"/>
                </a:lnTo>
                <a:lnTo>
                  <a:pt x="225808" y="130378"/>
                </a:lnTo>
                <a:lnTo>
                  <a:pt x="205114" y="127930"/>
                </a:lnTo>
                <a:lnTo>
                  <a:pt x="202239" y="131373"/>
                </a:lnTo>
                <a:lnTo>
                  <a:pt x="193860" y="132065"/>
                </a:lnTo>
                <a:lnTo>
                  <a:pt x="166617" y="124518"/>
                </a:lnTo>
                <a:lnTo>
                  <a:pt x="148288" y="124199"/>
                </a:lnTo>
                <a:lnTo>
                  <a:pt x="78111" y="122899"/>
                </a:lnTo>
                <a:lnTo>
                  <a:pt x="67895" y="126385"/>
                </a:lnTo>
                <a:lnTo>
                  <a:pt x="55328" y="125388"/>
                </a:lnTo>
                <a:lnTo>
                  <a:pt x="35157" y="130431"/>
                </a:lnTo>
                <a:lnTo>
                  <a:pt x="29171" y="106702"/>
                </a:lnTo>
                <a:lnTo>
                  <a:pt x="63726" y="107356"/>
                </a:lnTo>
                <a:lnTo>
                  <a:pt x="72893" y="103020"/>
                </a:lnTo>
                <a:lnTo>
                  <a:pt x="79699" y="102765"/>
                </a:lnTo>
                <a:lnTo>
                  <a:pt x="93842" y="95616"/>
                </a:lnTo>
                <a:lnTo>
                  <a:pt x="110064" y="102157"/>
                </a:lnTo>
                <a:lnTo>
                  <a:pt x="126556" y="102703"/>
                </a:lnTo>
                <a:lnTo>
                  <a:pt x="143048" y="95755"/>
                </a:lnTo>
                <a:lnTo>
                  <a:pt x="135461" y="86807"/>
                </a:lnTo>
                <a:lnTo>
                  <a:pt x="122897" y="92020"/>
                </a:lnTo>
                <a:lnTo>
                  <a:pt x="111118" y="91875"/>
                </a:lnTo>
                <a:lnTo>
                  <a:pt x="96211" y="84256"/>
                </a:lnTo>
                <a:lnTo>
                  <a:pt x="84173" y="84755"/>
                </a:lnTo>
                <a:lnTo>
                  <a:pt x="75526" y="92085"/>
                </a:lnTo>
                <a:lnTo>
                  <a:pt x="34172" y="9297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5" name="Map / Mali / 0">
            <a:extLst>
              <a:ext uri="{FF2B5EF4-FFF2-40B4-BE49-F238E27FC236}">
                <a16:creationId xmlns:a16="http://schemas.microsoft.com/office/drawing/2014/main" id="{5B05B81D-EC54-4CD6-B0BB-AE60901D8262}"/>
              </a:ext>
            </a:extLst>
          </p:cNvPr>
          <p:cNvSpPr>
            <a:spLocks noGrp="1"/>
          </p:cNvSpPr>
          <p:nvPr/>
        </p:nvSpPr>
        <p:spPr>
          <a:xfrm>
            <a:off x="8729870" y="3689343"/>
            <a:ext cx="623541" cy="460574"/>
          </a:xfrm>
          <a:custGeom>
            <a:avLst/>
            <a:gdLst/>
            <a:ahLst/>
            <a:cxnLst/>
            <a:rect l="0" t="0" r="0" b="0"/>
            <a:pathLst>
              <a:path w="623541" h="460574">
                <a:moveTo>
                  <a:pt x="24413" y="387931"/>
                </a:moveTo>
                <a:lnTo>
                  <a:pt x="26229" y="378287"/>
                </a:lnTo>
                <a:lnTo>
                  <a:pt x="23069" y="366316"/>
                </a:lnTo>
                <a:lnTo>
                  <a:pt x="8922" y="357622"/>
                </a:lnTo>
                <a:lnTo>
                  <a:pt x="1579" y="339895"/>
                </a:lnTo>
                <a:lnTo>
                  <a:pt x="0" y="320637"/>
                </a:lnTo>
                <a:lnTo>
                  <a:pt x="12816" y="314995"/>
                </a:lnTo>
                <a:lnTo>
                  <a:pt x="19348" y="296758"/>
                </a:lnTo>
                <a:lnTo>
                  <a:pt x="31375" y="296044"/>
                </a:lnTo>
                <a:lnTo>
                  <a:pt x="57789" y="304666"/>
                </a:lnTo>
                <a:lnTo>
                  <a:pt x="79223" y="298545"/>
                </a:lnTo>
                <a:lnTo>
                  <a:pt x="93870" y="300600"/>
                </a:lnTo>
                <a:lnTo>
                  <a:pt x="99608" y="293715"/>
                </a:lnTo>
                <a:lnTo>
                  <a:pt x="251764" y="293245"/>
                </a:lnTo>
                <a:lnTo>
                  <a:pt x="260288" y="271571"/>
                </a:lnTo>
                <a:lnTo>
                  <a:pt x="253738" y="267755"/>
                </a:lnTo>
                <a:lnTo>
                  <a:pt x="236153" y="134156"/>
                </a:lnTo>
                <a:lnTo>
                  <a:pt x="218850" y="557"/>
                </a:lnTo>
                <a:lnTo>
                  <a:pt x="276456" y="0"/>
                </a:lnTo>
                <a:lnTo>
                  <a:pt x="403297" y="67544"/>
                </a:lnTo>
                <a:lnTo>
                  <a:pt x="530642" y="135086"/>
                </a:lnTo>
                <a:lnTo>
                  <a:pt x="539654" y="149591"/>
                </a:lnTo>
                <a:lnTo>
                  <a:pt x="563209" y="158445"/>
                </a:lnTo>
                <a:lnTo>
                  <a:pt x="580731" y="163480"/>
                </a:lnTo>
                <a:lnTo>
                  <a:pt x="581222" y="183175"/>
                </a:lnTo>
                <a:lnTo>
                  <a:pt x="623173" y="180144"/>
                </a:lnTo>
                <a:lnTo>
                  <a:pt x="623541" y="251437"/>
                </a:lnTo>
                <a:lnTo>
                  <a:pt x="602886" y="272114"/>
                </a:lnTo>
                <a:lnTo>
                  <a:pt x="599711" y="291189"/>
                </a:lnTo>
                <a:lnTo>
                  <a:pt x="566040" y="296098"/>
                </a:lnTo>
                <a:lnTo>
                  <a:pt x="514299" y="298759"/>
                </a:lnTo>
                <a:lnTo>
                  <a:pt x="500285" y="309760"/>
                </a:lnTo>
                <a:lnTo>
                  <a:pt x="475975" y="310976"/>
                </a:lnTo>
                <a:lnTo>
                  <a:pt x="451655" y="311119"/>
                </a:lnTo>
                <a:lnTo>
                  <a:pt x="442189" y="305180"/>
                </a:lnTo>
                <a:lnTo>
                  <a:pt x="421305" y="309586"/>
                </a:lnTo>
                <a:lnTo>
                  <a:pt x="385833" y="322427"/>
                </a:lnTo>
                <a:lnTo>
                  <a:pt x="378580" y="332103"/>
                </a:lnTo>
                <a:lnTo>
                  <a:pt x="349110" y="345980"/>
                </a:lnTo>
                <a:lnTo>
                  <a:pt x="343931" y="353932"/>
                </a:lnTo>
                <a:lnTo>
                  <a:pt x="328006" y="360235"/>
                </a:lnTo>
                <a:lnTo>
                  <a:pt x="309657" y="356062"/>
                </a:lnTo>
                <a:lnTo>
                  <a:pt x="299234" y="363616"/>
                </a:lnTo>
                <a:lnTo>
                  <a:pt x="293603" y="384846"/>
                </a:lnTo>
                <a:lnTo>
                  <a:pt x="263375" y="410502"/>
                </a:lnTo>
                <a:lnTo>
                  <a:pt x="264222" y="420987"/>
                </a:lnTo>
                <a:lnTo>
                  <a:pt x="253819" y="434109"/>
                </a:lnTo>
                <a:lnTo>
                  <a:pt x="256286" y="452080"/>
                </a:lnTo>
                <a:lnTo>
                  <a:pt x="240587" y="456667"/>
                </a:lnTo>
                <a:lnTo>
                  <a:pt x="231696" y="460574"/>
                </a:lnTo>
                <a:lnTo>
                  <a:pt x="225853" y="447334"/>
                </a:lnTo>
                <a:lnTo>
                  <a:pt x="214864" y="450824"/>
                </a:lnTo>
                <a:lnTo>
                  <a:pt x="208308" y="450220"/>
                </a:lnTo>
                <a:lnTo>
                  <a:pt x="201280" y="459254"/>
                </a:lnTo>
                <a:lnTo>
                  <a:pt x="171918" y="458999"/>
                </a:lnTo>
                <a:lnTo>
                  <a:pt x="161410" y="454351"/>
                </a:lnTo>
                <a:lnTo>
                  <a:pt x="156443" y="457163"/>
                </a:lnTo>
                <a:lnTo>
                  <a:pt x="144867" y="448239"/>
                </a:lnTo>
                <a:lnTo>
                  <a:pt x="146922" y="439021"/>
                </a:lnTo>
                <a:lnTo>
                  <a:pt x="142189" y="435409"/>
                </a:lnTo>
                <a:lnTo>
                  <a:pt x="134078" y="438455"/>
                </a:lnTo>
                <a:lnTo>
                  <a:pt x="135607" y="428383"/>
                </a:lnTo>
                <a:lnTo>
                  <a:pt x="143435" y="420415"/>
                </a:lnTo>
                <a:lnTo>
                  <a:pt x="127926" y="407447"/>
                </a:lnTo>
                <a:lnTo>
                  <a:pt x="123442" y="398909"/>
                </a:lnTo>
                <a:lnTo>
                  <a:pt x="115037" y="392108"/>
                </a:lnTo>
                <a:lnTo>
                  <a:pt x="107439" y="391296"/>
                </a:lnTo>
                <a:lnTo>
                  <a:pt x="98286" y="395631"/>
                </a:lnTo>
                <a:lnTo>
                  <a:pt x="85989" y="399772"/>
                </a:lnTo>
                <a:lnTo>
                  <a:pt x="75532" y="406471"/>
                </a:lnTo>
                <a:lnTo>
                  <a:pt x="59285" y="403998"/>
                </a:lnTo>
                <a:lnTo>
                  <a:pt x="48788" y="396137"/>
                </a:lnTo>
                <a:lnTo>
                  <a:pt x="42499" y="395105"/>
                </a:lnTo>
                <a:lnTo>
                  <a:pt x="32556" y="399230"/>
                </a:lnTo>
                <a:lnTo>
                  <a:pt x="26530" y="399266"/>
                </a:lnTo>
                <a:lnTo>
                  <a:pt x="24413" y="38793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6" name="Map / Mauritania / 0">
            <a:extLst>
              <a:ext uri="{FF2B5EF4-FFF2-40B4-BE49-F238E27FC236}">
                <a16:creationId xmlns:a16="http://schemas.microsoft.com/office/drawing/2014/main" id="{632EED6F-68D5-47C2-8791-EBC6D781DCC5}"/>
              </a:ext>
            </a:extLst>
          </p:cNvPr>
          <p:cNvSpPr>
            <a:spLocks noGrp="1"/>
          </p:cNvSpPr>
          <p:nvPr/>
        </p:nvSpPr>
        <p:spPr>
          <a:xfrm>
            <a:off x="8547122" y="3614393"/>
            <a:ext cx="459204" cy="395587"/>
          </a:xfrm>
          <a:custGeom>
            <a:avLst/>
            <a:gdLst/>
            <a:ahLst/>
            <a:cxnLst/>
            <a:rect l="0" t="0" r="0" b="0"/>
            <a:pathLst>
              <a:path w="459204" h="395587">
                <a:moveTo>
                  <a:pt x="0" y="197996"/>
                </a:moveTo>
                <a:lnTo>
                  <a:pt x="8418" y="187670"/>
                </a:lnTo>
                <a:lnTo>
                  <a:pt x="156290" y="187863"/>
                </a:lnTo>
                <a:lnTo>
                  <a:pt x="149743" y="143158"/>
                </a:lnTo>
                <a:lnTo>
                  <a:pt x="159189" y="127258"/>
                </a:lnTo>
                <a:lnTo>
                  <a:pt x="194547" y="124480"/>
                </a:lnTo>
                <a:lnTo>
                  <a:pt x="194438" y="45270"/>
                </a:lnTo>
                <a:lnTo>
                  <a:pt x="317833" y="46889"/>
                </a:lnTo>
                <a:lnTo>
                  <a:pt x="318451" y="0"/>
                </a:lnTo>
                <a:lnTo>
                  <a:pt x="459204" y="74950"/>
                </a:lnTo>
                <a:lnTo>
                  <a:pt x="401599" y="75507"/>
                </a:lnTo>
                <a:lnTo>
                  <a:pt x="418902" y="209107"/>
                </a:lnTo>
                <a:lnTo>
                  <a:pt x="436486" y="342706"/>
                </a:lnTo>
                <a:lnTo>
                  <a:pt x="443037" y="346521"/>
                </a:lnTo>
                <a:lnTo>
                  <a:pt x="434513" y="368195"/>
                </a:lnTo>
                <a:lnTo>
                  <a:pt x="282356" y="368666"/>
                </a:lnTo>
                <a:lnTo>
                  <a:pt x="276618" y="375550"/>
                </a:lnTo>
                <a:lnTo>
                  <a:pt x="261972" y="373495"/>
                </a:lnTo>
                <a:lnTo>
                  <a:pt x="240537" y="379616"/>
                </a:lnTo>
                <a:lnTo>
                  <a:pt x="214124" y="370995"/>
                </a:lnTo>
                <a:lnTo>
                  <a:pt x="202097" y="371708"/>
                </a:lnTo>
                <a:lnTo>
                  <a:pt x="195564" y="389945"/>
                </a:lnTo>
                <a:lnTo>
                  <a:pt x="182749" y="395587"/>
                </a:lnTo>
                <a:lnTo>
                  <a:pt x="157908" y="374325"/>
                </a:lnTo>
                <a:lnTo>
                  <a:pt x="135192" y="351550"/>
                </a:lnTo>
                <a:lnTo>
                  <a:pt x="110120" y="343349"/>
                </a:lnTo>
                <a:lnTo>
                  <a:pt x="92115" y="334249"/>
                </a:lnTo>
                <a:lnTo>
                  <a:pt x="70951" y="334589"/>
                </a:lnTo>
                <a:lnTo>
                  <a:pt x="52378" y="341336"/>
                </a:lnTo>
                <a:lnTo>
                  <a:pt x="33575" y="338664"/>
                </a:lnTo>
                <a:lnTo>
                  <a:pt x="20471" y="348589"/>
                </a:lnTo>
                <a:lnTo>
                  <a:pt x="17406" y="331908"/>
                </a:lnTo>
                <a:lnTo>
                  <a:pt x="28185" y="316645"/>
                </a:lnTo>
                <a:lnTo>
                  <a:pt x="33288" y="287499"/>
                </a:lnTo>
                <a:lnTo>
                  <a:pt x="29547" y="256907"/>
                </a:lnTo>
                <a:lnTo>
                  <a:pt x="25212" y="241518"/>
                </a:lnTo>
                <a:lnTo>
                  <a:pt x="29224" y="226080"/>
                </a:lnTo>
                <a:lnTo>
                  <a:pt x="19690" y="211365"/>
                </a:lnTo>
                <a:lnTo>
                  <a:pt x="0" y="19799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7" name="Map / Benin / 0">
            <a:extLst>
              <a:ext uri="{FF2B5EF4-FFF2-40B4-BE49-F238E27FC236}">
                <a16:creationId xmlns:a16="http://schemas.microsoft.com/office/drawing/2014/main" id="{743C44DF-DF61-4E9F-8456-58705AF995D7}"/>
              </a:ext>
            </a:extLst>
          </p:cNvPr>
          <p:cNvSpPr>
            <a:spLocks noGrp="1"/>
          </p:cNvSpPr>
          <p:nvPr/>
        </p:nvSpPr>
        <p:spPr>
          <a:xfrm>
            <a:off x="9220987" y="4083693"/>
            <a:ext cx="114979" cy="188631"/>
          </a:xfrm>
          <a:custGeom>
            <a:avLst/>
            <a:gdLst/>
            <a:ahLst/>
            <a:cxnLst/>
            <a:rect l="0" t="0" r="0" b="0"/>
            <a:pathLst>
              <a:path w="114979" h="188631">
                <a:moveTo>
                  <a:pt x="73112" y="185020"/>
                </a:moveTo>
                <a:lnTo>
                  <a:pt x="41650" y="188631"/>
                </a:lnTo>
                <a:lnTo>
                  <a:pt x="32263" y="167275"/>
                </a:lnTo>
                <a:lnTo>
                  <a:pt x="33950" y="96182"/>
                </a:lnTo>
                <a:lnTo>
                  <a:pt x="26284" y="89804"/>
                </a:lnTo>
                <a:lnTo>
                  <a:pt x="24829" y="74612"/>
                </a:lnTo>
                <a:lnTo>
                  <a:pt x="11618" y="63771"/>
                </a:lnTo>
                <a:lnTo>
                  <a:pt x="0" y="54632"/>
                </a:lnTo>
                <a:lnTo>
                  <a:pt x="4829" y="38333"/>
                </a:lnTo>
                <a:lnTo>
                  <a:pt x="17898" y="34830"/>
                </a:lnTo>
                <a:lnTo>
                  <a:pt x="25630" y="21295"/>
                </a:lnTo>
                <a:lnTo>
                  <a:pt x="44202" y="18403"/>
                </a:lnTo>
                <a:lnTo>
                  <a:pt x="52492" y="9147"/>
                </a:lnTo>
                <a:lnTo>
                  <a:pt x="65233" y="80"/>
                </a:lnTo>
                <a:lnTo>
                  <a:pt x="78850" y="0"/>
                </a:lnTo>
                <a:lnTo>
                  <a:pt x="107855" y="17814"/>
                </a:lnTo>
                <a:lnTo>
                  <a:pt x="106394" y="28099"/>
                </a:lnTo>
                <a:lnTo>
                  <a:pt x="114979" y="46462"/>
                </a:lnTo>
                <a:lnTo>
                  <a:pt x="107511" y="58924"/>
                </a:lnTo>
                <a:lnTo>
                  <a:pt x="111533" y="67250"/>
                </a:lnTo>
                <a:lnTo>
                  <a:pt x="93117" y="86414"/>
                </a:lnTo>
                <a:lnTo>
                  <a:pt x="81414" y="95903"/>
                </a:lnTo>
                <a:lnTo>
                  <a:pt x="74266" y="115429"/>
                </a:lnTo>
                <a:lnTo>
                  <a:pt x="75249" y="135121"/>
                </a:lnTo>
                <a:lnTo>
                  <a:pt x="73112" y="18502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8" name="Map / Niger / 0">
            <a:extLst>
              <a:ext uri="{FF2B5EF4-FFF2-40B4-BE49-F238E27FC236}">
                <a16:creationId xmlns:a16="http://schemas.microsoft.com/office/drawing/2014/main" id="{C11328A5-CB3E-474C-8575-EAB2488598A4}"/>
              </a:ext>
            </a:extLst>
          </p:cNvPr>
          <p:cNvSpPr>
            <a:spLocks noGrp="1"/>
          </p:cNvSpPr>
          <p:nvPr/>
        </p:nvSpPr>
        <p:spPr>
          <a:xfrm>
            <a:off x="9202843" y="3735868"/>
            <a:ext cx="589762" cy="365640"/>
          </a:xfrm>
          <a:custGeom>
            <a:avLst/>
            <a:gdLst/>
            <a:ahLst/>
            <a:cxnLst/>
            <a:rect l="0" t="0" r="0" b="0"/>
            <a:pathLst>
              <a:path w="589762" h="365640">
                <a:moveTo>
                  <a:pt x="548838" y="18844"/>
                </a:moveTo>
                <a:lnTo>
                  <a:pt x="558862" y="66963"/>
                </a:lnTo>
                <a:lnTo>
                  <a:pt x="573117" y="75014"/>
                </a:lnTo>
                <a:lnTo>
                  <a:pt x="573876" y="84859"/>
                </a:lnTo>
                <a:lnTo>
                  <a:pt x="589762" y="95471"/>
                </a:lnTo>
                <a:lnTo>
                  <a:pt x="581743" y="108795"/>
                </a:lnTo>
                <a:lnTo>
                  <a:pt x="568049" y="171613"/>
                </a:lnTo>
                <a:lnTo>
                  <a:pt x="566563" y="211876"/>
                </a:lnTo>
                <a:lnTo>
                  <a:pt x="518545" y="241066"/>
                </a:lnTo>
                <a:lnTo>
                  <a:pt x="502574" y="281842"/>
                </a:lnTo>
                <a:lnTo>
                  <a:pt x="518480" y="293310"/>
                </a:lnTo>
                <a:lnTo>
                  <a:pt x="518579" y="313222"/>
                </a:lnTo>
                <a:lnTo>
                  <a:pt x="542934" y="313935"/>
                </a:lnTo>
                <a:lnTo>
                  <a:pt x="539271" y="328516"/>
                </a:lnTo>
                <a:lnTo>
                  <a:pt x="528568" y="330292"/>
                </a:lnTo>
                <a:lnTo>
                  <a:pt x="527430" y="340148"/>
                </a:lnTo>
                <a:lnTo>
                  <a:pt x="520372" y="340832"/>
                </a:lnTo>
                <a:lnTo>
                  <a:pt x="494387" y="306941"/>
                </a:lnTo>
                <a:lnTo>
                  <a:pt x="485466" y="305709"/>
                </a:lnTo>
                <a:lnTo>
                  <a:pt x="455920" y="323012"/>
                </a:lnTo>
                <a:lnTo>
                  <a:pt x="426453" y="313980"/>
                </a:lnTo>
                <a:lnTo>
                  <a:pt x="406007" y="312174"/>
                </a:lnTo>
                <a:lnTo>
                  <a:pt x="395081" y="316520"/>
                </a:lnTo>
                <a:lnTo>
                  <a:pt x="372817" y="315581"/>
                </a:lnTo>
                <a:lnTo>
                  <a:pt x="350500" y="328773"/>
                </a:lnTo>
                <a:lnTo>
                  <a:pt x="331137" y="329530"/>
                </a:lnTo>
                <a:lnTo>
                  <a:pt x="285097" y="313529"/>
                </a:lnTo>
                <a:lnTo>
                  <a:pt x="267139" y="321129"/>
                </a:lnTo>
                <a:lnTo>
                  <a:pt x="247760" y="320601"/>
                </a:lnTo>
                <a:lnTo>
                  <a:pt x="233472" y="308909"/>
                </a:lnTo>
                <a:lnTo>
                  <a:pt x="195377" y="297358"/>
                </a:lnTo>
                <a:lnTo>
                  <a:pt x="154596" y="301024"/>
                </a:lnTo>
                <a:lnTo>
                  <a:pt x="144730" y="307719"/>
                </a:lnTo>
                <a:lnTo>
                  <a:pt x="139435" y="325522"/>
                </a:lnTo>
                <a:lnTo>
                  <a:pt x="128579" y="338004"/>
                </a:lnTo>
                <a:lnTo>
                  <a:pt x="125999" y="365640"/>
                </a:lnTo>
                <a:lnTo>
                  <a:pt x="96995" y="347825"/>
                </a:lnTo>
                <a:lnTo>
                  <a:pt x="83377" y="347905"/>
                </a:lnTo>
                <a:lnTo>
                  <a:pt x="70637" y="356973"/>
                </a:lnTo>
                <a:lnTo>
                  <a:pt x="71469" y="335772"/>
                </a:lnTo>
                <a:lnTo>
                  <a:pt x="27673" y="328750"/>
                </a:lnTo>
                <a:lnTo>
                  <a:pt x="26485" y="313770"/>
                </a:lnTo>
                <a:lnTo>
                  <a:pt x="5099" y="293556"/>
                </a:lnTo>
                <a:lnTo>
                  <a:pt x="0" y="279455"/>
                </a:lnTo>
                <a:lnTo>
                  <a:pt x="3003" y="264452"/>
                </a:lnTo>
                <a:lnTo>
                  <a:pt x="27313" y="263236"/>
                </a:lnTo>
                <a:lnTo>
                  <a:pt x="41327" y="252235"/>
                </a:lnTo>
                <a:lnTo>
                  <a:pt x="93067" y="249574"/>
                </a:lnTo>
                <a:lnTo>
                  <a:pt x="126739" y="244664"/>
                </a:lnTo>
                <a:lnTo>
                  <a:pt x="129914" y="225590"/>
                </a:lnTo>
                <a:lnTo>
                  <a:pt x="150569" y="204913"/>
                </a:lnTo>
                <a:lnTo>
                  <a:pt x="150201" y="133620"/>
                </a:lnTo>
                <a:lnTo>
                  <a:pt x="203468" y="119815"/>
                </a:lnTo>
                <a:lnTo>
                  <a:pt x="312437" y="59003"/>
                </a:lnTo>
                <a:lnTo>
                  <a:pt x="441046" y="0"/>
                </a:lnTo>
                <a:lnTo>
                  <a:pt x="500868" y="13347"/>
                </a:lnTo>
                <a:lnTo>
                  <a:pt x="522335" y="30349"/>
                </a:lnTo>
                <a:lnTo>
                  <a:pt x="548838" y="1884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39" name="Map / Nigeria / 0">
            <a:extLst>
              <a:ext uri="{FF2B5EF4-FFF2-40B4-BE49-F238E27FC236}">
                <a16:creationId xmlns:a16="http://schemas.microsoft.com/office/drawing/2014/main" id="{CB073EB4-99E1-45B9-A842-CEDC017C103D}"/>
              </a:ext>
            </a:extLst>
          </p:cNvPr>
          <p:cNvSpPr>
            <a:spLocks noGrp="1"/>
          </p:cNvSpPr>
          <p:nvPr/>
        </p:nvSpPr>
        <p:spPr>
          <a:xfrm>
            <a:off x="9294099" y="4033225"/>
            <a:ext cx="451316" cy="297964"/>
          </a:xfrm>
          <a:custGeom>
            <a:avLst/>
            <a:gdLst/>
            <a:ahLst/>
            <a:cxnLst/>
            <a:rect l="0" t="0" r="0" b="0"/>
            <a:pathLst>
              <a:path w="451316" h="297964">
                <a:moveTo>
                  <a:pt x="0" y="235488"/>
                </a:moveTo>
                <a:lnTo>
                  <a:pt x="2137" y="185589"/>
                </a:lnTo>
                <a:lnTo>
                  <a:pt x="1154" y="165897"/>
                </a:lnTo>
                <a:lnTo>
                  <a:pt x="8302" y="146371"/>
                </a:lnTo>
                <a:lnTo>
                  <a:pt x="20005" y="136881"/>
                </a:lnTo>
                <a:lnTo>
                  <a:pt x="38420" y="117718"/>
                </a:lnTo>
                <a:lnTo>
                  <a:pt x="34399" y="109391"/>
                </a:lnTo>
                <a:lnTo>
                  <a:pt x="41866" y="96930"/>
                </a:lnTo>
                <a:lnTo>
                  <a:pt x="33282" y="78566"/>
                </a:lnTo>
                <a:lnTo>
                  <a:pt x="34742" y="68282"/>
                </a:lnTo>
                <a:lnTo>
                  <a:pt x="37322" y="40646"/>
                </a:lnTo>
                <a:lnTo>
                  <a:pt x="48179" y="28164"/>
                </a:lnTo>
                <a:lnTo>
                  <a:pt x="53474" y="10361"/>
                </a:lnTo>
                <a:lnTo>
                  <a:pt x="63340" y="3667"/>
                </a:lnTo>
                <a:lnTo>
                  <a:pt x="104121" y="0"/>
                </a:lnTo>
                <a:lnTo>
                  <a:pt x="142215" y="11552"/>
                </a:lnTo>
                <a:lnTo>
                  <a:pt x="156503" y="23243"/>
                </a:lnTo>
                <a:lnTo>
                  <a:pt x="175882" y="23771"/>
                </a:lnTo>
                <a:lnTo>
                  <a:pt x="193840" y="16171"/>
                </a:lnTo>
                <a:lnTo>
                  <a:pt x="239880" y="32172"/>
                </a:lnTo>
                <a:lnTo>
                  <a:pt x="259244" y="31415"/>
                </a:lnTo>
                <a:lnTo>
                  <a:pt x="281561" y="18223"/>
                </a:lnTo>
                <a:lnTo>
                  <a:pt x="303825" y="19162"/>
                </a:lnTo>
                <a:lnTo>
                  <a:pt x="314750" y="14816"/>
                </a:lnTo>
                <a:lnTo>
                  <a:pt x="335197" y="16622"/>
                </a:lnTo>
                <a:lnTo>
                  <a:pt x="364664" y="25655"/>
                </a:lnTo>
                <a:lnTo>
                  <a:pt x="394209" y="8351"/>
                </a:lnTo>
                <a:lnTo>
                  <a:pt x="403130" y="9583"/>
                </a:lnTo>
                <a:lnTo>
                  <a:pt x="429115" y="43474"/>
                </a:lnTo>
                <a:lnTo>
                  <a:pt x="436174" y="42790"/>
                </a:lnTo>
                <a:lnTo>
                  <a:pt x="451316" y="55120"/>
                </a:lnTo>
                <a:lnTo>
                  <a:pt x="447222" y="60711"/>
                </a:lnTo>
                <a:lnTo>
                  <a:pt x="445300" y="71000"/>
                </a:lnTo>
                <a:lnTo>
                  <a:pt x="413465" y="94954"/>
                </a:lnTo>
                <a:lnTo>
                  <a:pt x="403552" y="114710"/>
                </a:lnTo>
                <a:lnTo>
                  <a:pt x="398290" y="130799"/>
                </a:lnTo>
                <a:lnTo>
                  <a:pt x="390264" y="137698"/>
                </a:lnTo>
                <a:lnTo>
                  <a:pt x="382711" y="159368"/>
                </a:lnTo>
                <a:lnTo>
                  <a:pt x="362430" y="172120"/>
                </a:lnTo>
                <a:lnTo>
                  <a:pt x="356609" y="187784"/>
                </a:lnTo>
                <a:lnTo>
                  <a:pt x="348115" y="200252"/>
                </a:lnTo>
                <a:lnTo>
                  <a:pt x="344608" y="213120"/>
                </a:lnTo>
                <a:lnTo>
                  <a:pt x="318498" y="223550"/>
                </a:lnTo>
                <a:lnTo>
                  <a:pt x="297082" y="210830"/>
                </a:lnTo>
                <a:lnTo>
                  <a:pt x="282654" y="211343"/>
                </a:lnTo>
                <a:lnTo>
                  <a:pt x="260042" y="229461"/>
                </a:lnTo>
                <a:lnTo>
                  <a:pt x="249020" y="229740"/>
                </a:lnTo>
                <a:lnTo>
                  <a:pt x="230989" y="259607"/>
                </a:lnTo>
                <a:lnTo>
                  <a:pt x="221241" y="281514"/>
                </a:lnTo>
                <a:lnTo>
                  <a:pt x="181722" y="292655"/>
                </a:lnTo>
                <a:lnTo>
                  <a:pt x="167266" y="291027"/>
                </a:lnTo>
                <a:lnTo>
                  <a:pt x="152631" y="297964"/>
                </a:lnTo>
                <a:lnTo>
                  <a:pt x="122165" y="297287"/>
                </a:lnTo>
                <a:lnTo>
                  <a:pt x="101752" y="277924"/>
                </a:lnTo>
                <a:lnTo>
                  <a:pt x="89185" y="255517"/>
                </a:lnTo>
                <a:lnTo>
                  <a:pt x="62203" y="235121"/>
                </a:lnTo>
                <a:lnTo>
                  <a:pt x="33596" y="235504"/>
                </a:lnTo>
                <a:lnTo>
                  <a:pt x="0" y="23548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0" name="Map / Cameroon / 0">
            <a:extLst>
              <a:ext uri="{FF2B5EF4-FFF2-40B4-BE49-F238E27FC236}">
                <a16:creationId xmlns:a16="http://schemas.microsoft.com/office/drawing/2014/main" id="{1C403FC9-1F4D-400B-ACA1-03103555C4E8}"/>
              </a:ext>
            </a:extLst>
          </p:cNvPr>
          <p:cNvSpPr>
            <a:spLocks noGrp="1"/>
          </p:cNvSpPr>
          <p:nvPr/>
        </p:nvSpPr>
        <p:spPr>
          <a:xfrm>
            <a:off x="9514920" y="4064384"/>
            <a:ext cx="286733" cy="344596"/>
          </a:xfrm>
          <a:custGeom>
            <a:avLst/>
            <a:gdLst/>
            <a:ahLst/>
            <a:cxnLst/>
            <a:rect l="0" t="0" r="0" b="0"/>
            <a:pathLst>
              <a:path w="286733" h="344596">
                <a:moveTo>
                  <a:pt x="227194" y="0"/>
                </a:moveTo>
                <a:lnTo>
                  <a:pt x="242471" y="19823"/>
                </a:lnTo>
                <a:lnTo>
                  <a:pt x="245185" y="40361"/>
                </a:lnTo>
                <a:lnTo>
                  <a:pt x="243962" y="60924"/>
                </a:lnTo>
                <a:lnTo>
                  <a:pt x="264872" y="89063"/>
                </a:lnTo>
                <a:lnTo>
                  <a:pt x="243632" y="88760"/>
                </a:lnTo>
                <a:lnTo>
                  <a:pt x="232918" y="90964"/>
                </a:lnTo>
                <a:lnTo>
                  <a:pt x="215567" y="87854"/>
                </a:lnTo>
                <a:lnTo>
                  <a:pt x="207403" y="102462"/>
                </a:lnTo>
                <a:lnTo>
                  <a:pt x="229969" y="120529"/>
                </a:lnTo>
                <a:lnTo>
                  <a:pt x="246571" y="125784"/>
                </a:lnTo>
                <a:lnTo>
                  <a:pt x="252010" y="138599"/>
                </a:lnTo>
                <a:lnTo>
                  <a:pt x="264132" y="159938"/>
                </a:lnTo>
                <a:lnTo>
                  <a:pt x="258219" y="168324"/>
                </a:lnTo>
                <a:lnTo>
                  <a:pt x="239235" y="199696"/>
                </a:lnTo>
                <a:lnTo>
                  <a:pt x="230124" y="205315"/>
                </a:lnTo>
                <a:lnTo>
                  <a:pt x="227285" y="229313"/>
                </a:lnTo>
                <a:lnTo>
                  <a:pt x="231123" y="242350"/>
                </a:lnTo>
                <a:lnTo>
                  <a:pt x="228087" y="251575"/>
                </a:lnTo>
                <a:lnTo>
                  <a:pt x="246137" y="267741"/>
                </a:lnTo>
                <a:lnTo>
                  <a:pt x="249417" y="278855"/>
                </a:lnTo>
                <a:lnTo>
                  <a:pt x="263522" y="294830"/>
                </a:lnTo>
                <a:lnTo>
                  <a:pt x="280967" y="304791"/>
                </a:lnTo>
                <a:lnTo>
                  <a:pt x="282698" y="318912"/>
                </a:lnTo>
                <a:lnTo>
                  <a:pt x="286733" y="327881"/>
                </a:lnTo>
                <a:lnTo>
                  <a:pt x="284019" y="344596"/>
                </a:lnTo>
                <a:lnTo>
                  <a:pt x="253737" y="337280"/>
                </a:lnTo>
                <a:lnTo>
                  <a:pt x="222922" y="329112"/>
                </a:lnTo>
                <a:lnTo>
                  <a:pt x="174844" y="327898"/>
                </a:lnTo>
                <a:lnTo>
                  <a:pt x="170099" y="326210"/>
                </a:lnTo>
                <a:lnTo>
                  <a:pt x="147553" y="330197"/>
                </a:lnTo>
                <a:lnTo>
                  <a:pt x="124396" y="326051"/>
                </a:lnTo>
                <a:lnTo>
                  <a:pt x="106295" y="328085"/>
                </a:lnTo>
                <a:lnTo>
                  <a:pt x="44300" y="327379"/>
                </a:lnTo>
                <a:lnTo>
                  <a:pt x="49833" y="302938"/>
                </a:lnTo>
                <a:lnTo>
                  <a:pt x="34913" y="282472"/>
                </a:lnTo>
                <a:lnTo>
                  <a:pt x="17526" y="277221"/>
                </a:lnTo>
                <a:lnTo>
                  <a:pt x="9762" y="263350"/>
                </a:lnTo>
                <a:lnTo>
                  <a:pt x="0" y="258911"/>
                </a:lnTo>
                <a:lnTo>
                  <a:pt x="421" y="250356"/>
                </a:lnTo>
                <a:lnTo>
                  <a:pt x="10169" y="228449"/>
                </a:lnTo>
                <a:lnTo>
                  <a:pt x="28200" y="198581"/>
                </a:lnTo>
                <a:lnTo>
                  <a:pt x="39222" y="198303"/>
                </a:lnTo>
                <a:lnTo>
                  <a:pt x="61834" y="180185"/>
                </a:lnTo>
                <a:lnTo>
                  <a:pt x="76262" y="179671"/>
                </a:lnTo>
                <a:lnTo>
                  <a:pt x="97677" y="192392"/>
                </a:lnTo>
                <a:lnTo>
                  <a:pt x="123788" y="181961"/>
                </a:lnTo>
                <a:lnTo>
                  <a:pt x="127295" y="169094"/>
                </a:lnTo>
                <a:lnTo>
                  <a:pt x="135789" y="156626"/>
                </a:lnTo>
                <a:lnTo>
                  <a:pt x="141610" y="140962"/>
                </a:lnTo>
                <a:lnTo>
                  <a:pt x="161891" y="128209"/>
                </a:lnTo>
                <a:lnTo>
                  <a:pt x="169444" y="106540"/>
                </a:lnTo>
                <a:lnTo>
                  <a:pt x="177470" y="99641"/>
                </a:lnTo>
                <a:lnTo>
                  <a:pt x="182732" y="83552"/>
                </a:lnTo>
                <a:lnTo>
                  <a:pt x="192644" y="63796"/>
                </a:lnTo>
                <a:lnTo>
                  <a:pt x="224480" y="39842"/>
                </a:lnTo>
                <a:lnTo>
                  <a:pt x="226402" y="29552"/>
                </a:lnTo>
                <a:lnTo>
                  <a:pt x="230496" y="23961"/>
                </a:lnTo>
                <a:lnTo>
                  <a:pt x="215354" y="11631"/>
                </a:lnTo>
                <a:lnTo>
                  <a:pt x="216491" y="1776"/>
                </a:lnTo>
                <a:lnTo>
                  <a:pt x="227194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1" name="Map / Togo / 0">
            <a:extLst>
              <a:ext uri="{FF2B5EF4-FFF2-40B4-BE49-F238E27FC236}">
                <a16:creationId xmlns:a16="http://schemas.microsoft.com/office/drawing/2014/main" id="{602F55D0-0B6C-4AF9-A6D2-33AED24E1EED}"/>
              </a:ext>
            </a:extLst>
          </p:cNvPr>
          <p:cNvSpPr>
            <a:spLocks noGrp="1"/>
          </p:cNvSpPr>
          <p:nvPr/>
        </p:nvSpPr>
        <p:spPr>
          <a:xfrm>
            <a:off x="9189732" y="4121365"/>
            <a:ext cx="72905" cy="157563"/>
          </a:xfrm>
          <a:custGeom>
            <a:avLst/>
            <a:gdLst/>
            <a:ahLst/>
            <a:cxnLst/>
            <a:rect l="0" t="0" r="0" b="0"/>
            <a:pathLst>
              <a:path w="72905" h="157563">
                <a:moveTo>
                  <a:pt x="36084" y="661"/>
                </a:moveTo>
                <a:lnTo>
                  <a:pt x="31255" y="16960"/>
                </a:lnTo>
                <a:lnTo>
                  <a:pt x="42873" y="26098"/>
                </a:lnTo>
                <a:lnTo>
                  <a:pt x="56084" y="36940"/>
                </a:lnTo>
                <a:lnTo>
                  <a:pt x="57538" y="52132"/>
                </a:lnTo>
                <a:lnTo>
                  <a:pt x="65205" y="58510"/>
                </a:lnTo>
                <a:lnTo>
                  <a:pt x="63518" y="129603"/>
                </a:lnTo>
                <a:lnTo>
                  <a:pt x="72905" y="150959"/>
                </a:lnTo>
                <a:lnTo>
                  <a:pt x="42255" y="157563"/>
                </a:lnTo>
                <a:lnTo>
                  <a:pt x="33755" y="146692"/>
                </a:lnTo>
                <a:lnTo>
                  <a:pt x="23604" y="127054"/>
                </a:lnTo>
                <a:lnTo>
                  <a:pt x="20578" y="111657"/>
                </a:lnTo>
                <a:lnTo>
                  <a:pt x="28984" y="83774"/>
                </a:lnTo>
                <a:lnTo>
                  <a:pt x="19438" y="72483"/>
                </a:lnTo>
                <a:lnTo>
                  <a:pt x="15809" y="48096"/>
                </a:lnTo>
                <a:lnTo>
                  <a:pt x="15869" y="25615"/>
                </a:lnTo>
                <a:lnTo>
                  <a:pt x="0" y="9651"/>
                </a:lnTo>
                <a:lnTo>
                  <a:pt x="2797" y="0"/>
                </a:lnTo>
                <a:lnTo>
                  <a:pt x="36084" y="66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2" name="Map / Ghana / 0">
            <a:extLst>
              <a:ext uri="{FF2B5EF4-FFF2-40B4-BE49-F238E27FC236}">
                <a16:creationId xmlns:a16="http://schemas.microsoft.com/office/drawing/2014/main" id="{D042656C-A995-42E3-8AAC-1534F77B3B3B}"/>
              </a:ext>
            </a:extLst>
          </p:cNvPr>
          <p:cNvSpPr>
            <a:spLocks noGrp="1"/>
          </p:cNvSpPr>
          <p:nvPr/>
        </p:nvSpPr>
        <p:spPr>
          <a:xfrm>
            <a:off x="9068110" y="4118899"/>
            <a:ext cx="163878" cy="197745"/>
          </a:xfrm>
          <a:custGeom>
            <a:avLst/>
            <a:gdLst/>
            <a:ahLst/>
            <a:cxnLst/>
            <a:rect l="0" t="0" r="0" b="0"/>
            <a:pathLst>
              <a:path w="163878" h="197745">
                <a:moveTo>
                  <a:pt x="124420" y="2466"/>
                </a:moveTo>
                <a:lnTo>
                  <a:pt x="121622" y="12117"/>
                </a:lnTo>
                <a:lnTo>
                  <a:pt x="137491" y="28081"/>
                </a:lnTo>
                <a:lnTo>
                  <a:pt x="137431" y="50562"/>
                </a:lnTo>
                <a:lnTo>
                  <a:pt x="141060" y="74949"/>
                </a:lnTo>
                <a:lnTo>
                  <a:pt x="150606" y="86240"/>
                </a:lnTo>
                <a:lnTo>
                  <a:pt x="142200" y="114123"/>
                </a:lnTo>
                <a:lnTo>
                  <a:pt x="145226" y="129520"/>
                </a:lnTo>
                <a:lnTo>
                  <a:pt x="155377" y="149158"/>
                </a:lnTo>
                <a:lnTo>
                  <a:pt x="163878" y="160028"/>
                </a:lnTo>
                <a:lnTo>
                  <a:pt x="104185" y="178149"/>
                </a:lnTo>
                <a:lnTo>
                  <a:pt x="83011" y="188765"/>
                </a:lnTo>
                <a:lnTo>
                  <a:pt x="48693" y="197745"/>
                </a:lnTo>
                <a:lnTo>
                  <a:pt x="14750" y="188953"/>
                </a:lnTo>
                <a:lnTo>
                  <a:pt x="16489" y="176738"/>
                </a:lnTo>
                <a:lnTo>
                  <a:pt x="0" y="150072"/>
                </a:lnTo>
                <a:lnTo>
                  <a:pt x="9963" y="115115"/>
                </a:lnTo>
                <a:lnTo>
                  <a:pt x="26026" y="89114"/>
                </a:lnTo>
                <a:lnTo>
                  <a:pt x="15985" y="45069"/>
                </a:lnTo>
                <a:lnTo>
                  <a:pt x="10831" y="21762"/>
                </a:lnTo>
                <a:lnTo>
                  <a:pt x="11751" y="4199"/>
                </a:lnTo>
                <a:lnTo>
                  <a:pt x="77777" y="2740"/>
                </a:lnTo>
                <a:lnTo>
                  <a:pt x="94567" y="4997"/>
                </a:lnTo>
                <a:lnTo>
                  <a:pt x="106841" y="0"/>
                </a:lnTo>
                <a:lnTo>
                  <a:pt x="124420" y="246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3" name="Map / Ivory Coast / 0">
            <a:extLst>
              <a:ext uri="{FF2B5EF4-FFF2-40B4-BE49-F238E27FC236}">
                <a16:creationId xmlns:a16="http://schemas.microsoft.com/office/drawing/2014/main" id="{073FEB41-347A-4C5D-B149-204E0890F5D2}"/>
              </a:ext>
            </a:extLst>
          </p:cNvPr>
          <p:cNvSpPr>
            <a:spLocks noGrp="1"/>
          </p:cNvSpPr>
          <p:nvPr/>
        </p:nvSpPr>
        <p:spPr>
          <a:xfrm>
            <a:off x="8864126" y="4136677"/>
            <a:ext cx="230009" cy="191488"/>
          </a:xfrm>
          <a:custGeom>
            <a:avLst/>
            <a:gdLst/>
            <a:ahLst/>
            <a:cxnLst/>
            <a:rect l="0" t="0" r="0" b="0"/>
            <a:pathLst>
              <a:path w="230009" h="191488">
                <a:moveTo>
                  <a:pt x="22187" y="9829"/>
                </a:moveTo>
                <a:lnTo>
                  <a:pt x="27154" y="7017"/>
                </a:lnTo>
                <a:lnTo>
                  <a:pt x="37662" y="11665"/>
                </a:lnTo>
                <a:lnTo>
                  <a:pt x="67024" y="11920"/>
                </a:lnTo>
                <a:lnTo>
                  <a:pt x="74052" y="2887"/>
                </a:lnTo>
                <a:lnTo>
                  <a:pt x="80608" y="3491"/>
                </a:lnTo>
                <a:lnTo>
                  <a:pt x="91597" y="0"/>
                </a:lnTo>
                <a:lnTo>
                  <a:pt x="97440" y="13240"/>
                </a:lnTo>
                <a:lnTo>
                  <a:pt x="106331" y="9333"/>
                </a:lnTo>
                <a:lnTo>
                  <a:pt x="122030" y="4746"/>
                </a:lnTo>
                <a:lnTo>
                  <a:pt x="139111" y="11496"/>
                </a:lnTo>
                <a:lnTo>
                  <a:pt x="145732" y="21734"/>
                </a:lnTo>
                <a:lnTo>
                  <a:pt x="162817" y="28270"/>
                </a:lnTo>
                <a:lnTo>
                  <a:pt x="176135" y="20484"/>
                </a:lnTo>
                <a:lnTo>
                  <a:pt x="193954" y="19308"/>
                </a:lnTo>
                <a:lnTo>
                  <a:pt x="219969" y="27291"/>
                </a:lnTo>
                <a:lnTo>
                  <a:pt x="230009" y="71337"/>
                </a:lnTo>
                <a:lnTo>
                  <a:pt x="213946" y="97337"/>
                </a:lnTo>
                <a:lnTo>
                  <a:pt x="203984" y="132294"/>
                </a:lnTo>
                <a:lnTo>
                  <a:pt x="220472" y="158961"/>
                </a:lnTo>
                <a:lnTo>
                  <a:pt x="218734" y="171175"/>
                </a:lnTo>
                <a:lnTo>
                  <a:pt x="201408" y="171490"/>
                </a:lnTo>
                <a:lnTo>
                  <a:pt x="174844" y="165438"/>
                </a:lnTo>
                <a:lnTo>
                  <a:pt x="150430" y="165795"/>
                </a:lnTo>
                <a:lnTo>
                  <a:pt x="105314" y="171199"/>
                </a:lnTo>
                <a:lnTo>
                  <a:pt x="78861" y="180134"/>
                </a:lnTo>
                <a:lnTo>
                  <a:pt x="41134" y="191488"/>
                </a:lnTo>
                <a:lnTo>
                  <a:pt x="33776" y="190675"/>
                </a:lnTo>
                <a:lnTo>
                  <a:pt x="36746" y="165180"/>
                </a:lnTo>
                <a:lnTo>
                  <a:pt x="40396" y="161304"/>
                </a:lnTo>
                <a:lnTo>
                  <a:pt x="39262" y="149107"/>
                </a:lnTo>
                <a:lnTo>
                  <a:pt x="23165" y="136142"/>
                </a:lnTo>
                <a:lnTo>
                  <a:pt x="11076" y="134072"/>
                </a:lnTo>
                <a:lnTo>
                  <a:pt x="0" y="125574"/>
                </a:lnTo>
                <a:lnTo>
                  <a:pt x="8315" y="111822"/>
                </a:lnTo>
                <a:lnTo>
                  <a:pt x="4553" y="96858"/>
                </a:lnTo>
                <a:lnTo>
                  <a:pt x="6337" y="87854"/>
                </a:lnTo>
                <a:lnTo>
                  <a:pt x="12372" y="87819"/>
                </a:lnTo>
                <a:lnTo>
                  <a:pt x="14657" y="74318"/>
                </a:lnTo>
                <a:lnTo>
                  <a:pt x="11737" y="68340"/>
                </a:lnTo>
                <a:lnTo>
                  <a:pt x="15387" y="64036"/>
                </a:lnTo>
                <a:lnTo>
                  <a:pt x="29529" y="60314"/>
                </a:lnTo>
                <a:lnTo>
                  <a:pt x="20219" y="35533"/>
                </a:lnTo>
                <a:lnTo>
                  <a:pt x="11501" y="22738"/>
                </a:lnTo>
                <a:lnTo>
                  <a:pt x="14596" y="12229"/>
                </a:lnTo>
                <a:lnTo>
                  <a:pt x="22187" y="982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4" name="Map / Guinea / 0">
            <a:extLst>
              <a:ext uri="{FF2B5EF4-FFF2-40B4-BE49-F238E27FC236}">
                <a16:creationId xmlns:a16="http://schemas.microsoft.com/office/drawing/2014/main" id="{99A76B80-40A0-4AB0-97D0-DF558078F802}"/>
              </a:ext>
            </a:extLst>
          </p:cNvPr>
          <p:cNvSpPr>
            <a:spLocks noGrp="1"/>
          </p:cNvSpPr>
          <p:nvPr/>
        </p:nvSpPr>
        <p:spPr>
          <a:xfrm>
            <a:off x="8616547" y="4072841"/>
            <a:ext cx="277109" cy="163361"/>
          </a:xfrm>
          <a:custGeom>
            <a:avLst/>
            <a:gdLst/>
            <a:ahLst/>
            <a:cxnLst/>
            <a:rect l="0" t="0" r="0" b="0"/>
            <a:pathLst>
              <a:path w="277109" h="163361">
                <a:moveTo>
                  <a:pt x="54720" y="0"/>
                </a:moveTo>
                <a:lnTo>
                  <a:pt x="73050" y="319"/>
                </a:lnTo>
                <a:lnTo>
                  <a:pt x="100292" y="7866"/>
                </a:lnTo>
                <a:lnTo>
                  <a:pt x="108672" y="7174"/>
                </a:lnTo>
                <a:lnTo>
                  <a:pt x="111547" y="3731"/>
                </a:lnTo>
                <a:lnTo>
                  <a:pt x="132241" y="6179"/>
                </a:lnTo>
                <a:lnTo>
                  <a:pt x="137736" y="4433"/>
                </a:lnTo>
                <a:lnTo>
                  <a:pt x="139854" y="15768"/>
                </a:lnTo>
                <a:lnTo>
                  <a:pt x="145879" y="15732"/>
                </a:lnTo>
                <a:lnTo>
                  <a:pt x="155822" y="11607"/>
                </a:lnTo>
                <a:lnTo>
                  <a:pt x="162111" y="12639"/>
                </a:lnTo>
                <a:lnTo>
                  <a:pt x="172608" y="20499"/>
                </a:lnTo>
                <a:lnTo>
                  <a:pt x="188855" y="22973"/>
                </a:lnTo>
                <a:lnTo>
                  <a:pt x="199312" y="16274"/>
                </a:lnTo>
                <a:lnTo>
                  <a:pt x="211610" y="12133"/>
                </a:lnTo>
                <a:lnTo>
                  <a:pt x="220762" y="7798"/>
                </a:lnTo>
                <a:lnTo>
                  <a:pt x="228360" y="8610"/>
                </a:lnTo>
                <a:lnTo>
                  <a:pt x="236765" y="15411"/>
                </a:lnTo>
                <a:lnTo>
                  <a:pt x="241249" y="23948"/>
                </a:lnTo>
                <a:lnTo>
                  <a:pt x="256758" y="36916"/>
                </a:lnTo>
                <a:lnTo>
                  <a:pt x="248930" y="44885"/>
                </a:lnTo>
                <a:lnTo>
                  <a:pt x="247401" y="54956"/>
                </a:lnTo>
                <a:lnTo>
                  <a:pt x="255512" y="51911"/>
                </a:lnTo>
                <a:lnTo>
                  <a:pt x="260246" y="55523"/>
                </a:lnTo>
                <a:lnTo>
                  <a:pt x="258191" y="64741"/>
                </a:lnTo>
                <a:lnTo>
                  <a:pt x="269766" y="73665"/>
                </a:lnTo>
                <a:lnTo>
                  <a:pt x="262175" y="76065"/>
                </a:lnTo>
                <a:lnTo>
                  <a:pt x="259081" y="86574"/>
                </a:lnTo>
                <a:lnTo>
                  <a:pt x="267798" y="99368"/>
                </a:lnTo>
                <a:lnTo>
                  <a:pt x="277109" y="124149"/>
                </a:lnTo>
                <a:lnTo>
                  <a:pt x="262966" y="127872"/>
                </a:lnTo>
                <a:lnTo>
                  <a:pt x="259316" y="132175"/>
                </a:lnTo>
                <a:lnTo>
                  <a:pt x="262236" y="138153"/>
                </a:lnTo>
                <a:lnTo>
                  <a:pt x="259952" y="151655"/>
                </a:lnTo>
                <a:lnTo>
                  <a:pt x="253916" y="151690"/>
                </a:lnTo>
                <a:lnTo>
                  <a:pt x="243156" y="150897"/>
                </a:lnTo>
                <a:lnTo>
                  <a:pt x="235354" y="163361"/>
                </a:lnTo>
                <a:lnTo>
                  <a:pt x="224594" y="163209"/>
                </a:lnTo>
                <a:lnTo>
                  <a:pt x="217212" y="156616"/>
                </a:lnTo>
                <a:lnTo>
                  <a:pt x="219770" y="144183"/>
                </a:lnTo>
                <a:lnTo>
                  <a:pt x="203935" y="125222"/>
                </a:lnTo>
                <a:lnTo>
                  <a:pt x="193983" y="128706"/>
                </a:lnTo>
                <a:lnTo>
                  <a:pt x="185856" y="129396"/>
                </a:lnTo>
                <a:lnTo>
                  <a:pt x="175371" y="131171"/>
                </a:lnTo>
                <a:lnTo>
                  <a:pt x="175845" y="119821"/>
                </a:lnTo>
                <a:lnTo>
                  <a:pt x="169778" y="111721"/>
                </a:lnTo>
                <a:lnTo>
                  <a:pt x="171051" y="102721"/>
                </a:lnTo>
                <a:lnTo>
                  <a:pt x="162872" y="89709"/>
                </a:lnTo>
                <a:lnTo>
                  <a:pt x="152346" y="78638"/>
                </a:lnTo>
                <a:lnTo>
                  <a:pt x="121935" y="78604"/>
                </a:lnTo>
                <a:lnTo>
                  <a:pt x="113039" y="84437"/>
                </a:lnTo>
                <a:lnTo>
                  <a:pt x="102555" y="85140"/>
                </a:lnTo>
                <a:lnTo>
                  <a:pt x="96020" y="91816"/>
                </a:lnTo>
                <a:lnTo>
                  <a:pt x="91587" y="100406"/>
                </a:lnTo>
                <a:lnTo>
                  <a:pt x="71175" y="114016"/>
                </a:lnTo>
                <a:lnTo>
                  <a:pt x="54602" y="95699"/>
                </a:lnTo>
                <a:lnTo>
                  <a:pt x="39892" y="83582"/>
                </a:lnTo>
                <a:lnTo>
                  <a:pt x="30184" y="79572"/>
                </a:lnTo>
                <a:lnTo>
                  <a:pt x="20736" y="73419"/>
                </a:lnTo>
                <a:lnTo>
                  <a:pt x="16521" y="59742"/>
                </a:lnTo>
                <a:lnTo>
                  <a:pt x="11011" y="52923"/>
                </a:lnTo>
                <a:lnTo>
                  <a:pt x="0" y="47851"/>
                </a:lnTo>
                <a:lnTo>
                  <a:pt x="17020" y="32763"/>
                </a:lnTo>
                <a:lnTo>
                  <a:pt x="28549" y="33337"/>
                </a:lnTo>
                <a:lnTo>
                  <a:pt x="38500" y="28141"/>
                </a:lnTo>
                <a:lnTo>
                  <a:pt x="46883" y="28092"/>
                </a:lnTo>
                <a:lnTo>
                  <a:pt x="52905" y="23988"/>
                </a:lnTo>
                <a:lnTo>
                  <a:pt x="49753" y="13730"/>
                </a:lnTo>
                <a:lnTo>
                  <a:pt x="53940" y="10494"/>
                </a:lnTo>
                <a:lnTo>
                  <a:pt x="54720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5" name="Map / Guinea-Bissau / 0">
            <a:extLst>
              <a:ext uri="{FF2B5EF4-FFF2-40B4-BE49-F238E27FC236}">
                <a16:creationId xmlns:a16="http://schemas.microsoft.com/office/drawing/2014/main" id="{57498E4D-B3E9-4B5A-9648-1B63D9ED3054}"/>
              </a:ext>
            </a:extLst>
          </p:cNvPr>
          <p:cNvSpPr>
            <a:spLocks noGrp="1"/>
          </p:cNvSpPr>
          <p:nvPr/>
        </p:nvSpPr>
        <p:spPr>
          <a:xfrm>
            <a:off x="8558136" y="4071542"/>
            <a:ext cx="113131" cy="49151"/>
          </a:xfrm>
          <a:custGeom>
            <a:avLst/>
            <a:gdLst/>
            <a:ahLst/>
            <a:cxnLst/>
            <a:rect l="0" t="0" r="0" b="0"/>
            <a:pathLst>
              <a:path w="113131" h="49151">
                <a:moveTo>
                  <a:pt x="0" y="7532"/>
                </a:moveTo>
                <a:lnTo>
                  <a:pt x="20171" y="2489"/>
                </a:lnTo>
                <a:lnTo>
                  <a:pt x="32739" y="3486"/>
                </a:lnTo>
                <a:lnTo>
                  <a:pt x="42955" y="0"/>
                </a:lnTo>
                <a:lnTo>
                  <a:pt x="113131" y="1300"/>
                </a:lnTo>
                <a:lnTo>
                  <a:pt x="112351" y="11794"/>
                </a:lnTo>
                <a:lnTo>
                  <a:pt x="108164" y="15030"/>
                </a:lnTo>
                <a:lnTo>
                  <a:pt x="111315" y="25288"/>
                </a:lnTo>
                <a:lnTo>
                  <a:pt x="105294" y="29391"/>
                </a:lnTo>
                <a:lnTo>
                  <a:pt x="96911" y="29441"/>
                </a:lnTo>
                <a:lnTo>
                  <a:pt x="86960" y="34637"/>
                </a:lnTo>
                <a:lnTo>
                  <a:pt x="75431" y="34063"/>
                </a:lnTo>
                <a:lnTo>
                  <a:pt x="58411" y="49151"/>
                </a:lnTo>
                <a:lnTo>
                  <a:pt x="38230" y="36209"/>
                </a:lnTo>
                <a:lnTo>
                  <a:pt x="22248" y="34163"/>
                </a:lnTo>
                <a:lnTo>
                  <a:pt x="13605" y="25435"/>
                </a:lnTo>
                <a:lnTo>
                  <a:pt x="13871" y="20724"/>
                </a:lnTo>
                <a:lnTo>
                  <a:pt x="2351" y="14155"/>
                </a:lnTo>
                <a:lnTo>
                  <a:pt x="0" y="753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6" name="Map / Liberia / 0">
            <a:extLst>
              <a:ext uri="{FF2B5EF4-FFF2-40B4-BE49-F238E27FC236}">
                <a16:creationId xmlns:a16="http://schemas.microsoft.com/office/drawing/2014/main" id="{8B208AA4-7659-43C1-B6CC-9CD710831BAC}"/>
              </a:ext>
            </a:extLst>
          </p:cNvPr>
          <p:cNvSpPr>
            <a:spLocks noGrp="1"/>
          </p:cNvSpPr>
          <p:nvPr/>
        </p:nvSpPr>
        <p:spPr>
          <a:xfrm>
            <a:off x="8756204" y="4198063"/>
            <a:ext cx="148318" cy="129561"/>
          </a:xfrm>
          <a:custGeom>
            <a:avLst/>
            <a:gdLst/>
            <a:ahLst/>
            <a:cxnLst/>
            <a:rect l="0" t="0" r="0" b="0"/>
            <a:pathLst>
              <a:path w="148318" h="129561">
                <a:moveTo>
                  <a:pt x="114259" y="26468"/>
                </a:moveTo>
                <a:lnTo>
                  <a:pt x="112475" y="35471"/>
                </a:lnTo>
                <a:lnTo>
                  <a:pt x="116237" y="50436"/>
                </a:lnTo>
                <a:lnTo>
                  <a:pt x="107922" y="64188"/>
                </a:lnTo>
                <a:lnTo>
                  <a:pt x="118998" y="72686"/>
                </a:lnTo>
                <a:lnTo>
                  <a:pt x="131087" y="74755"/>
                </a:lnTo>
                <a:lnTo>
                  <a:pt x="147184" y="87721"/>
                </a:lnTo>
                <a:lnTo>
                  <a:pt x="148318" y="99918"/>
                </a:lnTo>
                <a:lnTo>
                  <a:pt x="144668" y="103793"/>
                </a:lnTo>
                <a:lnTo>
                  <a:pt x="141698" y="129288"/>
                </a:lnTo>
                <a:lnTo>
                  <a:pt x="131721" y="129561"/>
                </a:lnTo>
                <a:lnTo>
                  <a:pt x="92496" y="114805"/>
                </a:lnTo>
                <a:lnTo>
                  <a:pt x="57953" y="91243"/>
                </a:lnTo>
                <a:lnTo>
                  <a:pt x="25565" y="74306"/>
                </a:lnTo>
                <a:lnTo>
                  <a:pt x="0" y="54332"/>
                </a:lnTo>
                <a:lnTo>
                  <a:pt x="9134" y="44429"/>
                </a:lnTo>
                <a:lnTo>
                  <a:pt x="11191" y="35425"/>
                </a:lnTo>
                <a:lnTo>
                  <a:pt x="28426" y="18623"/>
                </a:lnTo>
                <a:lnTo>
                  <a:pt x="46198" y="4174"/>
                </a:lnTo>
                <a:lnTo>
                  <a:pt x="54325" y="3484"/>
                </a:lnTo>
                <a:lnTo>
                  <a:pt x="64278" y="0"/>
                </a:lnTo>
                <a:lnTo>
                  <a:pt x="80112" y="18961"/>
                </a:lnTo>
                <a:lnTo>
                  <a:pt x="77554" y="31394"/>
                </a:lnTo>
                <a:lnTo>
                  <a:pt x="84937" y="37987"/>
                </a:lnTo>
                <a:lnTo>
                  <a:pt x="95697" y="38139"/>
                </a:lnTo>
                <a:lnTo>
                  <a:pt x="103498" y="25675"/>
                </a:lnTo>
                <a:lnTo>
                  <a:pt x="114259" y="2646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7" name="Map / Sierra Leone / 0">
            <a:extLst>
              <a:ext uri="{FF2B5EF4-FFF2-40B4-BE49-F238E27FC236}">
                <a16:creationId xmlns:a16="http://schemas.microsoft.com/office/drawing/2014/main" id="{1F60CE84-D17F-4FD0-8AFF-B380738FD515}"/>
              </a:ext>
            </a:extLst>
          </p:cNvPr>
          <p:cNvSpPr>
            <a:spLocks noGrp="1"/>
          </p:cNvSpPr>
          <p:nvPr/>
        </p:nvSpPr>
        <p:spPr>
          <a:xfrm>
            <a:off x="8687722" y="4151446"/>
            <a:ext cx="114681" cy="100950"/>
          </a:xfrm>
          <a:custGeom>
            <a:avLst/>
            <a:gdLst/>
            <a:ahLst/>
            <a:cxnLst/>
            <a:rect l="0" t="0" r="0" b="0"/>
            <a:pathLst>
              <a:path w="114681" h="100950">
                <a:moveTo>
                  <a:pt x="0" y="35412"/>
                </a:moveTo>
                <a:lnTo>
                  <a:pt x="20413" y="21802"/>
                </a:lnTo>
                <a:lnTo>
                  <a:pt x="24845" y="13212"/>
                </a:lnTo>
                <a:lnTo>
                  <a:pt x="31380" y="6536"/>
                </a:lnTo>
                <a:lnTo>
                  <a:pt x="41864" y="5833"/>
                </a:lnTo>
                <a:lnTo>
                  <a:pt x="50760" y="0"/>
                </a:lnTo>
                <a:lnTo>
                  <a:pt x="81171" y="34"/>
                </a:lnTo>
                <a:lnTo>
                  <a:pt x="91697" y="11105"/>
                </a:lnTo>
                <a:lnTo>
                  <a:pt x="99877" y="24117"/>
                </a:lnTo>
                <a:lnTo>
                  <a:pt x="98603" y="33117"/>
                </a:lnTo>
                <a:lnTo>
                  <a:pt x="104670" y="41216"/>
                </a:lnTo>
                <a:lnTo>
                  <a:pt x="104196" y="52566"/>
                </a:lnTo>
                <a:lnTo>
                  <a:pt x="114681" y="50792"/>
                </a:lnTo>
                <a:lnTo>
                  <a:pt x="96909" y="65241"/>
                </a:lnTo>
                <a:lnTo>
                  <a:pt x="79673" y="82043"/>
                </a:lnTo>
                <a:lnTo>
                  <a:pt x="77617" y="91047"/>
                </a:lnTo>
                <a:lnTo>
                  <a:pt x="68482" y="100950"/>
                </a:lnTo>
                <a:lnTo>
                  <a:pt x="58236" y="98654"/>
                </a:lnTo>
                <a:lnTo>
                  <a:pt x="30886" y="86184"/>
                </a:lnTo>
                <a:lnTo>
                  <a:pt x="11137" y="69600"/>
                </a:lnTo>
                <a:lnTo>
                  <a:pt x="4536" y="58292"/>
                </a:lnTo>
                <a:lnTo>
                  <a:pt x="0" y="3541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8" name="Map / Burkina Faso / 0">
            <a:extLst>
              <a:ext uri="{FF2B5EF4-FFF2-40B4-BE49-F238E27FC236}">
                <a16:creationId xmlns:a16="http://schemas.microsoft.com/office/drawing/2014/main" id="{F6AF23BF-53C2-4E1C-952D-C7284BE88B77}"/>
              </a:ext>
            </a:extLst>
          </p:cNvPr>
          <p:cNvSpPr>
            <a:spLocks noGrp="1"/>
          </p:cNvSpPr>
          <p:nvPr/>
        </p:nvSpPr>
        <p:spPr>
          <a:xfrm>
            <a:off x="8983690" y="3994523"/>
            <a:ext cx="290622" cy="170424"/>
          </a:xfrm>
          <a:custGeom>
            <a:avLst/>
            <a:gdLst/>
            <a:ahLst/>
            <a:cxnLst/>
            <a:rect l="0" t="0" r="0" b="0"/>
            <a:pathLst>
              <a:path w="290622" h="170424">
                <a:moveTo>
                  <a:pt x="2467" y="146900"/>
                </a:moveTo>
                <a:lnTo>
                  <a:pt x="0" y="128929"/>
                </a:lnTo>
                <a:lnTo>
                  <a:pt x="10403" y="115808"/>
                </a:lnTo>
                <a:lnTo>
                  <a:pt x="9556" y="105322"/>
                </a:lnTo>
                <a:lnTo>
                  <a:pt x="39783" y="79666"/>
                </a:lnTo>
                <a:lnTo>
                  <a:pt x="45414" y="58437"/>
                </a:lnTo>
                <a:lnTo>
                  <a:pt x="55838" y="50882"/>
                </a:lnTo>
                <a:lnTo>
                  <a:pt x="74187" y="55056"/>
                </a:lnTo>
                <a:lnTo>
                  <a:pt x="90111" y="48753"/>
                </a:lnTo>
                <a:lnTo>
                  <a:pt x="95290" y="40801"/>
                </a:lnTo>
                <a:lnTo>
                  <a:pt x="124760" y="26924"/>
                </a:lnTo>
                <a:lnTo>
                  <a:pt x="132014" y="17247"/>
                </a:lnTo>
                <a:lnTo>
                  <a:pt x="167486" y="4406"/>
                </a:lnTo>
                <a:lnTo>
                  <a:pt x="188369" y="0"/>
                </a:lnTo>
                <a:lnTo>
                  <a:pt x="197835" y="5939"/>
                </a:lnTo>
                <a:lnTo>
                  <a:pt x="222156" y="5797"/>
                </a:lnTo>
                <a:lnTo>
                  <a:pt x="219153" y="20800"/>
                </a:lnTo>
                <a:lnTo>
                  <a:pt x="224252" y="34901"/>
                </a:lnTo>
                <a:lnTo>
                  <a:pt x="245638" y="55115"/>
                </a:lnTo>
                <a:lnTo>
                  <a:pt x="246826" y="70095"/>
                </a:lnTo>
                <a:lnTo>
                  <a:pt x="290622" y="77116"/>
                </a:lnTo>
                <a:lnTo>
                  <a:pt x="289790" y="98317"/>
                </a:lnTo>
                <a:lnTo>
                  <a:pt x="281499" y="107573"/>
                </a:lnTo>
                <a:lnTo>
                  <a:pt x="262927" y="110465"/>
                </a:lnTo>
                <a:lnTo>
                  <a:pt x="255196" y="124000"/>
                </a:lnTo>
                <a:lnTo>
                  <a:pt x="242127" y="127503"/>
                </a:lnTo>
                <a:lnTo>
                  <a:pt x="208840" y="126842"/>
                </a:lnTo>
                <a:lnTo>
                  <a:pt x="191261" y="124377"/>
                </a:lnTo>
                <a:lnTo>
                  <a:pt x="178988" y="129373"/>
                </a:lnTo>
                <a:lnTo>
                  <a:pt x="162197" y="127117"/>
                </a:lnTo>
                <a:lnTo>
                  <a:pt x="96171" y="128576"/>
                </a:lnTo>
                <a:lnTo>
                  <a:pt x="95252" y="146139"/>
                </a:lnTo>
                <a:lnTo>
                  <a:pt x="100405" y="169445"/>
                </a:lnTo>
                <a:lnTo>
                  <a:pt x="74391" y="161463"/>
                </a:lnTo>
                <a:lnTo>
                  <a:pt x="56571" y="162638"/>
                </a:lnTo>
                <a:lnTo>
                  <a:pt x="43254" y="170424"/>
                </a:lnTo>
                <a:lnTo>
                  <a:pt x="26169" y="163888"/>
                </a:lnTo>
                <a:lnTo>
                  <a:pt x="19547" y="153650"/>
                </a:lnTo>
                <a:lnTo>
                  <a:pt x="2467" y="14690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49" name="Map / Central African Republic / 0">
            <a:extLst>
              <a:ext uri="{FF2B5EF4-FFF2-40B4-BE49-F238E27FC236}">
                <a16:creationId xmlns:a16="http://schemas.microsoft.com/office/drawing/2014/main" id="{3DC29DF4-17EE-47D4-8EAA-1DC878923EAC}"/>
              </a:ext>
            </a:extLst>
          </p:cNvPr>
          <p:cNvSpPr>
            <a:spLocks noGrp="1"/>
          </p:cNvSpPr>
          <p:nvPr/>
        </p:nvSpPr>
        <p:spPr>
          <a:xfrm>
            <a:off x="9742204" y="4117536"/>
            <a:ext cx="491813" cy="274729"/>
          </a:xfrm>
          <a:custGeom>
            <a:avLst/>
            <a:gdLst/>
            <a:ahLst/>
            <a:cxnLst/>
            <a:rect l="0" t="0" r="0" b="0"/>
            <a:pathLst>
              <a:path w="491813" h="274729">
                <a:moveTo>
                  <a:pt x="491813" y="182903"/>
                </a:moveTo>
                <a:lnTo>
                  <a:pt x="479263" y="186188"/>
                </a:lnTo>
                <a:lnTo>
                  <a:pt x="454838" y="185475"/>
                </a:lnTo>
                <a:lnTo>
                  <a:pt x="426169" y="182218"/>
                </a:lnTo>
                <a:lnTo>
                  <a:pt x="412033" y="184870"/>
                </a:lnTo>
                <a:lnTo>
                  <a:pt x="406369" y="192398"/>
                </a:lnTo>
                <a:lnTo>
                  <a:pt x="394044" y="193326"/>
                </a:lnTo>
                <a:lnTo>
                  <a:pt x="378981" y="186778"/>
                </a:lnTo>
                <a:lnTo>
                  <a:pt x="336671" y="202228"/>
                </a:lnTo>
                <a:lnTo>
                  <a:pt x="319299" y="199119"/>
                </a:lnTo>
                <a:lnTo>
                  <a:pt x="314080" y="201505"/>
                </a:lnTo>
                <a:lnTo>
                  <a:pt x="302781" y="220199"/>
                </a:lnTo>
                <a:lnTo>
                  <a:pt x="274342" y="214157"/>
                </a:lnTo>
                <a:lnTo>
                  <a:pt x="246467" y="211110"/>
                </a:lnTo>
                <a:lnTo>
                  <a:pt x="222159" y="199690"/>
                </a:lnTo>
                <a:lnTo>
                  <a:pt x="190772" y="189170"/>
                </a:lnTo>
                <a:lnTo>
                  <a:pt x="170425" y="199138"/>
                </a:lnTo>
                <a:lnTo>
                  <a:pt x="155661" y="214855"/>
                </a:lnTo>
                <a:lnTo>
                  <a:pt x="152311" y="236444"/>
                </a:lnTo>
                <a:lnTo>
                  <a:pt x="127808" y="234716"/>
                </a:lnTo>
                <a:lnTo>
                  <a:pt x="102010" y="229516"/>
                </a:lnTo>
                <a:lnTo>
                  <a:pt x="79355" y="245921"/>
                </a:lnTo>
                <a:lnTo>
                  <a:pt x="59448" y="274729"/>
                </a:lnTo>
                <a:lnTo>
                  <a:pt x="55413" y="265760"/>
                </a:lnTo>
                <a:lnTo>
                  <a:pt x="53682" y="251639"/>
                </a:lnTo>
                <a:lnTo>
                  <a:pt x="36237" y="241678"/>
                </a:lnTo>
                <a:lnTo>
                  <a:pt x="22132" y="225703"/>
                </a:lnTo>
                <a:lnTo>
                  <a:pt x="18852" y="214589"/>
                </a:lnTo>
                <a:lnTo>
                  <a:pt x="802" y="198423"/>
                </a:lnTo>
                <a:lnTo>
                  <a:pt x="3838" y="189198"/>
                </a:lnTo>
                <a:lnTo>
                  <a:pt x="0" y="176161"/>
                </a:lnTo>
                <a:lnTo>
                  <a:pt x="2839" y="152163"/>
                </a:lnTo>
                <a:lnTo>
                  <a:pt x="11950" y="146544"/>
                </a:lnTo>
                <a:lnTo>
                  <a:pt x="30934" y="115172"/>
                </a:lnTo>
                <a:lnTo>
                  <a:pt x="62386" y="112845"/>
                </a:lnTo>
                <a:lnTo>
                  <a:pt x="69353" y="104882"/>
                </a:lnTo>
                <a:lnTo>
                  <a:pt x="75660" y="105487"/>
                </a:lnTo>
                <a:lnTo>
                  <a:pt x="85209" y="112497"/>
                </a:lnTo>
                <a:lnTo>
                  <a:pt x="133042" y="100654"/>
                </a:lnTo>
                <a:lnTo>
                  <a:pt x="149113" y="88569"/>
                </a:lnTo>
                <a:lnTo>
                  <a:pt x="168870" y="77747"/>
                </a:lnTo>
                <a:lnTo>
                  <a:pt x="165015" y="66849"/>
                </a:lnTo>
                <a:lnTo>
                  <a:pt x="175719" y="64004"/>
                </a:lnTo>
                <a:lnTo>
                  <a:pt x="212468" y="65927"/>
                </a:lnTo>
                <a:lnTo>
                  <a:pt x="248134" y="51586"/>
                </a:lnTo>
                <a:lnTo>
                  <a:pt x="275273" y="17810"/>
                </a:lnTo>
                <a:lnTo>
                  <a:pt x="294414" y="5278"/>
                </a:lnTo>
                <a:lnTo>
                  <a:pt x="318411" y="0"/>
                </a:lnTo>
                <a:lnTo>
                  <a:pt x="322881" y="13247"/>
                </a:lnTo>
                <a:lnTo>
                  <a:pt x="345035" y="32601"/>
                </a:lnTo>
                <a:lnTo>
                  <a:pt x="345290" y="45233"/>
                </a:lnTo>
                <a:lnTo>
                  <a:pt x="339250" y="58115"/>
                </a:lnTo>
                <a:lnTo>
                  <a:pt x="341793" y="67736"/>
                </a:lnTo>
                <a:lnTo>
                  <a:pt x="355076" y="76650"/>
                </a:lnTo>
                <a:lnTo>
                  <a:pt x="384184" y="90182"/>
                </a:lnTo>
                <a:lnTo>
                  <a:pt x="405141" y="102691"/>
                </a:lnTo>
                <a:lnTo>
                  <a:pt x="405585" y="112752"/>
                </a:lnTo>
                <a:lnTo>
                  <a:pt x="431326" y="128873"/>
                </a:lnTo>
                <a:lnTo>
                  <a:pt x="447305" y="142268"/>
                </a:lnTo>
                <a:lnTo>
                  <a:pt x="457066" y="160839"/>
                </a:lnTo>
                <a:lnTo>
                  <a:pt x="485619" y="173090"/>
                </a:lnTo>
                <a:lnTo>
                  <a:pt x="491813" y="18290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0" name="Map / Republic of the Congo / 0">
            <a:extLst>
              <a:ext uri="{FF2B5EF4-FFF2-40B4-BE49-F238E27FC236}">
                <a16:creationId xmlns:a16="http://schemas.microsoft.com/office/drawing/2014/main" id="{C1BFF50F-F15E-4015-9AF4-0610196187C8}"/>
              </a:ext>
            </a:extLst>
          </p:cNvPr>
          <p:cNvSpPr>
            <a:spLocks noGrp="1"/>
          </p:cNvSpPr>
          <p:nvPr/>
        </p:nvSpPr>
        <p:spPr>
          <a:xfrm>
            <a:off x="9614165" y="4347052"/>
            <a:ext cx="280351" cy="271368"/>
          </a:xfrm>
          <a:custGeom>
            <a:avLst/>
            <a:gdLst/>
            <a:ahLst/>
            <a:cxnLst/>
            <a:rect l="0" t="0" r="0" b="0"/>
            <a:pathLst>
              <a:path w="280351" h="271368">
                <a:moveTo>
                  <a:pt x="280351" y="6928"/>
                </a:moveTo>
                <a:lnTo>
                  <a:pt x="278146" y="25624"/>
                </a:lnTo>
                <a:lnTo>
                  <a:pt x="266775" y="42177"/>
                </a:lnTo>
                <a:lnTo>
                  <a:pt x="259364" y="61490"/>
                </a:lnTo>
                <a:lnTo>
                  <a:pt x="254647" y="88923"/>
                </a:lnTo>
                <a:lnTo>
                  <a:pt x="256650" y="106467"/>
                </a:lnTo>
                <a:lnTo>
                  <a:pt x="250441" y="117209"/>
                </a:lnTo>
                <a:lnTo>
                  <a:pt x="249490" y="128562"/>
                </a:lnTo>
                <a:lnTo>
                  <a:pt x="245106" y="138437"/>
                </a:lnTo>
                <a:lnTo>
                  <a:pt x="220009" y="153358"/>
                </a:lnTo>
                <a:lnTo>
                  <a:pt x="202532" y="169304"/>
                </a:lnTo>
                <a:lnTo>
                  <a:pt x="185935" y="199376"/>
                </a:lnTo>
                <a:lnTo>
                  <a:pt x="187148" y="224845"/>
                </a:lnTo>
                <a:lnTo>
                  <a:pt x="177493" y="234752"/>
                </a:lnTo>
                <a:lnTo>
                  <a:pt x="155259" y="249870"/>
                </a:lnTo>
                <a:lnTo>
                  <a:pt x="132785" y="269271"/>
                </a:lnTo>
                <a:lnTo>
                  <a:pt x="118578" y="263787"/>
                </a:lnTo>
                <a:lnTo>
                  <a:pt x="116166" y="255024"/>
                </a:lnTo>
                <a:lnTo>
                  <a:pt x="95421" y="254718"/>
                </a:lnTo>
                <a:lnTo>
                  <a:pt x="82360" y="266569"/>
                </a:lnTo>
                <a:lnTo>
                  <a:pt x="72365" y="263416"/>
                </a:lnTo>
                <a:lnTo>
                  <a:pt x="58123" y="252796"/>
                </a:lnTo>
                <a:lnTo>
                  <a:pt x="46602" y="258003"/>
                </a:lnTo>
                <a:lnTo>
                  <a:pt x="31192" y="271368"/>
                </a:lnTo>
                <a:lnTo>
                  <a:pt x="0" y="238581"/>
                </a:lnTo>
                <a:lnTo>
                  <a:pt x="29035" y="221494"/>
                </a:lnTo>
                <a:lnTo>
                  <a:pt x="14707" y="201024"/>
                </a:lnTo>
                <a:lnTo>
                  <a:pt x="27782" y="193240"/>
                </a:lnTo>
                <a:lnTo>
                  <a:pt x="53492" y="189449"/>
                </a:lnTo>
                <a:lnTo>
                  <a:pt x="56542" y="175730"/>
                </a:lnTo>
                <a:lnTo>
                  <a:pt x="76878" y="190596"/>
                </a:lnTo>
                <a:lnTo>
                  <a:pt x="110506" y="191898"/>
                </a:lnTo>
                <a:lnTo>
                  <a:pt x="122217" y="177270"/>
                </a:lnTo>
                <a:lnTo>
                  <a:pt x="127050" y="156688"/>
                </a:lnTo>
                <a:lnTo>
                  <a:pt x="122912" y="132518"/>
                </a:lnTo>
                <a:lnTo>
                  <a:pt x="104890" y="114211"/>
                </a:lnTo>
                <a:lnTo>
                  <a:pt x="121370" y="78359"/>
                </a:lnTo>
                <a:lnTo>
                  <a:pt x="111855" y="72206"/>
                </a:lnTo>
                <a:lnTo>
                  <a:pt x="83511" y="74729"/>
                </a:lnTo>
                <a:lnTo>
                  <a:pt x="72845" y="58733"/>
                </a:lnTo>
                <a:lnTo>
                  <a:pt x="75598" y="45230"/>
                </a:lnTo>
                <a:lnTo>
                  <a:pt x="123677" y="46444"/>
                </a:lnTo>
                <a:lnTo>
                  <a:pt x="154491" y="54612"/>
                </a:lnTo>
                <a:lnTo>
                  <a:pt x="184773" y="61929"/>
                </a:lnTo>
                <a:lnTo>
                  <a:pt x="187487" y="45213"/>
                </a:lnTo>
                <a:lnTo>
                  <a:pt x="207394" y="16405"/>
                </a:lnTo>
                <a:lnTo>
                  <a:pt x="230049" y="0"/>
                </a:lnTo>
                <a:lnTo>
                  <a:pt x="255847" y="5201"/>
                </a:lnTo>
                <a:lnTo>
                  <a:pt x="280351" y="692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1" name="Map / Gabon / 0">
            <a:extLst>
              <a:ext uri="{FF2B5EF4-FFF2-40B4-BE49-F238E27FC236}">
                <a16:creationId xmlns:a16="http://schemas.microsoft.com/office/drawing/2014/main" id="{9367690A-C3BF-4034-83BA-8A5F0E9D8460}"/>
              </a:ext>
            </a:extLst>
          </p:cNvPr>
          <p:cNvSpPr>
            <a:spLocks noGrp="1"/>
          </p:cNvSpPr>
          <p:nvPr/>
        </p:nvSpPr>
        <p:spPr>
          <a:xfrm>
            <a:off x="9526820" y="4390435"/>
            <a:ext cx="214395" cy="195197"/>
          </a:xfrm>
          <a:custGeom>
            <a:avLst/>
            <a:gdLst/>
            <a:ahLst/>
            <a:cxnLst/>
            <a:rect l="0" t="0" r="0" b="0"/>
            <a:pathLst>
              <a:path w="214395" h="195197">
                <a:moveTo>
                  <a:pt x="94394" y="2034"/>
                </a:moveTo>
                <a:lnTo>
                  <a:pt x="112495" y="0"/>
                </a:lnTo>
                <a:lnTo>
                  <a:pt x="135652" y="4146"/>
                </a:lnTo>
                <a:lnTo>
                  <a:pt x="158198" y="159"/>
                </a:lnTo>
                <a:lnTo>
                  <a:pt x="162943" y="1847"/>
                </a:lnTo>
                <a:lnTo>
                  <a:pt x="160190" y="15350"/>
                </a:lnTo>
                <a:lnTo>
                  <a:pt x="170855" y="31345"/>
                </a:lnTo>
                <a:lnTo>
                  <a:pt x="199200" y="28823"/>
                </a:lnTo>
                <a:lnTo>
                  <a:pt x="208715" y="34975"/>
                </a:lnTo>
                <a:lnTo>
                  <a:pt x="192235" y="70828"/>
                </a:lnTo>
                <a:lnTo>
                  <a:pt x="210257" y="89135"/>
                </a:lnTo>
                <a:lnTo>
                  <a:pt x="214395" y="113305"/>
                </a:lnTo>
                <a:lnTo>
                  <a:pt x="209561" y="133887"/>
                </a:lnTo>
                <a:lnTo>
                  <a:pt x="197851" y="148515"/>
                </a:lnTo>
                <a:lnTo>
                  <a:pt x="164223" y="147212"/>
                </a:lnTo>
                <a:lnTo>
                  <a:pt x="143887" y="132346"/>
                </a:lnTo>
                <a:lnTo>
                  <a:pt x="140837" y="146065"/>
                </a:lnTo>
                <a:lnTo>
                  <a:pt x="115127" y="149857"/>
                </a:lnTo>
                <a:lnTo>
                  <a:pt x="102052" y="157641"/>
                </a:lnTo>
                <a:lnTo>
                  <a:pt x="116380" y="178111"/>
                </a:lnTo>
                <a:lnTo>
                  <a:pt x="87345" y="195197"/>
                </a:lnTo>
                <a:lnTo>
                  <a:pt x="48257" y="163952"/>
                </a:lnTo>
                <a:lnTo>
                  <a:pt x="23112" y="138408"/>
                </a:lnTo>
                <a:lnTo>
                  <a:pt x="0" y="106429"/>
                </a:lnTo>
                <a:lnTo>
                  <a:pt x="1227" y="96145"/>
                </a:lnTo>
                <a:lnTo>
                  <a:pt x="9548" y="86247"/>
                </a:lnTo>
                <a:lnTo>
                  <a:pt x="18805" y="63711"/>
                </a:lnTo>
                <a:lnTo>
                  <a:pt x="26476" y="40758"/>
                </a:lnTo>
                <a:lnTo>
                  <a:pt x="39330" y="38970"/>
                </a:lnTo>
                <a:lnTo>
                  <a:pt x="94757" y="39286"/>
                </a:lnTo>
                <a:lnTo>
                  <a:pt x="94394" y="203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2" name="Map / Equatorial Guinea / 0">
            <a:extLst>
              <a:ext uri="{FF2B5EF4-FFF2-40B4-BE49-F238E27FC236}">
                <a16:creationId xmlns:a16="http://schemas.microsoft.com/office/drawing/2014/main" id="{D0EC62E0-C6A8-429D-B0CA-6829532470A5}"/>
              </a:ext>
            </a:extLst>
          </p:cNvPr>
          <p:cNvSpPr>
            <a:spLocks noGrp="1"/>
          </p:cNvSpPr>
          <p:nvPr/>
        </p:nvSpPr>
        <p:spPr>
          <a:xfrm>
            <a:off x="9546159" y="4391763"/>
            <a:ext cx="75418" cy="39430"/>
          </a:xfrm>
          <a:custGeom>
            <a:avLst/>
            <a:gdLst/>
            <a:ahLst/>
            <a:cxnLst/>
            <a:rect l="0" t="0" r="0" b="0"/>
            <a:pathLst>
              <a:path w="75418" h="39430">
                <a:moveTo>
                  <a:pt x="13061" y="0"/>
                </a:moveTo>
                <a:lnTo>
                  <a:pt x="75055" y="706"/>
                </a:lnTo>
                <a:lnTo>
                  <a:pt x="75418" y="37959"/>
                </a:lnTo>
                <a:lnTo>
                  <a:pt x="19991" y="37642"/>
                </a:lnTo>
                <a:lnTo>
                  <a:pt x="7137" y="39430"/>
                </a:lnTo>
                <a:lnTo>
                  <a:pt x="0" y="34762"/>
                </a:lnTo>
                <a:lnTo>
                  <a:pt x="13061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3" name="Map / Zambia / 0">
            <a:extLst>
              <a:ext uri="{FF2B5EF4-FFF2-40B4-BE49-F238E27FC236}">
                <a16:creationId xmlns:a16="http://schemas.microsoft.com/office/drawing/2014/main" id="{FA92D81D-0347-4C42-91FA-CB791C07E188}"/>
              </a:ext>
            </a:extLst>
          </p:cNvPr>
          <p:cNvSpPr>
            <a:spLocks noGrp="1"/>
          </p:cNvSpPr>
          <p:nvPr/>
        </p:nvSpPr>
        <p:spPr>
          <a:xfrm>
            <a:off x="10021310" y="4717488"/>
            <a:ext cx="443329" cy="300987"/>
          </a:xfrm>
          <a:custGeom>
            <a:avLst/>
            <a:gdLst/>
            <a:ahLst/>
            <a:cxnLst/>
            <a:rect l="0" t="0" r="0" b="0"/>
            <a:pathLst>
              <a:path w="443329" h="300987">
                <a:moveTo>
                  <a:pt x="339899" y="3150"/>
                </a:moveTo>
                <a:lnTo>
                  <a:pt x="355692" y="11030"/>
                </a:lnTo>
                <a:lnTo>
                  <a:pt x="370788" y="16215"/>
                </a:lnTo>
                <a:lnTo>
                  <a:pt x="394892" y="21425"/>
                </a:lnTo>
                <a:lnTo>
                  <a:pt x="416346" y="30719"/>
                </a:lnTo>
                <a:lnTo>
                  <a:pt x="434089" y="44529"/>
                </a:lnTo>
                <a:lnTo>
                  <a:pt x="443329" y="70806"/>
                </a:lnTo>
                <a:lnTo>
                  <a:pt x="436707" y="79195"/>
                </a:lnTo>
                <a:lnTo>
                  <a:pt x="428615" y="104290"/>
                </a:lnTo>
                <a:lnTo>
                  <a:pt x="435419" y="129940"/>
                </a:lnTo>
                <a:lnTo>
                  <a:pt x="423250" y="140715"/>
                </a:lnTo>
                <a:lnTo>
                  <a:pt x="411119" y="169473"/>
                </a:lnTo>
                <a:lnTo>
                  <a:pt x="430902" y="177491"/>
                </a:lnTo>
                <a:lnTo>
                  <a:pt x="315196" y="203006"/>
                </a:lnTo>
                <a:lnTo>
                  <a:pt x="318305" y="225037"/>
                </a:lnTo>
                <a:lnTo>
                  <a:pt x="289490" y="229275"/>
                </a:lnTo>
                <a:lnTo>
                  <a:pt x="267629" y="241607"/>
                </a:lnTo>
                <a:lnTo>
                  <a:pt x="262779" y="252340"/>
                </a:lnTo>
                <a:lnTo>
                  <a:pt x="249158" y="254774"/>
                </a:lnTo>
                <a:lnTo>
                  <a:pt x="215630" y="280234"/>
                </a:lnTo>
                <a:lnTo>
                  <a:pt x="194196" y="300268"/>
                </a:lnTo>
                <a:lnTo>
                  <a:pt x="181396" y="300987"/>
                </a:lnTo>
                <a:lnTo>
                  <a:pt x="169179" y="297421"/>
                </a:lnTo>
                <a:lnTo>
                  <a:pt x="126934" y="294031"/>
                </a:lnTo>
                <a:lnTo>
                  <a:pt x="120176" y="291718"/>
                </a:lnTo>
                <a:lnTo>
                  <a:pt x="119946" y="289149"/>
                </a:lnTo>
                <a:lnTo>
                  <a:pt x="105148" y="282171"/>
                </a:lnTo>
                <a:lnTo>
                  <a:pt x="80622" y="280389"/>
                </a:lnTo>
                <a:lnTo>
                  <a:pt x="49472" y="287424"/>
                </a:lnTo>
                <a:lnTo>
                  <a:pt x="25120" y="268087"/>
                </a:lnTo>
                <a:lnTo>
                  <a:pt x="0" y="242761"/>
                </a:lnTo>
                <a:lnTo>
                  <a:pt x="3255" y="144262"/>
                </a:lnTo>
                <a:lnTo>
                  <a:pt x="82322" y="144652"/>
                </a:lnTo>
                <a:lnTo>
                  <a:pt x="79244" y="133966"/>
                </a:lnTo>
                <a:lnTo>
                  <a:pt x="85069" y="122371"/>
                </a:lnTo>
                <a:lnTo>
                  <a:pt x="78594" y="107852"/>
                </a:lnTo>
                <a:lnTo>
                  <a:pt x="83116" y="92839"/>
                </a:lnTo>
                <a:lnTo>
                  <a:pt x="79223" y="83228"/>
                </a:lnTo>
                <a:lnTo>
                  <a:pt x="92324" y="84007"/>
                </a:lnTo>
                <a:lnTo>
                  <a:pt x="94379" y="93629"/>
                </a:lnTo>
                <a:lnTo>
                  <a:pt x="112200" y="92882"/>
                </a:lnTo>
                <a:lnTo>
                  <a:pt x="136291" y="95738"/>
                </a:lnTo>
                <a:lnTo>
                  <a:pt x="148789" y="109793"/>
                </a:lnTo>
                <a:lnTo>
                  <a:pt x="179149" y="114110"/>
                </a:lnTo>
                <a:lnTo>
                  <a:pt x="202527" y="104338"/>
                </a:lnTo>
                <a:lnTo>
                  <a:pt x="210798" y="120559"/>
                </a:lnTo>
                <a:lnTo>
                  <a:pt x="239838" y="124884"/>
                </a:lnTo>
                <a:lnTo>
                  <a:pt x="253607" y="138076"/>
                </a:lnTo>
                <a:lnTo>
                  <a:pt x="268897" y="155113"/>
                </a:lnTo>
                <a:lnTo>
                  <a:pt x="297950" y="155368"/>
                </a:lnTo>
                <a:lnTo>
                  <a:pt x="295383" y="121987"/>
                </a:lnTo>
                <a:lnTo>
                  <a:pt x="284859" y="127617"/>
                </a:lnTo>
                <a:lnTo>
                  <a:pt x="258505" y="115569"/>
                </a:lnTo>
                <a:lnTo>
                  <a:pt x="248331" y="110062"/>
                </a:lnTo>
                <a:lnTo>
                  <a:pt x="253520" y="78989"/>
                </a:lnTo>
                <a:lnTo>
                  <a:pt x="260791" y="42338"/>
                </a:lnTo>
                <a:lnTo>
                  <a:pt x="252456" y="28686"/>
                </a:lnTo>
                <a:lnTo>
                  <a:pt x="263540" y="8925"/>
                </a:lnTo>
                <a:lnTo>
                  <a:pt x="273782" y="5225"/>
                </a:lnTo>
                <a:lnTo>
                  <a:pt x="324950" y="0"/>
                </a:lnTo>
                <a:lnTo>
                  <a:pt x="339899" y="315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4" name="Map / Malawi / 0">
            <a:extLst>
              <a:ext uri="{FF2B5EF4-FFF2-40B4-BE49-F238E27FC236}">
                <a16:creationId xmlns:a16="http://schemas.microsoft.com/office/drawing/2014/main" id="{CEAE1B6F-6F30-4F08-9327-4CF57E7B8EAA}"/>
              </a:ext>
            </a:extLst>
          </p:cNvPr>
          <p:cNvSpPr>
            <a:spLocks noGrp="1"/>
          </p:cNvSpPr>
          <p:nvPr/>
        </p:nvSpPr>
        <p:spPr>
          <a:xfrm>
            <a:off x="10432429" y="4748207"/>
            <a:ext cx="115329" cy="234361"/>
          </a:xfrm>
          <a:custGeom>
            <a:avLst/>
            <a:gdLst/>
            <a:ahLst/>
            <a:cxnLst/>
            <a:rect l="0" t="0" r="0" b="0"/>
            <a:pathLst>
              <a:path w="115329" h="234361">
                <a:moveTo>
                  <a:pt x="5227" y="0"/>
                </a:moveTo>
                <a:lnTo>
                  <a:pt x="42427" y="5775"/>
                </a:lnTo>
                <a:lnTo>
                  <a:pt x="49942" y="14335"/>
                </a:lnTo>
                <a:lnTo>
                  <a:pt x="62601" y="28771"/>
                </a:lnTo>
                <a:lnTo>
                  <a:pt x="72483" y="70872"/>
                </a:lnTo>
                <a:lnTo>
                  <a:pt x="61379" y="94399"/>
                </a:lnTo>
                <a:lnTo>
                  <a:pt x="71146" y="134641"/>
                </a:lnTo>
                <a:lnTo>
                  <a:pt x="84335" y="134190"/>
                </a:lnTo>
                <a:lnTo>
                  <a:pt x="97799" y="144171"/>
                </a:lnTo>
                <a:lnTo>
                  <a:pt x="113148" y="166558"/>
                </a:lnTo>
                <a:lnTo>
                  <a:pt x="115329" y="206362"/>
                </a:lnTo>
                <a:lnTo>
                  <a:pt x="98743" y="212881"/>
                </a:lnTo>
                <a:lnTo>
                  <a:pt x="86577" y="234361"/>
                </a:lnTo>
                <a:lnTo>
                  <a:pt x="62375" y="215238"/>
                </a:lnTo>
                <a:lnTo>
                  <a:pt x="60140" y="193416"/>
                </a:lnTo>
                <a:lnTo>
                  <a:pt x="68483" y="179023"/>
                </a:lnTo>
                <a:lnTo>
                  <a:pt x="66587" y="166619"/>
                </a:lnTo>
                <a:lnTo>
                  <a:pt x="51794" y="158785"/>
                </a:lnTo>
                <a:lnTo>
                  <a:pt x="41288" y="161630"/>
                </a:lnTo>
                <a:lnTo>
                  <a:pt x="19783" y="146772"/>
                </a:lnTo>
                <a:lnTo>
                  <a:pt x="0" y="138754"/>
                </a:lnTo>
                <a:lnTo>
                  <a:pt x="12131" y="109996"/>
                </a:lnTo>
                <a:lnTo>
                  <a:pt x="24300" y="99220"/>
                </a:lnTo>
                <a:lnTo>
                  <a:pt x="17496" y="73571"/>
                </a:lnTo>
                <a:lnTo>
                  <a:pt x="25588" y="48476"/>
                </a:lnTo>
                <a:lnTo>
                  <a:pt x="32210" y="40087"/>
                </a:lnTo>
                <a:lnTo>
                  <a:pt x="22970" y="13810"/>
                </a:lnTo>
                <a:lnTo>
                  <a:pt x="5227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5" name="Map / Mozambique / 0">
            <a:extLst>
              <a:ext uri="{FF2B5EF4-FFF2-40B4-BE49-F238E27FC236}">
                <a16:creationId xmlns:a16="http://schemas.microsoft.com/office/drawing/2014/main" id="{37A03F22-7CA1-4FD1-B32A-3B7B06C78DA5}"/>
              </a:ext>
            </a:extLst>
          </p:cNvPr>
          <p:cNvSpPr>
            <a:spLocks noGrp="1"/>
          </p:cNvSpPr>
          <p:nvPr/>
        </p:nvSpPr>
        <p:spPr>
          <a:xfrm>
            <a:off x="10336507" y="4781841"/>
            <a:ext cx="402061" cy="508459"/>
          </a:xfrm>
          <a:custGeom>
            <a:avLst/>
            <a:gdLst/>
            <a:ahLst/>
            <a:cxnLst/>
            <a:rect l="0" t="0" r="0" b="0"/>
            <a:pathLst>
              <a:path w="402061" h="508459">
                <a:moveTo>
                  <a:pt x="168406" y="37238"/>
                </a:moveTo>
                <a:lnTo>
                  <a:pt x="197046" y="34734"/>
                </a:lnTo>
                <a:lnTo>
                  <a:pt x="242534" y="43458"/>
                </a:lnTo>
                <a:lnTo>
                  <a:pt x="252535" y="39545"/>
                </a:lnTo>
                <a:lnTo>
                  <a:pt x="279004" y="38747"/>
                </a:lnTo>
                <a:lnTo>
                  <a:pt x="292739" y="29461"/>
                </a:lnTo>
                <a:lnTo>
                  <a:pt x="315528" y="29969"/>
                </a:lnTo>
                <a:lnTo>
                  <a:pt x="357339" y="17948"/>
                </a:lnTo>
                <a:lnTo>
                  <a:pt x="387952" y="0"/>
                </a:lnTo>
                <a:lnTo>
                  <a:pt x="387952" y="0"/>
                </a:lnTo>
                <a:lnTo>
                  <a:pt x="387952" y="0"/>
                </a:lnTo>
                <a:lnTo>
                  <a:pt x="393816" y="13879"/>
                </a:lnTo>
                <a:lnTo>
                  <a:pt x="391572" y="44720"/>
                </a:lnTo>
                <a:lnTo>
                  <a:pt x="395617" y="71883"/>
                </a:lnTo>
                <a:lnTo>
                  <a:pt x="395818" y="120261"/>
                </a:lnTo>
                <a:lnTo>
                  <a:pt x="402061" y="135423"/>
                </a:lnTo>
                <a:lnTo>
                  <a:pt x="390098" y="157542"/>
                </a:lnTo>
                <a:lnTo>
                  <a:pt x="374731" y="179041"/>
                </a:lnTo>
                <a:lnTo>
                  <a:pt x="349999" y="198237"/>
                </a:lnTo>
                <a:lnTo>
                  <a:pt x="314990" y="210005"/>
                </a:lnTo>
                <a:lnTo>
                  <a:pt x="271822" y="225029"/>
                </a:lnTo>
                <a:lnTo>
                  <a:pt x="227989" y="258255"/>
                </a:lnTo>
                <a:lnTo>
                  <a:pt x="213247" y="263907"/>
                </a:lnTo>
                <a:lnTo>
                  <a:pt x="186124" y="285903"/>
                </a:lnTo>
                <a:lnTo>
                  <a:pt x="170310" y="293060"/>
                </a:lnTo>
                <a:lnTo>
                  <a:pt x="166379" y="315133"/>
                </a:lnTo>
                <a:lnTo>
                  <a:pt x="183478" y="338577"/>
                </a:lnTo>
                <a:lnTo>
                  <a:pt x="190270" y="356732"/>
                </a:lnTo>
                <a:lnTo>
                  <a:pt x="190396" y="365993"/>
                </a:lnTo>
                <a:lnTo>
                  <a:pt x="197122" y="364445"/>
                </a:lnTo>
                <a:lnTo>
                  <a:pt x="194885" y="394806"/>
                </a:lnTo>
                <a:lnTo>
                  <a:pt x="188209" y="409188"/>
                </a:lnTo>
                <a:lnTo>
                  <a:pt x="196881" y="414488"/>
                </a:lnTo>
                <a:lnTo>
                  <a:pt x="190760" y="427367"/>
                </a:lnTo>
                <a:lnTo>
                  <a:pt x="174571" y="438379"/>
                </a:lnTo>
                <a:lnTo>
                  <a:pt x="143092" y="448841"/>
                </a:lnTo>
                <a:lnTo>
                  <a:pt x="97168" y="465597"/>
                </a:lnTo>
                <a:lnTo>
                  <a:pt x="80218" y="477043"/>
                </a:lnTo>
                <a:lnTo>
                  <a:pt x="82922" y="490084"/>
                </a:lnTo>
                <a:lnTo>
                  <a:pt x="92446" y="492166"/>
                </a:lnTo>
                <a:lnTo>
                  <a:pt x="88553" y="508459"/>
                </a:lnTo>
                <a:lnTo>
                  <a:pt x="60069" y="508200"/>
                </a:lnTo>
                <a:lnTo>
                  <a:pt x="57387" y="494516"/>
                </a:lnTo>
                <a:lnTo>
                  <a:pt x="52367" y="480634"/>
                </a:lnTo>
                <a:lnTo>
                  <a:pt x="49583" y="469519"/>
                </a:lnTo>
                <a:lnTo>
                  <a:pt x="57583" y="435007"/>
                </a:lnTo>
                <a:lnTo>
                  <a:pt x="48576" y="413014"/>
                </a:lnTo>
                <a:lnTo>
                  <a:pt x="32006" y="369445"/>
                </a:lnTo>
                <a:lnTo>
                  <a:pt x="72928" y="334309"/>
                </a:lnTo>
                <a:lnTo>
                  <a:pt x="83606" y="311983"/>
                </a:lnTo>
                <a:lnTo>
                  <a:pt x="89403" y="309166"/>
                </a:lnTo>
                <a:lnTo>
                  <a:pt x="94243" y="290942"/>
                </a:lnTo>
                <a:lnTo>
                  <a:pt x="88446" y="281773"/>
                </a:lnTo>
                <a:lnTo>
                  <a:pt x="90757" y="258639"/>
                </a:lnTo>
                <a:lnTo>
                  <a:pt x="98753" y="237186"/>
                </a:lnTo>
                <a:lnTo>
                  <a:pt x="99740" y="198006"/>
                </a:lnTo>
                <a:lnTo>
                  <a:pt x="80316" y="188059"/>
                </a:lnTo>
                <a:lnTo>
                  <a:pt x="62325" y="185809"/>
                </a:lnTo>
                <a:lnTo>
                  <a:pt x="54344" y="178150"/>
                </a:lnTo>
                <a:lnTo>
                  <a:pt x="36934" y="171617"/>
                </a:lnTo>
                <a:lnTo>
                  <a:pt x="5297" y="172233"/>
                </a:lnTo>
                <a:lnTo>
                  <a:pt x="3109" y="160684"/>
                </a:lnTo>
                <a:lnTo>
                  <a:pt x="0" y="138653"/>
                </a:lnTo>
                <a:lnTo>
                  <a:pt x="115706" y="113138"/>
                </a:lnTo>
                <a:lnTo>
                  <a:pt x="137210" y="127996"/>
                </a:lnTo>
                <a:lnTo>
                  <a:pt x="147717" y="125152"/>
                </a:lnTo>
                <a:lnTo>
                  <a:pt x="162509" y="132985"/>
                </a:lnTo>
                <a:lnTo>
                  <a:pt x="164405" y="145390"/>
                </a:lnTo>
                <a:lnTo>
                  <a:pt x="156063" y="159782"/>
                </a:lnTo>
                <a:lnTo>
                  <a:pt x="158298" y="181604"/>
                </a:lnTo>
                <a:lnTo>
                  <a:pt x="182499" y="200727"/>
                </a:lnTo>
                <a:lnTo>
                  <a:pt x="194665" y="179247"/>
                </a:lnTo>
                <a:lnTo>
                  <a:pt x="211252" y="172729"/>
                </a:lnTo>
                <a:lnTo>
                  <a:pt x="209071" y="132925"/>
                </a:lnTo>
                <a:lnTo>
                  <a:pt x="193721" y="110537"/>
                </a:lnTo>
                <a:lnTo>
                  <a:pt x="180258" y="100556"/>
                </a:lnTo>
                <a:lnTo>
                  <a:pt x="167068" y="101007"/>
                </a:lnTo>
                <a:lnTo>
                  <a:pt x="157302" y="60765"/>
                </a:lnTo>
                <a:lnTo>
                  <a:pt x="168406" y="3723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6" name="Map / eSwatini / 0">
            <a:extLst>
              <a:ext uri="{FF2B5EF4-FFF2-40B4-BE49-F238E27FC236}">
                <a16:creationId xmlns:a16="http://schemas.microsoft.com/office/drawing/2014/main" id="{91DC7B3F-5572-4C7A-96F6-E94A1574C386}"/>
              </a:ext>
            </a:extLst>
          </p:cNvPr>
          <p:cNvSpPr>
            <a:spLocks noGrp="1"/>
          </p:cNvSpPr>
          <p:nvPr/>
        </p:nvSpPr>
        <p:spPr>
          <a:xfrm>
            <a:off x="10344502" y="5256806"/>
            <a:ext cx="52074" cy="50325"/>
          </a:xfrm>
          <a:custGeom>
            <a:avLst/>
            <a:gdLst/>
            <a:ahLst/>
            <a:cxnLst/>
            <a:rect l="0" t="0" r="0" b="0"/>
            <a:pathLst>
              <a:path w="52074" h="50325">
                <a:moveTo>
                  <a:pt x="52074" y="33236"/>
                </a:moveTo>
                <a:lnTo>
                  <a:pt x="43869" y="46983"/>
                </a:lnTo>
                <a:lnTo>
                  <a:pt x="21756" y="50325"/>
                </a:lnTo>
                <a:lnTo>
                  <a:pt x="0" y="33546"/>
                </a:lnTo>
                <a:lnTo>
                  <a:pt x="59" y="22842"/>
                </a:lnTo>
                <a:lnTo>
                  <a:pt x="10765" y="11220"/>
                </a:lnTo>
                <a:lnTo>
                  <a:pt x="14656" y="2206"/>
                </a:lnTo>
                <a:lnTo>
                  <a:pt x="25611" y="0"/>
                </a:lnTo>
                <a:lnTo>
                  <a:pt x="44372" y="5669"/>
                </a:lnTo>
                <a:lnTo>
                  <a:pt x="49392" y="19552"/>
                </a:lnTo>
                <a:lnTo>
                  <a:pt x="52074" y="3323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7" name="Map / Angola / 0">
            <a:extLst>
              <a:ext uri="{FF2B5EF4-FFF2-40B4-BE49-F238E27FC236}">
                <a16:creationId xmlns:a16="http://schemas.microsoft.com/office/drawing/2014/main" id="{11A6DD6F-C48E-484B-929D-40576C70930B}"/>
              </a:ext>
            </a:extLst>
          </p:cNvPr>
          <p:cNvSpPr>
            <a:spLocks noGrp="1"/>
          </p:cNvSpPr>
          <p:nvPr/>
        </p:nvSpPr>
        <p:spPr>
          <a:xfrm>
            <a:off x="9645357" y="4599847"/>
            <a:ext cx="41173" cy="41850"/>
          </a:xfrm>
          <a:custGeom>
            <a:avLst/>
            <a:gdLst/>
            <a:ahLst/>
            <a:cxnLst/>
            <a:rect l="0" t="0" r="0" b="0"/>
            <a:pathLst>
              <a:path w="41173" h="41850">
                <a:moveTo>
                  <a:pt x="41173" y="10620"/>
                </a:moveTo>
                <a:lnTo>
                  <a:pt x="27295" y="17126"/>
                </a:lnTo>
                <a:lnTo>
                  <a:pt x="21040" y="25085"/>
                </a:lnTo>
                <a:lnTo>
                  <a:pt x="19803" y="38580"/>
                </a:lnTo>
                <a:lnTo>
                  <a:pt x="10107" y="41850"/>
                </a:lnTo>
                <a:lnTo>
                  <a:pt x="0" y="18573"/>
                </a:lnTo>
                <a:lnTo>
                  <a:pt x="15410" y="5207"/>
                </a:lnTo>
                <a:lnTo>
                  <a:pt x="26931" y="0"/>
                </a:lnTo>
                <a:lnTo>
                  <a:pt x="41173" y="1062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8" name="Map / Angola / 1">
            <a:extLst>
              <a:ext uri="{FF2B5EF4-FFF2-40B4-BE49-F238E27FC236}">
                <a16:creationId xmlns:a16="http://schemas.microsoft.com/office/drawing/2014/main" id="{77A6D5C3-5D60-44C6-AF52-4AA243DC2A9C}"/>
              </a:ext>
            </a:extLst>
          </p:cNvPr>
          <p:cNvSpPr>
            <a:spLocks noGrp="1"/>
          </p:cNvSpPr>
          <p:nvPr/>
        </p:nvSpPr>
        <p:spPr>
          <a:xfrm>
            <a:off x="9632689" y="4643997"/>
            <a:ext cx="473691" cy="373530"/>
          </a:xfrm>
          <a:custGeom>
            <a:avLst/>
            <a:gdLst/>
            <a:ahLst/>
            <a:cxnLst/>
            <a:rect l="0" t="0" r="0" b="0"/>
            <a:pathLst>
              <a:path w="473691" h="373530">
                <a:moveTo>
                  <a:pt x="28075" y="7301"/>
                </a:moveTo>
                <a:lnTo>
                  <a:pt x="43805" y="3140"/>
                </a:lnTo>
                <a:lnTo>
                  <a:pt x="54832" y="3719"/>
                </a:lnTo>
                <a:lnTo>
                  <a:pt x="68200" y="0"/>
                </a:lnTo>
                <a:lnTo>
                  <a:pt x="180552" y="410"/>
                </a:lnTo>
                <a:lnTo>
                  <a:pt x="189827" y="23477"/>
                </a:lnTo>
                <a:lnTo>
                  <a:pt x="200647" y="42040"/>
                </a:lnTo>
                <a:lnTo>
                  <a:pt x="209332" y="52051"/>
                </a:lnTo>
                <a:lnTo>
                  <a:pt x="223800" y="68237"/>
                </a:lnTo>
                <a:lnTo>
                  <a:pt x="248979" y="65734"/>
                </a:lnTo>
                <a:lnTo>
                  <a:pt x="261565" y="61379"/>
                </a:lnTo>
                <a:lnTo>
                  <a:pt x="282561" y="65751"/>
                </a:lnTo>
                <a:lnTo>
                  <a:pt x="288320" y="58010"/>
                </a:lnTo>
                <a:lnTo>
                  <a:pt x="297994" y="39970"/>
                </a:lnTo>
                <a:lnTo>
                  <a:pt x="321609" y="38761"/>
                </a:lnTo>
                <a:lnTo>
                  <a:pt x="323697" y="33397"/>
                </a:lnTo>
                <a:lnTo>
                  <a:pt x="343118" y="33280"/>
                </a:lnTo>
                <a:lnTo>
                  <a:pt x="339725" y="44434"/>
                </a:lnTo>
                <a:lnTo>
                  <a:pt x="385907" y="44163"/>
                </a:lnTo>
                <a:lnTo>
                  <a:pt x="386449" y="63641"/>
                </a:lnTo>
                <a:lnTo>
                  <a:pt x="394058" y="75585"/>
                </a:lnTo>
                <a:lnTo>
                  <a:pt x="388282" y="94245"/>
                </a:lnTo>
                <a:lnTo>
                  <a:pt x="390887" y="113283"/>
                </a:lnTo>
                <a:lnTo>
                  <a:pt x="403453" y="124771"/>
                </a:lnTo>
                <a:lnTo>
                  <a:pt x="401005" y="161609"/>
                </a:lnTo>
                <a:lnTo>
                  <a:pt x="410447" y="158769"/>
                </a:lnTo>
                <a:lnTo>
                  <a:pt x="426954" y="159529"/>
                </a:lnTo>
                <a:lnTo>
                  <a:pt x="450556" y="154893"/>
                </a:lnTo>
                <a:lnTo>
                  <a:pt x="467844" y="156719"/>
                </a:lnTo>
                <a:lnTo>
                  <a:pt x="471737" y="166330"/>
                </a:lnTo>
                <a:lnTo>
                  <a:pt x="467215" y="181343"/>
                </a:lnTo>
                <a:lnTo>
                  <a:pt x="473691" y="195862"/>
                </a:lnTo>
                <a:lnTo>
                  <a:pt x="467865" y="207457"/>
                </a:lnTo>
                <a:lnTo>
                  <a:pt x="470944" y="218143"/>
                </a:lnTo>
                <a:lnTo>
                  <a:pt x="391876" y="217752"/>
                </a:lnTo>
                <a:lnTo>
                  <a:pt x="388621" y="316251"/>
                </a:lnTo>
                <a:lnTo>
                  <a:pt x="413741" y="341578"/>
                </a:lnTo>
                <a:lnTo>
                  <a:pt x="438094" y="360915"/>
                </a:lnTo>
                <a:lnTo>
                  <a:pt x="368264" y="373530"/>
                </a:lnTo>
                <a:lnTo>
                  <a:pt x="276678" y="369149"/>
                </a:lnTo>
                <a:lnTo>
                  <a:pt x="250671" y="354316"/>
                </a:lnTo>
                <a:lnTo>
                  <a:pt x="97123" y="355652"/>
                </a:lnTo>
                <a:lnTo>
                  <a:pt x="91370" y="357828"/>
                </a:lnTo>
                <a:lnTo>
                  <a:pt x="68948" y="343830"/>
                </a:lnTo>
                <a:lnTo>
                  <a:pt x="44398" y="342906"/>
                </a:lnTo>
                <a:lnTo>
                  <a:pt x="21667" y="348178"/>
                </a:lnTo>
                <a:lnTo>
                  <a:pt x="3379" y="354067"/>
                </a:lnTo>
                <a:lnTo>
                  <a:pt x="0" y="334603"/>
                </a:lnTo>
                <a:lnTo>
                  <a:pt x="5496" y="307382"/>
                </a:lnTo>
                <a:lnTo>
                  <a:pt x="18831" y="279042"/>
                </a:lnTo>
                <a:lnTo>
                  <a:pt x="20920" y="265756"/>
                </a:lnTo>
                <a:lnTo>
                  <a:pt x="33467" y="237851"/>
                </a:lnTo>
                <a:lnTo>
                  <a:pt x="42621" y="225165"/>
                </a:lnTo>
                <a:lnTo>
                  <a:pt x="64599" y="204911"/>
                </a:lnTo>
                <a:lnTo>
                  <a:pt x="76896" y="191136"/>
                </a:lnTo>
                <a:lnTo>
                  <a:pt x="81063" y="168205"/>
                </a:lnTo>
                <a:lnTo>
                  <a:pt x="79202" y="150659"/>
                </a:lnTo>
                <a:lnTo>
                  <a:pt x="67910" y="139592"/>
                </a:lnTo>
                <a:lnTo>
                  <a:pt x="57904" y="120812"/>
                </a:lnTo>
                <a:lnTo>
                  <a:pt x="48673" y="102239"/>
                </a:lnTo>
                <a:lnTo>
                  <a:pt x="50752" y="95805"/>
                </a:lnTo>
                <a:lnTo>
                  <a:pt x="62514" y="83532"/>
                </a:lnTo>
                <a:lnTo>
                  <a:pt x="51123" y="53625"/>
                </a:lnTo>
                <a:lnTo>
                  <a:pt x="43424" y="32903"/>
                </a:lnTo>
                <a:lnTo>
                  <a:pt x="24433" y="13318"/>
                </a:lnTo>
                <a:lnTo>
                  <a:pt x="28075" y="730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59" name="Map / Burundi / 0">
            <a:extLst>
              <a:ext uri="{FF2B5EF4-FFF2-40B4-BE49-F238E27FC236}">
                <a16:creationId xmlns:a16="http://schemas.microsoft.com/office/drawing/2014/main" id="{4CDD923C-9288-43ED-8137-A03AA502F6BA}"/>
              </a:ext>
            </a:extLst>
          </p:cNvPr>
          <p:cNvSpPr>
            <a:spLocks noGrp="1"/>
          </p:cNvSpPr>
          <p:nvPr/>
        </p:nvSpPr>
        <p:spPr>
          <a:xfrm>
            <a:off x="10297298" y="4535163"/>
            <a:ext cx="65725" cy="66602"/>
          </a:xfrm>
          <a:custGeom>
            <a:avLst/>
            <a:gdLst/>
            <a:ahLst/>
            <a:cxnLst/>
            <a:rect l="0" t="0" r="0" b="0"/>
            <a:pathLst>
              <a:path w="65725" h="66602">
                <a:moveTo>
                  <a:pt x="55087" y="2024"/>
                </a:moveTo>
                <a:lnTo>
                  <a:pt x="57249" y="14213"/>
                </a:lnTo>
                <a:lnTo>
                  <a:pt x="65422" y="21231"/>
                </a:lnTo>
                <a:lnTo>
                  <a:pt x="65725" y="31291"/>
                </a:lnTo>
                <a:lnTo>
                  <a:pt x="56295" y="37770"/>
                </a:lnTo>
                <a:lnTo>
                  <a:pt x="41379" y="53914"/>
                </a:lnTo>
                <a:lnTo>
                  <a:pt x="27491" y="65129"/>
                </a:lnTo>
                <a:lnTo>
                  <a:pt x="11733" y="66602"/>
                </a:lnTo>
                <a:lnTo>
                  <a:pt x="9517" y="29267"/>
                </a:lnTo>
                <a:lnTo>
                  <a:pt x="0" y="15192"/>
                </a:lnTo>
                <a:lnTo>
                  <a:pt x="23122" y="17626"/>
                </a:lnTo>
                <a:lnTo>
                  <a:pt x="34854" y="0"/>
                </a:lnTo>
                <a:lnTo>
                  <a:pt x="55087" y="202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0" name="Map / Israel / 0">
            <a:extLst>
              <a:ext uri="{FF2B5EF4-FFF2-40B4-BE49-F238E27FC236}">
                <a16:creationId xmlns:a16="http://schemas.microsoft.com/office/drawing/2014/main" id="{A41334EB-64FA-491D-9A1E-0A99887D8913}"/>
              </a:ext>
            </a:extLst>
          </p:cNvPr>
          <p:cNvSpPr>
            <a:spLocks noGrp="1"/>
          </p:cNvSpPr>
          <p:nvPr/>
        </p:nvSpPr>
        <p:spPr>
          <a:xfrm>
            <a:off x="10472561" y="3432318"/>
            <a:ext cx="56017" cy="116894"/>
          </a:xfrm>
          <a:custGeom>
            <a:avLst/>
            <a:gdLst/>
            <a:ahLst/>
            <a:cxnLst/>
            <a:rect l="0" t="0" r="0" b="0"/>
            <a:pathLst>
              <a:path w="56017" h="116894">
                <a:moveTo>
                  <a:pt x="51937" y="17590"/>
                </a:moveTo>
                <a:lnTo>
                  <a:pt x="45956" y="27348"/>
                </a:lnTo>
                <a:lnTo>
                  <a:pt x="32227" y="23060"/>
                </a:lnTo>
                <a:lnTo>
                  <a:pt x="25488" y="43674"/>
                </a:lnTo>
                <a:lnTo>
                  <a:pt x="35054" y="47149"/>
                </a:lnTo>
                <a:lnTo>
                  <a:pt x="25731" y="51407"/>
                </a:lnTo>
                <a:lnTo>
                  <a:pt x="24536" y="59560"/>
                </a:lnTo>
                <a:lnTo>
                  <a:pt x="41893" y="55360"/>
                </a:lnTo>
                <a:lnTo>
                  <a:pt x="43384" y="67403"/>
                </a:lnTo>
                <a:lnTo>
                  <a:pt x="27188" y="116894"/>
                </a:lnTo>
                <a:lnTo>
                  <a:pt x="23080" y="108853"/>
                </a:lnTo>
                <a:lnTo>
                  <a:pt x="0" y="63710"/>
                </a:lnTo>
                <a:lnTo>
                  <a:pt x="0" y="63710"/>
                </a:lnTo>
                <a:lnTo>
                  <a:pt x="0" y="63710"/>
                </a:lnTo>
                <a:lnTo>
                  <a:pt x="10364" y="53511"/>
                </a:lnTo>
                <a:lnTo>
                  <a:pt x="7724" y="51755"/>
                </a:lnTo>
                <a:lnTo>
                  <a:pt x="16866" y="37287"/>
                </a:lnTo>
                <a:lnTo>
                  <a:pt x="23217" y="13932"/>
                </a:lnTo>
                <a:lnTo>
                  <a:pt x="28136" y="6095"/>
                </a:lnTo>
                <a:lnTo>
                  <a:pt x="29148" y="5774"/>
                </a:lnTo>
                <a:lnTo>
                  <a:pt x="41633" y="5832"/>
                </a:lnTo>
                <a:lnTo>
                  <a:pt x="44772" y="407"/>
                </a:lnTo>
                <a:lnTo>
                  <a:pt x="54755" y="0"/>
                </a:lnTo>
                <a:lnTo>
                  <a:pt x="56017" y="12670"/>
                </a:lnTo>
                <a:lnTo>
                  <a:pt x="51212" y="17379"/>
                </a:lnTo>
                <a:lnTo>
                  <a:pt x="51937" y="1759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1" name="Map / Lebanon / 0">
            <a:extLst>
              <a:ext uri="{FF2B5EF4-FFF2-40B4-BE49-F238E27FC236}">
                <a16:creationId xmlns:a16="http://schemas.microsoft.com/office/drawing/2014/main" id="{2B0005E5-D483-47A5-8602-9E90FC07731A}"/>
              </a:ext>
            </a:extLst>
          </p:cNvPr>
          <p:cNvSpPr>
            <a:spLocks noGrp="1"/>
          </p:cNvSpPr>
          <p:nvPr/>
        </p:nvSpPr>
        <p:spPr>
          <a:xfrm>
            <a:off x="10501709" y="3389986"/>
            <a:ext cx="53464" cy="48164"/>
          </a:xfrm>
          <a:custGeom>
            <a:avLst/>
            <a:gdLst/>
            <a:ahLst/>
            <a:cxnLst/>
            <a:rect l="0" t="0" r="0" b="0"/>
            <a:pathLst>
              <a:path w="53464" h="48164">
                <a:moveTo>
                  <a:pt x="25607" y="42332"/>
                </a:moveTo>
                <a:lnTo>
                  <a:pt x="15625" y="42739"/>
                </a:lnTo>
                <a:lnTo>
                  <a:pt x="12485" y="48164"/>
                </a:lnTo>
                <a:lnTo>
                  <a:pt x="0" y="48106"/>
                </a:lnTo>
                <a:lnTo>
                  <a:pt x="11904" y="22891"/>
                </a:lnTo>
                <a:lnTo>
                  <a:pt x="29202" y="1079"/>
                </a:lnTo>
                <a:lnTo>
                  <a:pt x="29841" y="0"/>
                </a:lnTo>
                <a:lnTo>
                  <a:pt x="46674" y="1578"/>
                </a:lnTo>
                <a:lnTo>
                  <a:pt x="53464" y="13717"/>
                </a:lnTo>
                <a:lnTo>
                  <a:pt x="33812" y="25384"/>
                </a:lnTo>
                <a:lnTo>
                  <a:pt x="25607" y="4233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2" name="Map / Madagascar / 0">
            <a:extLst>
              <a:ext uri="{FF2B5EF4-FFF2-40B4-BE49-F238E27FC236}">
                <a16:creationId xmlns:a16="http://schemas.microsoft.com/office/drawing/2014/main" id="{BAEEE3C0-FF94-48DA-8AC7-16C961C06206}"/>
              </a:ext>
            </a:extLst>
          </p:cNvPr>
          <p:cNvSpPr>
            <a:spLocks noGrp="1"/>
          </p:cNvSpPr>
          <p:nvPr/>
        </p:nvSpPr>
        <p:spPr>
          <a:xfrm>
            <a:off x="10823929" y="4835193"/>
            <a:ext cx="282075" cy="419794"/>
          </a:xfrm>
          <a:custGeom>
            <a:avLst/>
            <a:gdLst/>
            <a:ahLst/>
            <a:cxnLst/>
            <a:rect l="0" t="0" r="0" b="0"/>
            <a:pathLst>
              <a:path w="282075" h="419794">
                <a:moveTo>
                  <a:pt x="249515" y="13289"/>
                </a:moveTo>
                <a:lnTo>
                  <a:pt x="259196" y="26459"/>
                </a:lnTo>
                <a:lnTo>
                  <a:pt x="267942" y="46905"/>
                </a:lnTo>
                <a:lnTo>
                  <a:pt x="272774" y="84146"/>
                </a:lnTo>
                <a:lnTo>
                  <a:pt x="282075" y="98625"/>
                </a:lnTo>
                <a:lnTo>
                  <a:pt x="277748" y="113471"/>
                </a:lnTo>
                <a:lnTo>
                  <a:pt x="270694" y="122578"/>
                </a:lnTo>
                <a:lnTo>
                  <a:pt x="258502" y="104437"/>
                </a:lnTo>
                <a:lnTo>
                  <a:pt x="251032" y="113599"/>
                </a:lnTo>
                <a:lnTo>
                  <a:pt x="257379" y="136532"/>
                </a:lnTo>
                <a:lnTo>
                  <a:pt x="253491" y="149658"/>
                </a:lnTo>
                <a:lnTo>
                  <a:pt x="242747" y="156808"/>
                </a:lnTo>
                <a:lnTo>
                  <a:pt x="239271" y="183029"/>
                </a:lnTo>
                <a:lnTo>
                  <a:pt x="222790" y="219115"/>
                </a:lnTo>
                <a:lnTo>
                  <a:pt x="202172" y="261776"/>
                </a:lnTo>
                <a:lnTo>
                  <a:pt x="175958" y="320426"/>
                </a:lnTo>
                <a:lnTo>
                  <a:pt x="159267" y="363470"/>
                </a:lnTo>
                <a:lnTo>
                  <a:pt x="140290" y="399369"/>
                </a:lnTo>
                <a:lnTo>
                  <a:pt x="109278" y="406700"/>
                </a:lnTo>
                <a:lnTo>
                  <a:pt x="75717" y="419794"/>
                </a:lnTo>
                <a:lnTo>
                  <a:pt x="54479" y="411890"/>
                </a:lnTo>
                <a:lnTo>
                  <a:pt x="25191" y="400815"/>
                </a:lnTo>
                <a:lnTo>
                  <a:pt x="15640" y="384480"/>
                </a:lnTo>
                <a:lnTo>
                  <a:pt x="14518" y="357036"/>
                </a:lnTo>
                <a:lnTo>
                  <a:pt x="2424" y="332357"/>
                </a:lnTo>
                <a:lnTo>
                  <a:pt x="0" y="310084"/>
                </a:lnTo>
                <a:lnTo>
                  <a:pt x="7760" y="287767"/>
                </a:lnTo>
                <a:lnTo>
                  <a:pt x="25382" y="282406"/>
                </a:lnTo>
                <a:lnTo>
                  <a:pt x="25936" y="272102"/>
                </a:lnTo>
                <a:lnTo>
                  <a:pt x="45008" y="248635"/>
                </a:lnTo>
                <a:lnTo>
                  <a:pt x="49240" y="228918"/>
                </a:lnTo>
                <a:lnTo>
                  <a:pt x="41063" y="214262"/>
                </a:lnTo>
                <a:lnTo>
                  <a:pt x="34663" y="194741"/>
                </a:lnTo>
                <a:lnTo>
                  <a:pt x="32714" y="166216"/>
                </a:lnTo>
                <a:lnTo>
                  <a:pt x="46578" y="148898"/>
                </a:lnTo>
                <a:lnTo>
                  <a:pt x="52350" y="129263"/>
                </a:lnTo>
                <a:lnTo>
                  <a:pt x="71281" y="128122"/>
                </a:lnTo>
                <a:lnTo>
                  <a:pt x="92647" y="121776"/>
                </a:lnTo>
                <a:lnTo>
                  <a:pt x="106880" y="116176"/>
                </a:lnTo>
                <a:lnTo>
                  <a:pt x="123548" y="115760"/>
                </a:lnTo>
                <a:lnTo>
                  <a:pt x="145773" y="98120"/>
                </a:lnTo>
                <a:lnTo>
                  <a:pt x="177638" y="79054"/>
                </a:lnTo>
                <a:lnTo>
                  <a:pt x="189540" y="63481"/>
                </a:lnTo>
                <a:lnTo>
                  <a:pt x="184796" y="50252"/>
                </a:lnTo>
                <a:lnTo>
                  <a:pt x="200802" y="53973"/>
                </a:lnTo>
                <a:lnTo>
                  <a:pt x="222407" y="32461"/>
                </a:lnTo>
                <a:lnTo>
                  <a:pt x="223670" y="13847"/>
                </a:lnTo>
                <a:lnTo>
                  <a:pt x="236652" y="0"/>
                </a:lnTo>
                <a:lnTo>
                  <a:pt x="249515" y="1328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3" name="Map / Palestine / 0">
            <a:extLst>
              <a:ext uri="{FF2B5EF4-FFF2-40B4-BE49-F238E27FC236}">
                <a16:creationId xmlns:a16="http://schemas.microsoft.com/office/drawing/2014/main" id="{A7816026-FDDB-4647-ACDE-4E29844A7588}"/>
              </a:ext>
            </a:extLst>
          </p:cNvPr>
          <p:cNvSpPr>
            <a:spLocks noGrp="1"/>
          </p:cNvSpPr>
          <p:nvPr/>
        </p:nvSpPr>
        <p:spPr>
          <a:xfrm>
            <a:off x="10497097" y="3455378"/>
            <a:ext cx="22403" cy="36500"/>
          </a:xfrm>
          <a:custGeom>
            <a:avLst/>
            <a:gdLst/>
            <a:ahLst/>
            <a:cxnLst/>
            <a:rect l="0" t="0" r="0" b="0"/>
            <a:pathLst>
              <a:path w="22403" h="36500">
                <a:moveTo>
                  <a:pt x="17356" y="32301"/>
                </a:moveTo>
                <a:lnTo>
                  <a:pt x="0" y="36500"/>
                </a:lnTo>
                <a:lnTo>
                  <a:pt x="1195" y="28348"/>
                </a:lnTo>
                <a:lnTo>
                  <a:pt x="10518" y="24089"/>
                </a:lnTo>
                <a:lnTo>
                  <a:pt x="952" y="20615"/>
                </a:lnTo>
                <a:lnTo>
                  <a:pt x="7691" y="0"/>
                </a:lnTo>
                <a:lnTo>
                  <a:pt x="21420" y="4288"/>
                </a:lnTo>
                <a:lnTo>
                  <a:pt x="22403" y="23217"/>
                </a:lnTo>
                <a:lnTo>
                  <a:pt x="17356" y="3230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4" name="Map / Gambia / 0">
            <a:extLst>
              <a:ext uri="{FF2B5EF4-FFF2-40B4-BE49-F238E27FC236}">
                <a16:creationId xmlns:a16="http://schemas.microsoft.com/office/drawing/2014/main" id="{2E75F03A-3ADC-46C6-941F-121C85A210B0}"/>
              </a:ext>
            </a:extLst>
          </p:cNvPr>
          <p:cNvSpPr>
            <a:spLocks noGrp="1"/>
          </p:cNvSpPr>
          <p:nvPr/>
        </p:nvSpPr>
        <p:spPr>
          <a:xfrm>
            <a:off x="8552151" y="4032898"/>
            <a:ext cx="113877" cy="23100"/>
          </a:xfrm>
          <a:custGeom>
            <a:avLst/>
            <a:gdLst/>
            <a:ahLst/>
            <a:cxnLst/>
            <a:rect l="0" t="0" r="0" b="0"/>
            <a:pathLst>
              <a:path w="113877" h="23100">
                <a:moveTo>
                  <a:pt x="5001" y="8715"/>
                </a:moveTo>
                <a:lnTo>
                  <a:pt x="46355" y="7829"/>
                </a:lnTo>
                <a:lnTo>
                  <a:pt x="55002" y="499"/>
                </a:lnTo>
                <a:lnTo>
                  <a:pt x="67040" y="0"/>
                </a:lnTo>
                <a:lnTo>
                  <a:pt x="81947" y="7619"/>
                </a:lnTo>
                <a:lnTo>
                  <a:pt x="93726" y="7764"/>
                </a:lnTo>
                <a:lnTo>
                  <a:pt x="106291" y="2552"/>
                </a:lnTo>
                <a:lnTo>
                  <a:pt x="113877" y="11499"/>
                </a:lnTo>
                <a:lnTo>
                  <a:pt x="97385" y="18447"/>
                </a:lnTo>
                <a:lnTo>
                  <a:pt x="80894" y="17902"/>
                </a:lnTo>
                <a:lnTo>
                  <a:pt x="64671" y="11360"/>
                </a:lnTo>
                <a:lnTo>
                  <a:pt x="50528" y="18509"/>
                </a:lnTo>
                <a:lnTo>
                  <a:pt x="43722" y="18764"/>
                </a:lnTo>
                <a:lnTo>
                  <a:pt x="34555" y="23100"/>
                </a:lnTo>
                <a:lnTo>
                  <a:pt x="0" y="22446"/>
                </a:lnTo>
                <a:lnTo>
                  <a:pt x="5001" y="871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5" name="Map / Tunisia / 0">
            <a:extLst>
              <a:ext uri="{FF2B5EF4-FFF2-40B4-BE49-F238E27FC236}">
                <a16:creationId xmlns:a16="http://schemas.microsoft.com/office/drawing/2014/main" id="{CB0BD3A2-5300-4D64-A26E-D1FA4CF06D4A}"/>
              </a:ext>
            </a:extLst>
          </p:cNvPr>
          <p:cNvSpPr>
            <a:spLocks noGrp="1"/>
          </p:cNvSpPr>
          <p:nvPr/>
        </p:nvSpPr>
        <p:spPr>
          <a:xfrm>
            <a:off x="9471901" y="3306247"/>
            <a:ext cx="148193" cy="218007"/>
          </a:xfrm>
          <a:custGeom>
            <a:avLst/>
            <a:gdLst/>
            <a:ahLst/>
            <a:cxnLst/>
            <a:rect l="0" t="0" r="0" b="0"/>
            <a:pathLst>
              <a:path w="148193" h="218007">
                <a:moveTo>
                  <a:pt x="74575" y="218007"/>
                </a:moveTo>
                <a:lnTo>
                  <a:pt x="57885" y="162437"/>
                </a:lnTo>
                <a:lnTo>
                  <a:pt x="34706" y="149943"/>
                </a:lnTo>
                <a:lnTo>
                  <a:pt x="34288" y="142450"/>
                </a:lnTo>
                <a:lnTo>
                  <a:pt x="3559" y="124007"/>
                </a:lnTo>
                <a:lnTo>
                  <a:pt x="0" y="100689"/>
                </a:lnTo>
                <a:lnTo>
                  <a:pt x="22742" y="83422"/>
                </a:lnTo>
                <a:lnTo>
                  <a:pt x="31160" y="57892"/>
                </a:lnTo>
                <a:lnTo>
                  <a:pt x="24868" y="28381"/>
                </a:lnTo>
                <a:lnTo>
                  <a:pt x="32188" y="12493"/>
                </a:lnTo>
                <a:lnTo>
                  <a:pt x="72396" y="0"/>
                </a:lnTo>
                <a:lnTo>
                  <a:pt x="98420" y="3715"/>
                </a:lnTo>
                <a:lnTo>
                  <a:pt x="97599" y="19377"/>
                </a:lnTo>
                <a:lnTo>
                  <a:pt x="128871" y="7983"/>
                </a:lnTo>
                <a:lnTo>
                  <a:pt x="131622" y="13930"/>
                </a:lnTo>
                <a:lnTo>
                  <a:pt x="113336" y="29099"/>
                </a:lnTo>
                <a:lnTo>
                  <a:pt x="113336" y="43418"/>
                </a:lnTo>
                <a:lnTo>
                  <a:pt x="126339" y="51109"/>
                </a:lnTo>
                <a:lnTo>
                  <a:pt x="121911" y="77901"/>
                </a:lnTo>
                <a:lnTo>
                  <a:pt x="97666" y="93464"/>
                </a:lnTo>
                <a:lnTo>
                  <a:pt x="105017" y="110336"/>
                </a:lnTo>
                <a:lnTo>
                  <a:pt x="124297" y="110862"/>
                </a:lnTo>
                <a:lnTo>
                  <a:pt x="133928" y="125579"/>
                </a:lnTo>
                <a:lnTo>
                  <a:pt x="148193" y="130419"/>
                </a:lnTo>
                <a:lnTo>
                  <a:pt x="146495" y="154196"/>
                </a:lnTo>
                <a:lnTo>
                  <a:pt x="128442" y="163083"/>
                </a:lnTo>
                <a:lnTo>
                  <a:pt x="117101" y="173001"/>
                </a:lnTo>
                <a:lnTo>
                  <a:pt x="91621" y="184930"/>
                </a:lnTo>
                <a:lnTo>
                  <a:pt x="95782" y="197754"/>
                </a:lnTo>
                <a:lnTo>
                  <a:pt x="92732" y="210833"/>
                </a:lnTo>
                <a:lnTo>
                  <a:pt x="74575" y="21800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6" name="Map / Algeria / 0">
            <a:extLst>
              <a:ext uri="{FF2B5EF4-FFF2-40B4-BE49-F238E27FC236}">
                <a16:creationId xmlns:a16="http://schemas.microsoft.com/office/drawing/2014/main" id="{28489E63-5A72-4083-8CC4-6B4AF74AB277}"/>
              </a:ext>
            </a:extLst>
          </p:cNvPr>
          <p:cNvSpPr>
            <a:spLocks noGrp="1"/>
          </p:cNvSpPr>
          <p:nvPr/>
        </p:nvSpPr>
        <p:spPr>
          <a:xfrm>
            <a:off x="8865573" y="3313417"/>
            <a:ext cx="778315" cy="559101"/>
          </a:xfrm>
          <a:custGeom>
            <a:avLst/>
            <a:gdLst/>
            <a:ahLst/>
            <a:cxnLst/>
            <a:rect l="0" t="0" r="0" b="0"/>
            <a:pathLst>
              <a:path w="778315" h="559101">
                <a:moveTo>
                  <a:pt x="0" y="300976"/>
                </a:moveTo>
                <a:lnTo>
                  <a:pt x="791" y="294979"/>
                </a:lnTo>
                <a:lnTo>
                  <a:pt x="796" y="292907"/>
                </a:lnTo>
                <a:lnTo>
                  <a:pt x="897" y="256228"/>
                </a:lnTo>
                <a:lnTo>
                  <a:pt x="61652" y="233384"/>
                </a:lnTo>
                <a:lnTo>
                  <a:pt x="99093" y="228664"/>
                </a:lnTo>
                <a:lnTo>
                  <a:pt x="129805" y="220345"/>
                </a:lnTo>
                <a:lnTo>
                  <a:pt x="144230" y="204843"/>
                </a:lnTo>
                <a:lnTo>
                  <a:pt x="188040" y="192592"/>
                </a:lnTo>
                <a:lnTo>
                  <a:pt x="189767" y="169674"/>
                </a:lnTo>
                <a:lnTo>
                  <a:pt x="211395" y="166974"/>
                </a:lnTo>
                <a:lnTo>
                  <a:pt x="228340" y="155525"/>
                </a:lnTo>
                <a:lnTo>
                  <a:pt x="277221" y="150308"/>
                </a:lnTo>
                <a:lnTo>
                  <a:pt x="284086" y="138277"/>
                </a:lnTo>
                <a:lnTo>
                  <a:pt x="274267" y="131699"/>
                </a:lnTo>
                <a:lnTo>
                  <a:pt x="261468" y="99019"/>
                </a:lnTo>
                <a:lnTo>
                  <a:pt x="259303" y="80191"/>
                </a:lnTo>
                <a:lnTo>
                  <a:pt x="245340" y="60364"/>
                </a:lnTo>
                <a:lnTo>
                  <a:pt x="281130" y="43448"/>
                </a:lnTo>
                <a:lnTo>
                  <a:pt x="321315" y="38067"/>
                </a:lnTo>
                <a:lnTo>
                  <a:pt x="344765" y="25295"/>
                </a:lnTo>
                <a:lnTo>
                  <a:pt x="380508" y="15872"/>
                </a:lnTo>
                <a:lnTo>
                  <a:pt x="443394" y="10354"/>
                </a:lnTo>
                <a:lnTo>
                  <a:pt x="504763" y="7843"/>
                </a:lnTo>
                <a:lnTo>
                  <a:pt x="523520" y="12440"/>
                </a:lnTo>
                <a:lnTo>
                  <a:pt x="558346" y="239"/>
                </a:lnTo>
                <a:lnTo>
                  <a:pt x="597983" y="0"/>
                </a:lnTo>
                <a:lnTo>
                  <a:pt x="613164" y="7203"/>
                </a:lnTo>
                <a:lnTo>
                  <a:pt x="638515" y="5323"/>
                </a:lnTo>
                <a:lnTo>
                  <a:pt x="631195" y="21211"/>
                </a:lnTo>
                <a:lnTo>
                  <a:pt x="637488" y="50722"/>
                </a:lnTo>
                <a:lnTo>
                  <a:pt x="629069" y="76253"/>
                </a:lnTo>
                <a:lnTo>
                  <a:pt x="606327" y="93519"/>
                </a:lnTo>
                <a:lnTo>
                  <a:pt x="609886" y="116837"/>
                </a:lnTo>
                <a:lnTo>
                  <a:pt x="640616" y="135280"/>
                </a:lnTo>
                <a:lnTo>
                  <a:pt x="641033" y="142773"/>
                </a:lnTo>
                <a:lnTo>
                  <a:pt x="664212" y="155267"/>
                </a:lnTo>
                <a:lnTo>
                  <a:pt x="680902" y="210838"/>
                </a:lnTo>
                <a:lnTo>
                  <a:pt x="693381" y="238169"/>
                </a:lnTo>
                <a:lnTo>
                  <a:pt x="695611" y="252553"/>
                </a:lnTo>
                <a:lnTo>
                  <a:pt x="689337" y="277808"/>
                </a:lnTo>
                <a:lnTo>
                  <a:pt x="692227" y="291921"/>
                </a:lnTo>
                <a:lnTo>
                  <a:pt x="687667" y="308864"/>
                </a:lnTo>
                <a:lnTo>
                  <a:pt x="691181" y="328327"/>
                </a:lnTo>
                <a:lnTo>
                  <a:pt x="676416" y="341263"/>
                </a:lnTo>
                <a:lnTo>
                  <a:pt x="698917" y="363827"/>
                </a:lnTo>
                <a:lnTo>
                  <a:pt x="700487" y="377091"/>
                </a:lnTo>
                <a:lnTo>
                  <a:pt x="714078" y="394354"/>
                </a:lnTo>
                <a:lnTo>
                  <a:pt x="731613" y="388682"/>
                </a:lnTo>
                <a:lnTo>
                  <a:pt x="761523" y="403065"/>
                </a:lnTo>
                <a:lnTo>
                  <a:pt x="778315" y="422451"/>
                </a:lnTo>
                <a:lnTo>
                  <a:pt x="649706" y="481454"/>
                </a:lnTo>
                <a:lnTo>
                  <a:pt x="540737" y="542266"/>
                </a:lnTo>
                <a:lnTo>
                  <a:pt x="487470" y="556071"/>
                </a:lnTo>
                <a:lnTo>
                  <a:pt x="445519" y="559101"/>
                </a:lnTo>
                <a:lnTo>
                  <a:pt x="445028" y="539407"/>
                </a:lnTo>
                <a:lnTo>
                  <a:pt x="427506" y="534371"/>
                </a:lnTo>
                <a:lnTo>
                  <a:pt x="403951" y="525518"/>
                </a:lnTo>
                <a:lnTo>
                  <a:pt x="394939" y="511013"/>
                </a:lnTo>
                <a:lnTo>
                  <a:pt x="267594" y="443470"/>
                </a:lnTo>
                <a:lnTo>
                  <a:pt x="140753" y="375927"/>
                </a:lnTo>
                <a:lnTo>
                  <a:pt x="0" y="30097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7" name="Map / Jordan / 0">
            <a:extLst>
              <a:ext uri="{FF2B5EF4-FFF2-40B4-BE49-F238E27FC236}">
                <a16:creationId xmlns:a16="http://schemas.microsoft.com/office/drawing/2014/main" id="{F7B3142A-533B-4B95-BF66-CD567B359B60}"/>
              </a:ext>
            </a:extLst>
          </p:cNvPr>
          <p:cNvSpPr>
            <a:spLocks noGrp="1"/>
          </p:cNvSpPr>
          <p:nvPr/>
        </p:nvSpPr>
        <p:spPr>
          <a:xfrm>
            <a:off x="10499749" y="3429184"/>
            <a:ext cx="155434" cy="129434"/>
          </a:xfrm>
          <a:custGeom>
            <a:avLst/>
            <a:gdLst/>
            <a:ahLst/>
            <a:cxnLst/>
            <a:rect l="0" t="0" r="0" b="0"/>
            <a:pathLst>
              <a:path w="155434" h="129434">
                <a:moveTo>
                  <a:pt x="18768" y="30482"/>
                </a:moveTo>
                <a:lnTo>
                  <a:pt x="24749" y="20725"/>
                </a:lnTo>
                <a:lnTo>
                  <a:pt x="67001" y="32992"/>
                </a:lnTo>
                <a:lnTo>
                  <a:pt x="138171" y="0"/>
                </a:lnTo>
                <a:lnTo>
                  <a:pt x="155434" y="37695"/>
                </a:lnTo>
                <a:lnTo>
                  <a:pt x="148588" y="42363"/>
                </a:lnTo>
                <a:lnTo>
                  <a:pt x="74637" y="57897"/>
                </a:lnTo>
                <a:lnTo>
                  <a:pt x="113575" y="88850"/>
                </a:lnTo>
                <a:lnTo>
                  <a:pt x="101481" y="94108"/>
                </a:lnTo>
                <a:lnTo>
                  <a:pt x="95869" y="104475"/>
                </a:lnTo>
                <a:lnTo>
                  <a:pt x="67523" y="108762"/>
                </a:lnTo>
                <a:lnTo>
                  <a:pt x="59125" y="119907"/>
                </a:lnTo>
                <a:lnTo>
                  <a:pt x="43404" y="129434"/>
                </a:lnTo>
                <a:lnTo>
                  <a:pt x="1467" y="124510"/>
                </a:lnTo>
                <a:lnTo>
                  <a:pt x="0" y="120029"/>
                </a:lnTo>
                <a:lnTo>
                  <a:pt x="16196" y="70538"/>
                </a:lnTo>
                <a:lnTo>
                  <a:pt x="14704" y="58495"/>
                </a:lnTo>
                <a:lnTo>
                  <a:pt x="19751" y="49412"/>
                </a:lnTo>
                <a:lnTo>
                  <a:pt x="18768" y="3048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8" name="Map / United Arab Emirates / 0">
            <a:extLst>
              <a:ext uri="{FF2B5EF4-FFF2-40B4-BE49-F238E27FC236}">
                <a16:creationId xmlns:a16="http://schemas.microsoft.com/office/drawing/2014/main" id="{F816D125-A69B-4CDB-B46F-A224FF6FF25F}"/>
              </a:ext>
            </a:extLst>
          </p:cNvPr>
          <p:cNvSpPr>
            <a:spLocks noGrp="1"/>
          </p:cNvSpPr>
          <p:nvPr/>
        </p:nvSpPr>
        <p:spPr>
          <a:xfrm>
            <a:off x="11134270" y="3655883"/>
            <a:ext cx="180058" cy="110158"/>
          </a:xfrm>
          <a:custGeom>
            <a:avLst/>
            <a:gdLst/>
            <a:ahLst/>
            <a:cxnLst/>
            <a:rect l="0" t="0" r="0" b="0"/>
            <a:pathLst>
              <a:path w="180058" h="110158">
                <a:moveTo>
                  <a:pt x="0" y="56030"/>
                </a:moveTo>
                <a:lnTo>
                  <a:pt x="6612" y="54526"/>
                </a:lnTo>
                <a:lnTo>
                  <a:pt x="8506" y="63016"/>
                </a:lnTo>
                <a:lnTo>
                  <a:pt x="37698" y="58137"/>
                </a:lnTo>
                <a:lnTo>
                  <a:pt x="68894" y="58945"/>
                </a:lnTo>
                <a:lnTo>
                  <a:pt x="91701" y="59860"/>
                </a:lnTo>
                <a:lnTo>
                  <a:pt x="116180" y="38930"/>
                </a:lnTo>
                <a:lnTo>
                  <a:pt x="142958" y="19079"/>
                </a:lnTo>
                <a:lnTo>
                  <a:pt x="165428" y="0"/>
                </a:lnTo>
                <a:lnTo>
                  <a:pt x="173303" y="10552"/>
                </a:lnTo>
                <a:lnTo>
                  <a:pt x="180058" y="35003"/>
                </a:lnTo>
                <a:lnTo>
                  <a:pt x="160847" y="35124"/>
                </a:lnTo>
                <a:lnTo>
                  <a:pt x="159064" y="55284"/>
                </a:lnTo>
                <a:lnTo>
                  <a:pt x="166009" y="59588"/>
                </a:lnTo>
                <a:lnTo>
                  <a:pt x="149347" y="65685"/>
                </a:lnTo>
                <a:lnTo>
                  <a:pt x="150031" y="78338"/>
                </a:lnTo>
                <a:lnTo>
                  <a:pt x="139833" y="91150"/>
                </a:lnTo>
                <a:lnTo>
                  <a:pt x="139595" y="103615"/>
                </a:lnTo>
                <a:lnTo>
                  <a:pt x="132380" y="110158"/>
                </a:lnTo>
                <a:lnTo>
                  <a:pt x="18106" y="94550"/>
                </a:lnTo>
                <a:lnTo>
                  <a:pt x="1860" y="63189"/>
                </a:lnTo>
                <a:lnTo>
                  <a:pt x="0" y="5603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69" name="Map / Qatar / 0">
            <a:extLst>
              <a:ext uri="{FF2B5EF4-FFF2-40B4-BE49-F238E27FC236}">
                <a16:creationId xmlns:a16="http://schemas.microsoft.com/office/drawing/2014/main" id="{6D2BF8BF-965A-4E9E-A964-73F6D04BB3E8}"/>
              </a:ext>
            </a:extLst>
          </p:cNvPr>
          <p:cNvSpPr>
            <a:spLocks noGrp="1"/>
          </p:cNvSpPr>
          <p:nvPr/>
        </p:nvSpPr>
        <p:spPr>
          <a:xfrm>
            <a:off x="11100518" y="3654053"/>
            <a:ext cx="32966" cy="48238"/>
          </a:xfrm>
          <a:custGeom>
            <a:avLst/>
            <a:gdLst/>
            <a:ahLst/>
            <a:cxnLst/>
            <a:rect l="0" t="0" r="0" b="0"/>
            <a:pathLst>
              <a:path w="32966" h="48238">
                <a:moveTo>
                  <a:pt x="3847" y="42096"/>
                </a:moveTo>
                <a:lnTo>
                  <a:pt x="0" y="19569"/>
                </a:lnTo>
                <a:lnTo>
                  <a:pt x="9131" y="3331"/>
                </a:lnTo>
                <a:lnTo>
                  <a:pt x="19190" y="0"/>
                </a:lnTo>
                <a:lnTo>
                  <a:pt x="31179" y="9704"/>
                </a:lnTo>
                <a:lnTo>
                  <a:pt x="32966" y="27827"/>
                </a:lnTo>
                <a:lnTo>
                  <a:pt x="25899" y="46038"/>
                </a:lnTo>
                <a:lnTo>
                  <a:pt x="15593" y="48238"/>
                </a:lnTo>
                <a:lnTo>
                  <a:pt x="3847" y="4209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0" name="Map / Kuwait / 0">
            <a:extLst>
              <a:ext uri="{FF2B5EF4-FFF2-40B4-BE49-F238E27FC236}">
                <a16:creationId xmlns:a16="http://schemas.microsoft.com/office/drawing/2014/main" id="{7AEC379F-B1E0-4CE7-937E-06AE5D383E62}"/>
              </a:ext>
            </a:extLst>
          </p:cNvPr>
          <p:cNvSpPr>
            <a:spLocks noGrp="1"/>
          </p:cNvSpPr>
          <p:nvPr/>
        </p:nvSpPr>
        <p:spPr>
          <a:xfrm>
            <a:off x="10936780" y="3531946"/>
            <a:ext cx="70334" cy="47456"/>
          </a:xfrm>
          <a:custGeom>
            <a:avLst/>
            <a:gdLst/>
            <a:ahLst/>
            <a:cxnLst/>
            <a:rect l="0" t="0" r="0" b="0"/>
            <a:pathLst>
              <a:path w="70334" h="47456">
                <a:moveTo>
                  <a:pt x="50890" y="2577"/>
                </a:moveTo>
                <a:lnTo>
                  <a:pt x="59614" y="16239"/>
                </a:lnTo>
                <a:lnTo>
                  <a:pt x="56737" y="23303"/>
                </a:lnTo>
                <a:lnTo>
                  <a:pt x="70334" y="46653"/>
                </a:lnTo>
                <a:lnTo>
                  <a:pt x="43865" y="47456"/>
                </a:lnTo>
                <a:lnTo>
                  <a:pt x="33586" y="32707"/>
                </a:lnTo>
                <a:lnTo>
                  <a:pt x="0" y="29719"/>
                </a:lnTo>
                <a:lnTo>
                  <a:pt x="25565" y="0"/>
                </a:lnTo>
                <a:lnTo>
                  <a:pt x="50890" y="257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1" name="Map / Iraq / 0">
            <a:extLst>
              <a:ext uri="{FF2B5EF4-FFF2-40B4-BE49-F238E27FC236}">
                <a16:creationId xmlns:a16="http://schemas.microsoft.com/office/drawing/2014/main" id="{D6502067-E914-4391-B757-DC466D280E92}"/>
              </a:ext>
            </a:extLst>
          </p:cNvPr>
          <p:cNvSpPr>
            <a:spLocks noGrp="1"/>
          </p:cNvSpPr>
          <p:nvPr/>
        </p:nvSpPr>
        <p:spPr>
          <a:xfrm>
            <a:off x="10637920" y="3305155"/>
            <a:ext cx="372069" cy="256511"/>
          </a:xfrm>
          <a:custGeom>
            <a:avLst/>
            <a:gdLst/>
            <a:ahLst/>
            <a:cxnLst/>
            <a:rect l="0" t="0" r="0" b="0"/>
            <a:pathLst>
              <a:path w="372069" h="256511">
                <a:moveTo>
                  <a:pt x="17263" y="161723"/>
                </a:moveTo>
                <a:lnTo>
                  <a:pt x="0" y="124029"/>
                </a:lnTo>
                <a:lnTo>
                  <a:pt x="80480" y="91813"/>
                </a:lnTo>
                <a:lnTo>
                  <a:pt x="92065" y="54388"/>
                </a:lnTo>
                <a:lnTo>
                  <a:pt x="87029" y="31775"/>
                </a:lnTo>
                <a:lnTo>
                  <a:pt x="106824" y="24128"/>
                </a:lnTo>
                <a:lnTo>
                  <a:pt x="124478" y="4810"/>
                </a:lnTo>
                <a:lnTo>
                  <a:pt x="140062" y="0"/>
                </a:lnTo>
                <a:lnTo>
                  <a:pt x="183491" y="3994"/>
                </a:lnTo>
                <a:lnTo>
                  <a:pt x="197105" y="11879"/>
                </a:lnTo>
                <a:lnTo>
                  <a:pt x="214491" y="6650"/>
                </a:lnTo>
                <a:lnTo>
                  <a:pt x="241317" y="43578"/>
                </a:lnTo>
                <a:lnTo>
                  <a:pt x="266380" y="52870"/>
                </a:lnTo>
                <a:lnTo>
                  <a:pt x="270534" y="70952"/>
                </a:lnTo>
                <a:lnTo>
                  <a:pt x="252590" y="81636"/>
                </a:lnTo>
                <a:lnTo>
                  <a:pt x="245693" y="105792"/>
                </a:lnTo>
                <a:lnTo>
                  <a:pt x="273589" y="135216"/>
                </a:lnTo>
                <a:lnTo>
                  <a:pt x="320506" y="152184"/>
                </a:lnTo>
                <a:lnTo>
                  <a:pt x="341382" y="175710"/>
                </a:lnTo>
                <a:lnTo>
                  <a:pt x="336811" y="198133"/>
                </a:lnTo>
                <a:lnTo>
                  <a:pt x="348754" y="198124"/>
                </a:lnTo>
                <a:lnTo>
                  <a:pt x="350253" y="214614"/>
                </a:lnTo>
                <a:lnTo>
                  <a:pt x="372069" y="230887"/>
                </a:lnTo>
                <a:lnTo>
                  <a:pt x="349749" y="229369"/>
                </a:lnTo>
                <a:lnTo>
                  <a:pt x="324425" y="226791"/>
                </a:lnTo>
                <a:lnTo>
                  <a:pt x="298859" y="256511"/>
                </a:lnTo>
                <a:lnTo>
                  <a:pt x="229035" y="254039"/>
                </a:lnTo>
                <a:lnTo>
                  <a:pt x="119722" y="191782"/>
                </a:lnTo>
                <a:lnTo>
                  <a:pt x="62742" y="170113"/>
                </a:lnTo>
                <a:lnTo>
                  <a:pt x="17263" y="16172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2" name="Map / Oman / 0">
            <a:extLst>
              <a:ext uri="{FF2B5EF4-FFF2-40B4-BE49-F238E27FC236}">
                <a16:creationId xmlns:a16="http://schemas.microsoft.com/office/drawing/2014/main" id="{4943D61C-BCCA-418D-8594-1B914D5D7E7D}"/>
              </a:ext>
            </a:extLst>
          </p:cNvPr>
          <p:cNvSpPr>
            <a:spLocks noGrp="1"/>
          </p:cNvSpPr>
          <p:nvPr/>
        </p:nvSpPr>
        <p:spPr>
          <a:xfrm>
            <a:off x="11158793" y="3690886"/>
            <a:ext cx="289271" cy="256122"/>
          </a:xfrm>
          <a:custGeom>
            <a:avLst/>
            <a:gdLst/>
            <a:ahLst/>
            <a:cxnLst/>
            <a:rect l="0" t="0" r="0" b="0"/>
            <a:pathLst>
              <a:path w="289271" h="256122">
                <a:moveTo>
                  <a:pt x="115072" y="68611"/>
                </a:moveTo>
                <a:lnTo>
                  <a:pt x="115310" y="56147"/>
                </a:lnTo>
                <a:lnTo>
                  <a:pt x="125508" y="43335"/>
                </a:lnTo>
                <a:lnTo>
                  <a:pt x="124824" y="30682"/>
                </a:lnTo>
                <a:lnTo>
                  <a:pt x="141487" y="24585"/>
                </a:lnTo>
                <a:lnTo>
                  <a:pt x="134541" y="20280"/>
                </a:lnTo>
                <a:lnTo>
                  <a:pt x="136324" y="121"/>
                </a:lnTo>
                <a:lnTo>
                  <a:pt x="155535" y="0"/>
                </a:lnTo>
                <a:lnTo>
                  <a:pt x="173805" y="21145"/>
                </a:lnTo>
                <a:lnTo>
                  <a:pt x="195567" y="32385"/>
                </a:lnTo>
                <a:lnTo>
                  <a:pt x="223467" y="36429"/>
                </a:lnTo>
                <a:lnTo>
                  <a:pt x="246155" y="42072"/>
                </a:lnTo>
                <a:lnTo>
                  <a:pt x="264322" y="59818"/>
                </a:lnTo>
                <a:lnTo>
                  <a:pt x="275150" y="70099"/>
                </a:lnTo>
                <a:lnTo>
                  <a:pt x="288903" y="74020"/>
                </a:lnTo>
                <a:lnTo>
                  <a:pt x="289271" y="80926"/>
                </a:lnTo>
                <a:lnTo>
                  <a:pt x="276687" y="99375"/>
                </a:lnTo>
                <a:lnTo>
                  <a:pt x="271184" y="108064"/>
                </a:lnTo>
                <a:lnTo>
                  <a:pt x="255869" y="117965"/>
                </a:lnTo>
                <a:lnTo>
                  <a:pt x="243004" y="139171"/>
                </a:lnTo>
                <a:lnTo>
                  <a:pt x="225769" y="137548"/>
                </a:lnTo>
                <a:lnTo>
                  <a:pt x="218326" y="144929"/>
                </a:lnTo>
                <a:lnTo>
                  <a:pt x="213120" y="160624"/>
                </a:lnTo>
                <a:lnTo>
                  <a:pt x="218877" y="181316"/>
                </a:lnTo>
                <a:lnTo>
                  <a:pt x="215509" y="185119"/>
                </a:lnTo>
                <a:lnTo>
                  <a:pt x="198096" y="185017"/>
                </a:lnTo>
                <a:lnTo>
                  <a:pt x="175054" y="196587"/>
                </a:lnTo>
                <a:lnTo>
                  <a:pt x="172115" y="211667"/>
                </a:lnTo>
                <a:lnTo>
                  <a:pt x="163775" y="218200"/>
                </a:lnTo>
                <a:lnTo>
                  <a:pt x="140213" y="217951"/>
                </a:lnTo>
                <a:lnTo>
                  <a:pt x="125755" y="225746"/>
                </a:lnTo>
                <a:lnTo>
                  <a:pt x="126522" y="238251"/>
                </a:lnTo>
                <a:lnTo>
                  <a:pt x="108579" y="246846"/>
                </a:lnTo>
                <a:lnTo>
                  <a:pt x="87547" y="243928"/>
                </a:lnTo>
                <a:lnTo>
                  <a:pt x="62667" y="254370"/>
                </a:lnTo>
                <a:lnTo>
                  <a:pt x="45238" y="256122"/>
                </a:lnTo>
                <a:lnTo>
                  <a:pt x="31938" y="234493"/>
                </a:lnTo>
                <a:lnTo>
                  <a:pt x="0" y="183407"/>
                </a:lnTo>
                <a:lnTo>
                  <a:pt x="111902" y="152451"/>
                </a:lnTo>
                <a:lnTo>
                  <a:pt x="133655" y="90539"/>
                </a:lnTo>
                <a:lnTo>
                  <a:pt x="115072" y="6861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3" name="Map / Oman / 1">
            <a:extLst>
              <a:ext uri="{FF2B5EF4-FFF2-40B4-BE49-F238E27FC236}">
                <a16:creationId xmlns:a16="http://schemas.microsoft.com/office/drawing/2014/main" id="{B39D1186-44C5-4243-84B4-E24D0B0D88D9}"/>
              </a:ext>
            </a:extLst>
          </p:cNvPr>
          <p:cNvSpPr>
            <a:spLocks noGrp="1"/>
          </p:cNvSpPr>
          <p:nvPr/>
        </p:nvSpPr>
        <p:spPr>
          <a:xfrm>
            <a:off x="11299699" y="3645343"/>
            <a:ext cx="15051" cy="21091"/>
          </a:xfrm>
          <a:custGeom>
            <a:avLst/>
            <a:gdLst/>
            <a:ahLst/>
            <a:cxnLst/>
            <a:rect l="0" t="0" r="0" b="0"/>
            <a:pathLst>
              <a:path w="15051" h="21091">
                <a:moveTo>
                  <a:pt x="7875" y="21091"/>
                </a:moveTo>
                <a:lnTo>
                  <a:pt x="0" y="10540"/>
                </a:lnTo>
                <a:lnTo>
                  <a:pt x="10215" y="0"/>
                </a:lnTo>
                <a:lnTo>
                  <a:pt x="15051" y="2687"/>
                </a:lnTo>
                <a:lnTo>
                  <a:pt x="12394" y="15476"/>
                </a:lnTo>
                <a:lnTo>
                  <a:pt x="7875" y="2109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4" name="Map / Vanuatu / 0">
            <a:extLst>
              <a:ext uri="{FF2B5EF4-FFF2-40B4-BE49-F238E27FC236}">
                <a16:creationId xmlns:a16="http://schemas.microsoft.com/office/drawing/2014/main" id="{A304E974-B090-494D-8220-059510F6A2BC}"/>
              </a:ext>
            </a:extLst>
          </p:cNvPr>
          <p:cNvSpPr>
            <a:spLocks noGrp="1"/>
          </p:cNvSpPr>
          <p:nvPr/>
        </p:nvSpPr>
        <p:spPr>
          <a:xfrm>
            <a:off x="15528466" y="4954414"/>
            <a:ext cx="23953" cy="21855"/>
          </a:xfrm>
          <a:custGeom>
            <a:avLst/>
            <a:gdLst/>
            <a:ahLst/>
            <a:cxnLst/>
            <a:rect l="0" t="0" r="0" b="0"/>
            <a:pathLst>
              <a:path w="23953" h="21855">
                <a:moveTo>
                  <a:pt x="2465" y="0"/>
                </a:moveTo>
                <a:lnTo>
                  <a:pt x="23953" y="17784"/>
                </a:lnTo>
                <a:lnTo>
                  <a:pt x="10917" y="21855"/>
                </a:lnTo>
                <a:lnTo>
                  <a:pt x="0" y="8301"/>
                </a:lnTo>
                <a:lnTo>
                  <a:pt x="2465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5" name="Map / Vanuatu / 1">
            <a:extLst>
              <a:ext uri="{FF2B5EF4-FFF2-40B4-BE49-F238E27FC236}">
                <a16:creationId xmlns:a16="http://schemas.microsoft.com/office/drawing/2014/main" id="{428FE33B-708C-4D69-8EEF-96454BBB60C2}"/>
              </a:ext>
            </a:extLst>
          </p:cNvPr>
          <p:cNvSpPr>
            <a:spLocks noGrp="1"/>
          </p:cNvSpPr>
          <p:nvPr/>
        </p:nvSpPr>
        <p:spPr>
          <a:xfrm>
            <a:off x="15511376" y="4915244"/>
            <a:ext cx="22171" cy="34471"/>
          </a:xfrm>
          <a:custGeom>
            <a:avLst/>
            <a:gdLst/>
            <a:ahLst/>
            <a:cxnLst/>
            <a:rect l="0" t="0" r="0" b="0"/>
            <a:pathLst>
              <a:path w="22171" h="34471">
                <a:moveTo>
                  <a:pt x="4368" y="32266"/>
                </a:moveTo>
                <a:lnTo>
                  <a:pt x="0" y="23719"/>
                </a:lnTo>
                <a:lnTo>
                  <a:pt x="2072" y="0"/>
                </a:lnTo>
                <a:lnTo>
                  <a:pt x="19096" y="9517"/>
                </a:lnTo>
                <a:lnTo>
                  <a:pt x="22171" y="34471"/>
                </a:lnTo>
                <a:lnTo>
                  <a:pt x="12468" y="30588"/>
                </a:lnTo>
                <a:lnTo>
                  <a:pt x="4368" y="3226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6" name="Map / Cambodia / 0">
            <a:extLst>
              <a:ext uri="{FF2B5EF4-FFF2-40B4-BE49-F238E27FC236}">
                <a16:creationId xmlns:a16="http://schemas.microsoft.com/office/drawing/2014/main" id="{1E82704E-6059-42E2-875D-DFC369792F11}"/>
              </a:ext>
            </a:extLst>
          </p:cNvPr>
          <p:cNvSpPr>
            <a:spLocks noGrp="1"/>
          </p:cNvSpPr>
          <p:nvPr/>
        </p:nvSpPr>
        <p:spPr>
          <a:xfrm>
            <a:off x="13077299" y="4011412"/>
            <a:ext cx="199636" cy="126427"/>
          </a:xfrm>
          <a:custGeom>
            <a:avLst/>
            <a:gdLst/>
            <a:ahLst/>
            <a:cxnLst/>
            <a:rect l="0" t="0" r="0" b="0"/>
            <a:pathLst>
              <a:path w="199636" h="126427">
                <a:moveTo>
                  <a:pt x="11362" y="73799"/>
                </a:moveTo>
                <a:lnTo>
                  <a:pt x="0" y="36415"/>
                </a:lnTo>
                <a:lnTo>
                  <a:pt x="22543" y="10676"/>
                </a:lnTo>
                <a:lnTo>
                  <a:pt x="71184" y="4762"/>
                </a:lnTo>
                <a:lnTo>
                  <a:pt x="107074" y="9206"/>
                </a:lnTo>
                <a:lnTo>
                  <a:pt x="139262" y="21344"/>
                </a:lnTo>
                <a:lnTo>
                  <a:pt x="154874" y="0"/>
                </a:lnTo>
                <a:lnTo>
                  <a:pt x="189352" y="11396"/>
                </a:lnTo>
                <a:lnTo>
                  <a:pt x="199636" y="32041"/>
                </a:lnTo>
                <a:lnTo>
                  <a:pt x="197454" y="69137"/>
                </a:lnTo>
                <a:lnTo>
                  <a:pt x="135063" y="92961"/>
                </a:lnTo>
                <a:lnTo>
                  <a:pt x="152837" y="111714"/>
                </a:lnTo>
                <a:lnTo>
                  <a:pt x="113061" y="113958"/>
                </a:lnTo>
                <a:lnTo>
                  <a:pt x="80833" y="126427"/>
                </a:lnTo>
                <a:lnTo>
                  <a:pt x="48771" y="121907"/>
                </a:lnTo>
                <a:lnTo>
                  <a:pt x="32437" y="105775"/>
                </a:lnTo>
                <a:lnTo>
                  <a:pt x="11362" y="7379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7" name="Map / Thailand / 0">
            <a:extLst>
              <a:ext uri="{FF2B5EF4-FFF2-40B4-BE49-F238E27FC236}">
                <a16:creationId xmlns:a16="http://schemas.microsoft.com/office/drawing/2014/main" id="{DF97771D-FFE1-44BD-B289-A1A717376F81}"/>
              </a:ext>
            </a:extLst>
          </p:cNvPr>
          <p:cNvSpPr>
            <a:spLocks noGrp="1"/>
          </p:cNvSpPr>
          <p:nvPr/>
        </p:nvSpPr>
        <p:spPr>
          <a:xfrm>
            <a:off x="12876869" y="3830402"/>
            <a:ext cx="318829" cy="455876"/>
          </a:xfrm>
          <a:custGeom>
            <a:avLst/>
            <a:gdLst/>
            <a:ahLst/>
            <a:cxnLst/>
            <a:rect l="0" t="0" r="0" b="0"/>
            <a:pathLst>
              <a:path w="318829" h="455876">
                <a:moveTo>
                  <a:pt x="307505" y="190215"/>
                </a:moveTo>
                <a:lnTo>
                  <a:pt x="271614" y="185772"/>
                </a:lnTo>
                <a:lnTo>
                  <a:pt x="222973" y="191685"/>
                </a:lnTo>
                <a:lnTo>
                  <a:pt x="200430" y="217424"/>
                </a:lnTo>
                <a:lnTo>
                  <a:pt x="211792" y="254809"/>
                </a:lnTo>
                <a:lnTo>
                  <a:pt x="176820" y="240595"/>
                </a:lnTo>
                <a:lnTo>
                  <a:pt x="144369" y="241173"/>
                </a:lnTo>
                <a:lnTo>
                  <a:pt x="148394" y="216852"/>
                </a:lnTo>
                <a:lnTo>
                  <a:pt x="114972" y="217034"/>
                </a:lnTo>
                <a:lnTo>
                  <a:pt x="114086" y="251081"/>
                </a:lnTo>
                <a:lnTo>
                  <a:pt x="96101" y="296297"/>
                </a:lnTo>
                <a:lnTo>
                  <a:pt x="85109" y="323641"/>
                </a:lnTo>
                <a:lnTo>
                  <a:pt x="88754" y="346047"/>
                </a:lnTo>
                <a:lnTo>
                  <a:pt x="113575" y="347019"/>
                </a:lnTo>
                <a:lnTo>
                  <a:pt x="130215" y="375273"/>
                </a:lnTo>
                <a:lnTo>
                  <a:pt x="138077" y="402068"/>
                </a:lnTo>
                <a:lnTo>
                  <a:pt x="159938" y="419797"/>
                </a:lnTo>
                <a:lnTo>
                  <a:pt x="183117" y="423396"/>
                </a:lnTo>
                <a:lnTo>
                  <a:pt x="203356" y="439462"/>
                </a:lnTo>
                <a:lnTo>
                  <a:pt x="191289" y="452179"/>
                </a:lnTo>
                <a:lnTo>
                  <a:pt x="166262" y="455876"/>
                </a:lnTo>
                <a:lnTo>
                  <a:pt x="162801" y="439981"/>
                </a:lnTo>
                <a:lnTo>
                  <a:pt x="131313" y="426423"/>
                </a:lnTo>
                <a:lnTo>
                  <a:pt x="124872" y="431944"/>
                </a:lnTo>
                <a:lnTo>
                  <a:pt x="109449" y="420065"/>
                </a:lnTo>
                <a:lnTo>
                  <a:pt x="102412" y="404734"/>
                </a:lnTo>
                <a:lnTo>
                  <a:pt x="81546" y="387258"/>
                </a:lnTo>
                <a:lnTo>
                  <a:pt x="62539" y="372575"/>
                </a:lnTo>
                <a:lnTo>
                  <a:pt x="56997" y="390771"/>
                </a:lnTo>
                <a:lnTo>
                  <a:pt x="49118" y="373575"/>
                </a:lnTo>
                <a:lnTo>
                  <a:pt x="52473" y="354261"/>
                </a:lnTo>
                <a:lnTo>
                  <a:pt x="62330" y="324573"/>
                </a:lnTo>
                <a:lnTo>
                  <a:pt x="79161" y="292763"/>
                </a:lnTo>
                <a:lnTo>
                  <a:pt x="98444" y="263905"/>
                </a:lnTo>
                <a:lnTo>
                  <a:pt x="81919" y="235673"/>
                </a:lnTo>
                <a:lnTo>
                  <a:pt x="81615" y="221292"/>
                </a:lnTo>
                <a:lnTo>
                  <a:pt x="76156" y="204012"/>
                </a:lnTo>
                <a:lnTo>
                  <a:pt x="49181" y="179417"/>
                </a:lnTo>
                <a:lnTo>
                  <a:pt x="39030" y="163887"/>
                </a:lnTo>
                <a:lnTo>
                  <a:pt x="51713" y="158166"/>
                </a:lnTo>
                <a:lnTo>
                  <a:pt x="63576" y="131255"/>
                </a:lnTo>
                <a:lnTo>
                  <a:pt x="46454" y="110824"/>
                </a:lnTo>
                <a:lnTo>
                  <a:pt x="20583" y="88222"/>
                </a:lnTo>
                <a:lnTo>
                  <a:pt x="0" y="61058"/>
                </a:lnTo>
                <a:lnTo>
                  <a:pt x="15478" y="55436"/>
                </a:lnTo>
                <a:lnTo>
                  <a:pt x="29716" y="21968"/>
                </a:lnTo>
                <a:lnTo>
                  <a:pt x="56279" y="20582"/>
                </a:lnTo>
                <a:lnTo>
                  <a:pt x="77071" y="7159"/>
                </a:lnTo>
                <a:lnTo>
                  <a:pt x="98021" y="0"/>
                </a:lnTo>
                <a:lnTo>
                  <a:pt x="115309" y="9553"/>
                </a:lnTo>
                <a:lnTo>
                  <a:pt x="119250" y="28155"/>
                </a:lnTo>
                <a:lnTo>
                  <a:pt x="144937" y="29571"/>
                </a:lnTo>
                <a:lnTo>
                  <a:pt x="138617" y="62189"/>
                </a:lnTo>
                <a:lnTo>
                  <a:pt x="141926" y="89939"/>
                </a:lnTo>
                <a:lnTo>
                  <a:pt x="180232" y="71470"/>
                </a:lnTo>
                <a:lnTo>
                  <a:pt x="192049" y="76928"/>
                </a:lnTo>
                <a:lnTo>
                  <a:pt x="214144" y="76033"/>
                </a:lnTo>
                <a:lnTo>
                  <a:pt x="220806" y="65263"/>
                </a:lnTo>
                <a:lnTo>
                  <a:pt x="249624" y="67389"/>
                </a:lnTo>
                <a:lnTo>
                  <a:pt x="280660" y="92528"/>
                </a:lnTo>
                <a:lnTo>
                  <a:pt x="285627" y="123082"/>
                </a:lnTo>
                <a:lnTo>
                  <a:pt x="318506" y="150061"/>
                </a:lnTo>
                <a:lnTo>
                  <a:pt x="318829" y="176262"/>
                </a:lnTo>
                <a:lnTo>
                  <a:pt x="307505" y="19021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8" name="Map / Laos / 0">
            <a:extLst>
              <a:ext uri="{FF2B5EF4-FFF2-40B4-BE49-F238E27FC236}">
                <a16:creationId xmlns:a16="http://schemas.microsoft.com/office/drawing/2014/main" id="{3DBD41AA-3472-434C-84A6-E54DB063A229}"/>
              </a:ext>
            </a:extLst>
          </p:cNvPr>
          <p:cNvSpPr>
            <a:spLocks noGrp="1"/>
          </p:cNvSpPr>
          <p:nvPr/>
        </p:nvSpPr>
        <p:spPr>
          <a:xfrm>
            <a:off x="12974890" y="3767038"/>
            <a:ext cx="296300" cy="265718"/>
          </a:xfrm>
          <a:custGeom>
            <a:avLst/>
            <a:gdLst/>
            <a:ahLst/>
            <a:cxnLst/>
            <a:rect l="0" t="0" r="0" b="0"/>
            <a:pathLst>
              <a:path w="296300" h="265718">
                <a:moveTo>
                  <a:pt x="291760" y="255770"/>
                </a:moveTo>
                <a:lnTo>
                  <a:pt x="257282" y="244374"/>
                </a:lnTo>
                <a:lnTo>
                  <a:pt x="241670" y="265718"/>
                </a:lnTo>
                <a:lnTo>
                  <a:pt x="209483" y="253579"/>
                </a:lnTo>
                <a:lnTo>
                  <a:pt x="220808" y="239627"/>
                </a:lnTo>
                <a:lnTo>
                  <a:pt x="220485" y="213426"/>
                </a:lnTo>
                <a:lnTo>
                  <a:pt x="187605" y="186446"/>
                </a:lnTo>
                <a:lnTo>
                  <a:pt x="182639" y="155892"/>
                </a:lnTo>
                <a:lnTo>
                  <a:pt x="151602" y="130753"/>
                </a:lnTo>
                <a:lnTo>
                  <a:pt x="122784" y="128627"/>
                </a:lnTo>
                <a:lnTo>
                  <a:pt x="116122" y="139398"/>
                </a:lnTo>
                <a:lnTo>
                  <a:pt x="94027" y="140293"/>
                </a:lnTo>
                <a:lnTo>
                  <a:pt x="82210" y="134835"/>
                </a:lnTo>
                <a:lnTo>
                  <a:pt x="43904" y="153303"/>
                </a:lnTo>
                <a:lnTo>
                  <a:pt x="40595" y="125553"/>
                </a:lnTo>
                <a:lnTo>
                  <a:pt x="46915" y="92936"/>
                </a:lnTo>
                <a:lnTo>
                  <a:pt x="21229" y="91519"/>
                </a:lnTo>
                <a:lnTo>
                  <a:pt x="17288" y="72918"/>
                </a:lnTo>
                <a:lnTo>
                  <a:pt x="0" y="63364"/>
                </a:lnTo>
                <a:lnTo>
                  <a:pt x="6929" y="51964"/>
                </a:lnTo>
                <a:lnTo>
                  <a:pt x="37025" y="31829"/>
                </a:lnTo>
                <a:lnTo>
                  <a:pt x="41172" y="39101"/>
                </a:lnTo>
                <a:lnTo>
                  <a:pt x="61391" y="39946"/>
                </a:lnTo>
                <a:lnTo>
                  <a:pt x="51961" y="4537"/>
                </a:lnTo>
                <a:lnTo>
                  <a:pt x="71027" y="0"/>
                </a:lnTo>
                <a:lnTo>
                  <a:pt x="95711" y="24444"/>
                </a:lnTo>
                <a:lnTo>
                  <a:pt x="115593" y="52570"/>
                </a:lnTo>
                <a:lnTo>
                  <a:pt x="162128" y="52812"/>
                </a:lnTo>
                <a:lnTo>
                  <a:pt x="179515" y="79809"/>
                </a:lnTo>
                <a:lnTo>
                  <a:pt x="156148" y="87918"/>
                </a:lnTo>
                <a:lnTo>
                  <a:pt x="146376" y="99047"/>
                </a:lnTo>
                <a:lnTo>
                  <a:pt x="193456" y="117565"/>
                </a:lnTo>
                <a:lnTo>
                  <a:pt x="228265" y="154145"/>
                </a:lnTo>
                <a:lnTo>
                  <a:pt x="254511" y="181418"/>
                </a:lnTo>
                <a:lnTo>
                  <a:pt x="284992" y="202956"/>
                </a:lnTo>
                <a:lnTo>
                  <a:pt x="296300" y="224822"/>
                </a:lnTo>
                <a:lnTo>
                  <a:pt x="291760" y="25577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79" name="Map / Myanmar / 0">
            <a:extLst>
              <a:ext uri="{FF2B5EF4-FFF2-40B4-BE49-F238E27FC236}">
                <a16:creationId xmlns:a16="http://schemas.microsoft.com/office/drawing/2014/main" id="{60575502-B33C-46E9-80C0-DE09C19BD67A}"/>
              </a:ext>
            </a:extLst>
          </p:cNvPr>
          <p:cNvSpPr>
            <a:spLocks noGrp="1"/>
          </p:cNvSpPr>
          <p:nvPr/>
        </p:nvSpPr>
        <p:spPr>
          <a:xfrm>
            <a:off x="12676638" y="3585288"/>
            <a:ext cx="335277" cy="569687"/>
          </a:xfrm>
          <a:custGeom>
            <a:avLst/>
            <a:gdLst/>
            <a:ahLst/>
            <a:cxnLst/>
            <a:rect l="0" t="0" r="0" b="0"/>
            <a:pathLst>
              <a:path w="335277" h="569687">
                <a:moveTo>
                  <a:pt x="298252" y="245115"/>
                </a:moveTo>
                <a:lnTo>
                  <a:pt x="277301" y="252273"/>
                </a:lnTo>
                <a:lnTo>
                  <a:pt x="256509" y="265696"/>
                </a:lnTo>
                <a:lnTo>
                  <a:pt x="229947" y="267083"/>
                </a:lnTo>
                <a:lnTo>
                  <a:pt x="215709" y="300550"/>
                </a:lnTo>
                <a:lnTo>
                  <a:pt x="200230" y="306173"/>
                </a:lnTo>
                <a:lnTo>
                  <a:pt x="220813" y="333337"/>
                </a:lnTo>
                <a:lnTo>
                  <a:pt x="246685" y="355938"/>
                </a:lnTo>
                <a:lnTo>
                  <a:pt x="263806" y="376370"/>
                </a:lnTo>
                <a:lnTo>
                  <a:pt x="251944" y="403281"/>
                </a:lnTo>
                <a:lnTo>
                  <a:pt x="239260" y="409001"/>
                </a:lnTo>
                <a:lnTo>
                  <a:pt x="249411" y="424531"/>
                </a:lnTo>
                <a:lnTo>
                  <a:pt x="276387" y="449127"/>
                </a:lnTo>
                <a:lnTo>
                  <a:pt x="281845" y="466407"/>
                </a:lnTo>
                <a:lnTo>
                  <a:pt x="282149" y="480788"/>
                </a:lnTo>
                <a:lnTo>
                  <a:pt x="298675" y="509019"/>
                </a:lnTo>
                <a:lnTo>
                  <a:pt x="279391" y="537877"/>
                </a:lnTo>
                <a:lnTo>
                  <a:pt x="262560" y="569687"/>
                </a:lnTo>
                <a:lnTo>
                  <a:pt x="257765" y="546708"/>
                </a:lnTo>
                <a:lnTo>
                  <a:pt x="268195" y="522995"/>
                </a:lnTo>
                <a:lnTo>
                  <a:pt x="254395" y="504678"/>
                </a:lnTo>
                <a:lnTo>
                  <a:pt x="255461" y="470955"/>
                </a:lnTo>
                <a:lnTo>
                  <a:pt x="239029" y="454917"/>
                </a:lnTo>
                <a:lnTo>
                  <a:pt x="224170" y="417868"/>
                </a:lnTo>
                <a:lnTo>
                  <a:pt x="214475" y="378761"/>
                </a:lnTo>
                <a:lnTo>
                  <a:pt x="196102" y="353124"/>
                </a:lnTo>
                <a:lnTo>
                  <a:pt x="172345" y="368649"/>
                </a:lnTo>
                <a:lnTo>
                  <a:pt x="130904" y="390716"/>
                </a:lnTo>
                <a:lnTo>
                  <a:pt x="109437" y="387959"/>
                </a:lnTo>
                <a:lnTo>
                  <a:pt x="85423" y="380700"/>
                </a:lnTo>
                <a:lnTo>
                  <a:pt x="95586" y="342336"/>
                </a:lnTo>
                <a:lnTo>
                  <a:pt x="85355" y="313353"/>
                </a:lnTo>
                <a:lnTo>
                  <a:pt x="52683" y="277661"/>
                </a:lnTo>
                <a:lnTo>
                  <a:pt x="56330" y="266502"/>
                </a:lnTo>
                <a:lnTo>
                  <a:pt x="33864" y="262534"/>
                </a:lnTo>
                <a:lnTo>
                  <a:pt x="4776" y="237282"/>
                </a:lnTo>
                <a:lnTo>
                  <a:pt x="0" y="212374"/>
                </a:lnTo>
                <a:lnTo>
                  <a:pt x="13620" y="217062"/>
                </a:lnTo>
                <a:lnTo>
                  <a:pt x="12270" y="194860"/>
                </a:lnTo>
                <a:lnTo>
                  <a:pt x="30170" y="187517"/>
                </a:lnTo>
                <a:lnTo>
                  <a:pt x="24870" y="174371"/>
                </a:lnTo>
                <a:lnTo>
                  <a:pt x="32328" y="163829"/>
                </a:lnTo>
                <a:lnTo>
                  <a:pt x="30455" y="131793"/>
                </a:lnTo>
                <a:lnTo>
                  <a:pt x="60649" y="138845"/>
                </a:lnTo>
                <a:lnTo>
                  <a:pt x="74680" y="113322"/>
                </a:lnTo>
                <a:lnTo>
                  <a:pt x="74906" y="98238"/>
                </a:lnTo>
                <a:lnTo>
                  <a:pt x="92695" y="72272"/>
                </a:lnTo>
                <a:lnTo>
                  <a:pt x="89468" y="54556"/>
                </a:lnTo>
                <a:lnTo>
                  <a:pt x="135507" y="33165"/>
                </a:lnTo>
                <a:lnTo>
                  <a:pt x="163035" y="38763"/>
                </a:lnTo>
                <a:lnTo>
                  <a:pt x="157580" y="19716"/>
                </a:lnTo>
                <a:lnTo>
                  <a:pt x="170018" y="14036"/>
                </a:lnTo>
                <a:lnTo>
                  <a:pt x="165686" y="2302"/>
                </a:lnTo>
                <a:lnTo>
                  <a:pt x="187326" y="0"/>
                </a:lnTo>
                <a:lnTo>
                  <a:pt x="202212" y="18225"/>
                </a:lnTo>
                <a:lnTo>
                  <a:pt x="219536" y="25605"/>
                </a:lnTo>
                <a:lnTo>
                  <a:pt x="223617" y="49295"/>
                </a:lnTo>
                <a:lnTo>
                  <a:pt x="225226" y="74829"/>
                </a:lnTo>
                <a:lnTo>
                  <a:pt x="192645" y="100679"/>
                </a:lnTo>
                <a:lnTo>
                  <a:pt x="192283" y="137401"/>
                </a:lnTo>
                <a:lnTo>
                  <a:pt x="231476" y="132266"/>
                </a:lnTo>
                <a:lnTo>
                  <a:pt x="243611" y="160763"/>
                </a:lnTo>
                <a:lnTo>
                  <a:pt x="268137" y="166758"/>
                </a:lnTo>
                <a:lnTo>
                  <a:pt x="259892" y="192475"/>
                </a:lnTo>
                <a:lnTo>
                  <a:pt x="289125" y="204095"/>
                </a:lnTo>
                <a:lnTo>
                  <a:pt x="306062" y="209794"/>
                </a:lnTo>
                <a:lnTo>
                  <a:pt x="332812" y="200781"/>
                </a:lnTo>
                <a:lnTo>
                  <a:pt x="335277" y="213579"/>
                </a:lnTo>
                <a:lnTo>
                  <a:pt x="305181" y="233714"/>
                </a:lnTo>
                <a:lnTo>
                  <a:pt x="298252" y="24511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0" name="Map / Vietnam / 0">
            <a:extLst>
              <a:ext uri="{FF2B5EF4-FFF2-40B4-BE49-F238E27FC236}">
                <a16:creationId xmlns:a16="http://schemas.microsoft.com/office/drawing/2014/main" id="{8196FF44-C571-4815-9B76-7D9A236C140D}"/>
              </a:ext>
            </a:extLst>
          </p:cNvPr>
          <p:cNvSpPr>
            <a:spLocks noGrp="1"/>
          </p:cNvSpPr>
          <p:nvPr/>
        </p:nvSpPr>
        <p:spPr>
          <a:xfrm>
            <a:off x="13045917" y="3739570"/>
            <a:ext cx="296582" cy="456676"/>
          </a:xfrm>
          <a:custGeom>
            <a:avLst/>
            <a:gdLst/>
            <a:ahLst/>
            <a:cxnLst/>
            <a:rect l="0" t="0" r="0" b="0"/>
            <a:pathLst>
              <a:path w="296582" h="456676">
                <a:moveTo>
                  <a:pt x="112215" y="398268"/>
                </a:moveTo>
                <a:lnTo>
                  <a:pt x="144443" y="385800"/>
                </a:lnTo>
                <a:lnTo>
                  <a:pt x="184219" y="383556"/>
                </a:lnTo>
                <a:lnTo>
                  <a:pt x="166444" y="364802"/>
                </a:lnTo>
                <a:lnTo>
                  <a:pt x="228836" y="340979"/>
                </a:lnTo>
                <a:lnTo>
                  <a:pt x="231018" y="303883"/>
                </a:lnTo>
                <a:lnTo>
                  <a:pt x="220733" y="283238"/>
                </a:lnTo>
                <a:lnTo>
                  <a:pt x="225273" y="252290"/>
                </a:lnTo>
                <a:lnTo>
                  <a:pt x="213965" y="230424"/>
                </a:lnTo>
                <a:lnTo>
                  <a:pt x="183485" y="208886"/>
                </a:lnTo>
                <a:lnTo>
                  <a:pt x="157238" y="181613"/>
                </a:lnTo>
                <a:lnTo>
                  <a:pt x="122430" y="145033"/>
                </a:lnTo>
                <a:lnTo>
                  <a:pt x="75349" y="126515"/>
                </a:lnTo>
                <a:lnTo>
                  <a:pt x="85121" y="115386"/>
                </a:lnTo>
                <a:lnTo>
                  <a:pt x="108488" y="107276"/>
                </a:lnTo>
                <a:lnTo>
                  <a:pt x="91101" y="80280"/>
                </a:lnTo>
                <a:lnTo>
                  <a:pt x="44566" y="80037"/>
                </a:lnTo>
                <a:lnTo>
                  <a:pt x="24684" y="51911"/>
                </a:lnTo>
                <a:lnTo>
                  <a:pt x="0" y="27468"/>
                </a:lnTo>
                <a:lnTo>
                  <a:pt x="19409" y="19913"/>
                </a:lnTo>
                <a:lnTo>
                  <a:pt x="49506" y="20069"/>
                </a:lnTo>
                <a:lnTo>
                  <a:pt x="85776" y="16497"/>
                </a:lnTo>
                <a:lnTo>
                  <a:pt x="116017" y="0"/>
                </a:lnTo>
                <a:lnTo>
                  <a:pt x="135537" y="11614"/>
                </a:lnTo>
                <a:lnTo>
                  <a:pt x="170662" y="17267"/>
                </a:lnTo>
                <a:lnTo>
                  <a:pt x="166730" y="35100"/>
                </a:lnTo>
                <a:lnTo>
                  <a:pt x="186106" y="47678"/>
                </a:lnTo>
                <a:lnTo>
                  <a:pt x="225002" y="55711"/>
                </a:lnTo>
                <a:lnTo>
                  <a:pt x="177441" y="82195"/>
                </a:lnTo>
                <a:lnTo>
                  <a:pt x="148945" y="111443"/>
                </a:lnTo>
                <a:lnTo>
                  <a:pt x="142745" y="132923"/>
                </a:lnTo>
                <a:lnTo>
                  <a:pt x="174758" y="165552"/>
                </a:lnTo>
                <a:lnTo>
                  <a:pt x="213777" y="206002"/>
                </a:lnTo>
                <a:lnTo>
                  <a:pt x="249796" y="225124"/>
                </a:lnTo>
                <a:lnTo>
                  <a:pt x="274871" y="249983"/>
                </a:lnTo>
                <a:lnTo>
                  <a:pt x="296582" y="307273"/>
                </a:lnTo>
                <a:lnTo>
                  <a:pt x="295059" y="361730"/>
                </a:lnTo>
                <a:lnTo>
                  <a:pt x="264581" y="382116"/>
                </a:lnTo>
                <a:lnTo>
                  <a:pt x="222160" y="402047"/>
                </a:lnTo>
                <a:lnTo>
                  <a:pt x="192468" y="427853"/>
                </a:lnTo>
                <a:lnTo>
                  <a:pt x="146382" y="456676"/>
                </a:lnTo>
                <a:lnTo>
                  <a:pt x="131668" y="436824"/>
                </a:lnTo>
                <a:lnTo>
                  <a:pt x="141333" y="415853"/>
                </a:lnTo>
                <a:lnTo>
                  <a:pt x="112215" y="398268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181" name="Map / North Korea / 1">
            <a:extLst>
              <a:ext uri="{FF2B5EF4-FFF2-40B4-BE49-F238E27FC236}">
                <a16:creationId xmlns:a16="http://schemas.microsoft.com/office/drawing/2014/main" id="{9D198903-2D8F-494C-BC3C-992308C5966F}"/>
              </a:ext>
            </a:extLst>
          </p:cNvPr>
          <p:cNvSpPr>
            <a:spLocks noGrp="1"/>
          </p:cNvSpPr>
          <p:nvPr/>
        </p:nvSpPr>
        <p:spPr>
          <a:xfrm>
            <a:off x="13782642" y="3131796"/>
            <a:ext cx="223654" cy="164573"/>
          </a:xfrm>
          <a:custGeom>
            <a:avLst/>
            <a:gdLst/>
            <a:ahLst/>
            <a:cxnLst/>
            <a:rect l="0" t="0" r="0" b="0"/>
            <a:pathLst>
              <a:path w="223654" h="164573">
                <a:moveTo>
                  <a:pt x="217170" y="18275"/>
                </a:moveTo>
                <a:lnTo>
                  <a:pt x="217170" y="18276"/>
                </a:lnTo>
                <a:lnTo>
                  <a:pt x="223654" y="23693"/>
                </a:lnTo>
                <a:lnTo>
                  <a:pt x="209211" y="21836"/>
                </a:lnTo>
                <a:lnTo>
                  <a:pt x="195783" y="32319"/>
                </a:lnTo>
                <a:lnTo>
                  <a:pt x="187327" y="42852"/>
                </a:lnTo>
                <a:lnTo>
                  <a:pt x="194030" y="65087"/>
                </a:lnTo>
                <a:lnTo>
                  <a:pt x="176566" y="71929"/>
                </a:lnTo>
                <a:lnTo>
                  <a:pt x="171287" y="77389"/>
                </a:lnTo>
                <a:lnTo>
                  <a:pt x="159497" y="86539"/>
                </a:lnTo>
                <a:lnTo>
                  <a:pt x="136074" y="91630"/>
                </a:lnTo>
                <a:lnTo>
                  <a:pt x="121942" y="99943"/>
                </a:lnTo>
                <a:lnTo>
                  <a:pt x="123823" y="113345"/>
                </a:lnTo>
                <a:lnTo>
                  <a:pt x="120278" y="116764"/>
                </a:lnTo>
                <a:lnTo>
                  <a:pt x="136128" y="121797"/>
                </a:lnTo>
                <a:lnTo>
                  <a:pt x="160132" y="135376"/>
                </a:lnTo>
                <a:lnTo>
                  <a:pt x="156470" y="142863"/>
                </a:lnTo>
                <a:lnTo>
                  <a:pt x="141157" y="144902"/>
                </a:lnTo>
                <a:lnTo>
                  <a:pt x="115314" y="146401"/>
                </a:lnTo>
                <a:lnTo>
                  <a:pt x="103930" y="160372"/>
                </a:lnTo>
                <a:lnTo>
                  <a:pt x="87149" y="159270"/>
                </a:lnTo>
                <a:lnTo>
                  <a:pt x="85436" y="162078"/>
                </a:lnTo>
                <a:lnTo>
                  <a:pt x="66168" y="156186"/>
                </a:lnTo>
                <a:lnTo>
                  <a:pt x="62948" y="162003"/>
                </a:lnTo>
                <a:lnTo>
                  <a:pt x="52634" y="164573"/>
                </a:lnTo>
                <a:lnTo>
                  <a:pt x="50081" y="158749"/>
                </a:lnTo>
                <a:lnTo>
                  <a:pt x="39873" y="155913"/>
                </a:lnTo>
                <a:lnTo>
                  <a:pt x="28851" y="150975"/>
                </a:lnTo>
                <a:lnTo>
                  <a:pt x="36046" y="137350"/>
                </a:lnTo>
                <a:lnTo>
                  <a:pt x="43988" y="133716"/>
                </a:lnTo>
                <a:lnTo>
                  <a:pt x="39453" y="128061"/>
                </a:lnTo>
                <a:lnTo>
                  <a:pt x="45153" y="111363"/>
                </a:lnTo>
                <a:lnTo>
                  <a:pt x="41607" y="106304"/>
                </a:lnTo>
                <a:lnTo>
                  <a:pt x="19283" y="102931"/>
                </a:lnTo>
                <a:lnTo>
                  <a:pt x="0" y="94630"/>
                </a:lnTo>
                <a:lnTo>
                  <a:pt x="25605" y="74777"/>
                </a:lnTo>
                <a:lnTo>
                  <a:pt x="62448" y="58137"/>
                </a:lnTo>
                <a:lnTo>
                  <a:pt x="82636" y="36182"/>
                </a:lnTo>
                <a:lnTo>
                  <a:pt x="102416" y="45884"/>
                </a:lnTo>
                <a:lnTo>
                  <a:pt x="134551" y="47011"/>
                </a:lnTo>
                <a:lnTo>
                  <a:pt x="124906" y="30681"/>
                </a:lnTo>
                <a:lnTo>
                  <a:pt x="178544" y="17348"/>
                </a:lnTo>
                <a:lnTo>
                  <a:pt x="188906" y="0"/>
                </a:lnTo>
                <a:lnTo>
                  <a:pt x="217170" y="1827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2" name="Map / South Korea / 0">
            <a:extLst>
              <a:ext uri="{FF2B5EF4-FFF2-40B4-BE49-F238E27FC236}">
                <a16:creationId xmlns:a16="http://schemas.microsoft.com/office/drawing/2014/main" id="{3CB753F5-70DA-4C76-B8EB-485D757579BD}"/>
              </a:ext>
            </a:extLst>
          </p:cNvPr>
          <p:cNvSpPr>
            <a:spLocks noGrp="1"/>
          </p:cNvSpPr>
          <p:nvPr/>
        </p:nvSpPr>
        <p:spPr>
          <a:xfrm>
            <a:off x="13868078" y="3267172"/>
            <a:ext cx="136229" cy="130703"/>
          </a:xfrm>
          <a:custGeom>
            <a:avLst/>
            <a:gdLst/>
            <a:ahLst/>
            <a:cxnLst/>
            <a:rect l="0" t="0" r="0" b="0"/>
            <a:pathLst>
              <a:path w="136229" h="130703">
                <a:moveTo>
                  <a:pt x="0" y="26702"/>
                </a:moveTo>
                <a:lnTo>
                  <a:pt x="1713" y="23894"/>
                </a:lnTo>
                <a:lnTo>
                  <a:pt x="18494" y="24996"/>
                </a:lnTo>
                <a:lnTo>
                  <a:pt x="29878" y="11024"/>
                </a:lnTo>
                <a:lnTo>
                  <a:pt x="55721" y="9525"/>
                </a:lnTo>
                <a:lnTo>
                  <a:pt x="71034" y="7487"/>
                </a:lnTo>
                <a:lnTo>
                  <a:pt x="74695" y="0"/>
                </a:lnTo>
                <a:lnTo>
                  <a:pt x="114766" y="36524"/>
                </a:lnTo>
                <a:lnTo>
                  <a:pt x="128321" y="56590"/>
                </a:lnTo>
                <a:lnTo>
                  <a:pt x="136229" y="92253"/>
                </a:lnTo>
                <a:lnTo>
                  <a:pt x="125767" y="109268"/>
                </a:lnTo>
                <a:lnTo>
                  <a:pt x="93302" y="115215"/>
                </a:lnTo>
                <a:lnTo>
                  <a:pt x="66158" y="128053"/>
                </a:lnTo>
                <a:lnTo>
                  <a:pt x="33152" y="130703"/>
                </a:lnTo>
                <a:lnTo>
                  <a:pt x="25605" y="113847"/>
                </a:lnTo>
                <a:lnTo>
                  <a:pt x="27757" y="90631"/>
                </a:lnTo>
                <a:lnTo>
                  <a:pt x="4631" y="58407"/>
                </a:lnTo>
                <a:lnTo>
                  <a:pt x="31092" y="53193"/>
                </a:lnTo>
                <a:lnTo>
                  <a:pt x="0" y="2670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3" name="Map / Mongolia / 0">
            <a:extLst>
              <a:ext uri="{FF2B5EF4-FFF2-40B4-BE49-F238E27FC236}">
                <a16:creationId xmlns:a16="http://schemas.microsoft.com/office/drawing/2014/main" id="{7124780D-024D-43E2-8CFE-8D4D75C95CFF}"/>
              </a:ext>
            </a:extLst>
          </p:cNvPr>
          <p:cNvSpPr>
            <a:spLocks noGrp="1"/>
          </p:cNvSpPr>
          <p:nvPr/>
        </p:nvSpPr>
        <p:spPr>
          <a:xfrm>
            <a:off x="12383755" y="2851271"/>
            <a:ext cx="1182201" cy="323491"/>
          </a:xfrm>
          <a:custGeom>
            <a:avLst/>
            <a:gdLst/>
            <a:ahLst/>
            <a:cxnLst/>
            <a:rect l="0" t="0" r="0" b="0"/>
            <a:pathLst>
              <a:path w="1182201" h="323491">
                <a:moveTo>
                  <a:pt x="0" y="85135"/>
                </a:moveTo>
                <a:lnTo>
                  <a:pt x="37342" y="79769"/>
                </a:lnTo>
                <a:lnTo>
                  <a:pt x="101565" y="53107"/>
                </a:lnTo>
                <a:lnTo>
                  <a:pt x="153896" y="38547"/>
                </a:lnTo>
                <a:lnTo>
                  <a:pt x="187349" y="48046"/>
                </a:lnTo>
                <a:lnTo>
                  <a:pt x="225313" y="48503"/>
                </a:lnTo>
                <a:lnTo>
                  <a:pt x="252518" y="62963"/>
                </a:lnTo>
                <a:lnTo>
                  <a:pt x="289006" y="64077"/>
                </a:lnTo>
                <a:lnTo>
                  <a:pt x="343149" y="71859"/>
                </a:lnTo>
                <a:lnTo>
                  <a:pt x="373945" y="50303"/>
                </a:lnTo>
                <a:lnTo>
                  <a:pt x="355353" y="32082"/>
                </a:lnTo>
                <a:lnTo>
                  <a:pt x="385978" y="0"/>
                </a:lnTo>
                <a:lnTo>
                  <a:pt x="429332" y="12796"/>
                </a:lnTo>
                <a:lnTo>
                  <a:pt x="463012" y="16423"/>
                </a:lnTo>
                <a:lnTo>
                  <a:pt x="507380" y="24377"/>
                </a:lnTo>
                <a:lnTo>
                  <a:pt x="519431" y="47574"/>
                </a:lnTo>
                <a:lnTo>
                  <a:pt x="573896" y="60594"/>
                </a:lnTo>
                <a:lnTo>
                  <a:pt x="606937" y="54856"/>
                </a:lnTo>
                <a:lnTo>
                  <a:pt x="651951" y="50810"/>
                </a:lnTo>
                <a:lnTo>
                  <a:pt x="689272" y="54888"/>
                </a:lnTo>
                <a:lnTo>
                  <a:pt x="728271" y="69765"/>
                </a:lnTo>
                <a:lnTo>
                  <a:pt x="753978" y="85588"/>
                </a:lnTo>
                <a:lnTo>
                  <a:pt x="787636" y="85266"/>
                </a:lnTo>
                <a:lnTo>
                  <a:pt x="834635" y="90307"/>
                </a:lnTo>
                <a:lnTo>
                  <a:pt x="866272" y="82635"/>
                </a:lnTo>
                <a:lnTo>
                  <a:pt x="912928" y="77508"/>
                </a:lnTo>
                <a:lnTo>
                  <a:pt x="960857" y="55692"/>
                </a:lnTo>
                <a:lnTo>
                  <a:pt x="983458" y="59037"/>
                </a:lnTo>
                <a:lnTo>
                  <a:pt x="1005037" y="69410"/>
                </a:lnTo>
                <a:lnTo>
                  <a:pt x="1047756" y="66829"/>
                </a:lnTo>
                <a:lnTo>
                  <a:pt x="1035819" y="90168"/>
                </a:lnTo>
                <a:lnTo>
                  <a:pt x="1017597" y="121100"/>
                </a:lnTo>
                <a:lnTo>
                  <a:pt x="1030022" y="133756"/>
                </a:lnTo>
                <a:lnTo>
                  <a:pt x="1049728" y="129829"/>
                </a:lnTo>
                <a:lnTo>
                  <a:pt x="1086878" y="134649"/>
                </a:lnTo>
                <a:lnTo>
                  <a:pt x="1112124" y="123226"/>
                </a:lnTo>
                <a:lnTo>
                  <a:pt x="1143816" y="133121"/>
                </a:lnTo>
                <a:lnTo>
                  <a:pt x="1182201" y="154760"/>
                </a:lnTo>
                <a:lnTo>
                  <a:pt x="1180883" y="165761"/>
                </a:lnTo>
                <a:lnTo>
                  <a:pt x="1151207" y="162271"/>
                </a:lnTo>
                <a:lnTo>
                  <a:pt x="1099113" y="166378"/>
                </a:lnTo>
                <a:lnTo>
                  <a:pt x="1075475" y="175186"/>
                </a:lnTo>
                <a:lnTo>
                  <a:pt x="1053454" y="195648"/>
                </a:lnTo>
                <a:lnTo>
                  <a:pt x="1000376" y="207641"/>
                </a:lnTo>
                <a:lnTo>
                  <a:pt x="967566" y="224076"/>
                </a:lnTo>
                <a:lnTo>
                  <a:pt x="928493" y="217800"/>
                </a:lnTo>
                <a:lnTo>
                  <a:pt x="907250" y="215000"/>
                </a:lnTo>
                <a:lnTo>
                  <a:pt x="892385" y="234956"/>
                </a:lnTo>
                <a:lnTo>
                  <a:pt x="906689" y="246851"/>
                </a:lnTo>
                <a:lnTo>
                  <a:pt x="914843" y="257068"/>
                </a:lnTo>
                <a:lnTo>
                  <a:pt x="891365" y="267478"/>
                </a:lnTo>
                <a:lnTo>
                  <a:pt x="868493" y="284059"/>
                </a:lnTo>
                <a:lnTo>
                  <a:pt x="827772" y="294949"/>
                </a:lnTo>
                <a:lnTo>
                  <a:pt x="772857" y="296123"/>
                </a:lnTo>
                <a:lnTo>
                  <a:pt x="715553" y="306870"/>
                </a:lnTo>
                <a:lnTo>
                  <a:pt x="675934" y="323491"/>
                </a:lnTo>
                <a:lnTo>
                  <a:pt x="657749" y="313866"/>
                </a:lnTo>
                <a:lnTo>
                  <a:pt x="613186" y="313893"/>
                </a:lnTo>
                <a:lnTo>
                  <a:pt x="555108" y="295090"/>
                </a:lnTo>
                <a:lnTo>
                  <a:pt x="517904" y="290480"/>
                </a:lnTo>
                <a:lnTo>
                  <a:pt x="469783" y="294786"/>
                </a:lnTo>
                <a:lnTo>
                  <a:pt x="392551" y="287846"/>
                </a:lnTo>
                <a:lnTo>
                  <a:pt x="352133" y="288566"/>
                </a:lnTo>
                <a:lnTo>
                  <a:pt x="327188" y="270184"/>
                </a:lnTo>
                <a:lnTo>
                  <a:pt x="305191" y="241646"/>
                </a:lnTo>
                <a:lnTo>
                  <a:pt x="281880" y="238209"/>
                </a:lnTo>
                <a:lnTo>
                  <a:pt x="234013" y="218919"/>
                </a:lnTo>
                <a:lnTo>
                  <a:pt x="183864" y="214598"/>
                </a:lnTo>
                <a:lnTo>
                  <a:pt x="139366" y="209304"/>
                </a:lnTo>
                <a:lnTo>
                  <a:pt x="123765" y="195880"/>
                </a:lnTo>
                <a:lnTo>
                  <a:pt x="131216" y="159710"/>
                </a:lnTo>
                <a:lnTo>
                  <a:pt x="101391" y="134778"/>
                </a:lnTo>
                <a:lnTo>
                  <a:pt x="47210" y="123153"/>
                </a:lnTo>
                <a:lnTo>
                  <a:pt x="13555" y="106734"/>
                </a:lnTo>
                <a:lnTo>
                  <a:pt x="0" y="8513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4" name="Map / India / 0">
            <a:extLst>
              <a:ext uri="{FF2B5EF4-FFF2-40B4-BE49-F238E27FC236}">
                <a16:creationId xmlns:a16="http://schemas.microsoft.com/office/drawing/2014/main" id="{7A45A2F5-2562-4449-B8F9-438805BA31BA}"/>
              </a:ext>
            </a:extLst>
          </p:cNvPr>
          <p:cNvSpPr>
            <a:spLocks noGrp="1"/>
          </p:cNvSpPr>
          <p:nvPr/>
        </p:nvSpPr>
        <p:spPr>
          <a:xfrm>
            <a:off x="11760695" y="3363701"/>
            <a:ext cx="1085961" cy="852178"/>
          </a:xfrm>
          <a:custGeom>
            <a:avLst/>
            <a:gdLst/>
            <a:ahLst/>
            <a:cxnLst/>
            <a:rect l="0" t="0" r="0" b="0"/>
            <a:pathLst>
              <a:path w="1085961" h="852178">
                <a:moveTo>
                  <a:pt x="1081629" y="223889"/>
                </a:moveTo>
                <a:lnTo>
                  <a:pt x="1085961" y="235623"/>
                </a:lnTo>
                <a:lnTo>
                  <a:pt x="1073523" y="241302"/>
                </a:lnTo>
                <a:lnTo>
                  <a:pt x="1078978" y="260349"/>
                </a:lnTo>
                <a:lnTo>
                  <a:pt x="1051450" y="254752"/>
                </a:lnTo>
                <a:lnTo>
                  <a:pt x="1005411" y="276143"/>
                </a:lnTo>
                <a:lnTo>
                  <a:pt x="1008638" y="293858"/>
                </a:lnTo>
                <a:lnTo>
                  <a:pt x="990849" y="319825"/>
                </a:lnTo>
                <a:lnTo>
                  <a:pt x="990623" y="334909"/>
                </a:lnTo>
                <a:lnTo>
                  <a:pt x="976592" y="360432"/>
                </a:lnTo>
                <a:lnTo>
                  <a:pt x="946399" y="353380"/>
                </a:lnTo>
                <a:lnTo>
                  <a:pt x="948271" y="385416"/>
                </a:lnTo>
                <a:lnTo>
                  <a:pt x="940813" y="395958"/>
                </a:lnTo>
                <a:lnTo>
                  <a:pt x="946113" y="409104"/>
                </a:lnTo>
                <a:lnTo>
                  <a:pt x="928213" y="416447"/>
                </a:lnTo>
                <a:lnTo>
                  <a:pt x="903434" y="367343"/>
                </a:lnTo>
                <a:lnTo>
                  <a:pt x="893039" y="367440"/>
                </a:lnTo>
                <a:lnTo>
                  <a:pt x="888884" y="387224"/>
                </a:lnTo>
                <a:lnTo>
                  <a:pt x="866627" y="371180"/>
                </a:lnTo>
                <a:lnTo>
                  <a:pt x="876449" y="353563"/>
                </a:lnTo>
                <a:lnTo>
                  <a:pt x="893113" y="351774"/>
                </a:lnTo>
                <a:lnTo>
                  <a:pt x="907674" y="325577"/>
                </a:lnTo>
                <a:lnTo>
                  <a:pt x="885398" y="320291"/>
                </a:lnTo>
                <a:lnTo>
                  <a:pt x="850550" y="320750"/>
                </a:lnTo>
                <a:lnTo>
                  <a:pt x="814289" y="316505"/>
                </a:lnTo>
                <a:lnTo>
                  <a:pt x="808635" y="294980"/>
                </a:lnTo>
                <a:lnTo>
                  <a:pt x="790519" y="293453"/>
                </a:lnTo>
                <a:lnTo>
                  <a:pt x="759277" y="280076"/>
                </a:lnTo>
                <a:lnTo>
                  <a:pt x="748278" y="301079"/>
                </a:lnTo>
                <a:lnTo>
                  <a:pt x="777174" y="317466"/>
                </a:lnTo>
                <a:lnTo>
                  <a:pt x="754854" y="329001"/>
                </a:lnTo>
                <a:lnTo>
                  <a:pt x="747659" y="340282"/>
                </a:lnTo>
                <a:lnTo>
                  <a:pt x="771683" y="348577"/>
                </a:lnTo>
                <a:lnTo>
                  <a:pt x="767145" y="367230"/>
                </a:lnTo>
                <a:lnTo>
                  <a:pt x="782485" y="390509"/>
                </a:lnTo>
                <a:lnTo>
                  <a:pt x="790777" y="415999"/>
                </a:lnTo>
                <a:lnTo>
                  <a:pt x="786418" y="427302"/>
                </a:lnTo>
                <a:lnTo>
                  <a:pt x="760703" y="426913"/>
                </a:lnTo>
                <a:lnTo>
                  <a:pt x="714741" y="433339"/>
                </a:lnTo>
                <a:lnTo>
                  <a:pt x="718950" y="456626"/>
                </a:lnTo>
                <a:lnTo>
                  <a:pt x="700328" y="474942"/>
                </a:lnTo>
                <a:lnTo>
                  <a:pt x="647613" y="495778"/>
                </a:lnTo>
                <a:lnTo>
                  <a:pt x="608051" y="532200"/>
                </a:lnTo>
                <a:lnTo>
                  <a:pt x="580997" y="551727"/>
                </a:lnTo>
                <a:lnTo>
                  <a:pt x="544652" y="571990"/>
                </a:lnTo>
                <a:lnTo>
                  <a:pt x="545537" y="586229"/>
                </a:lnTo>
                <a:lnTo>
                  <a:pt x="527138" y="593858"/>
                </a:lnTo>
                <a:lnTo>
                  <a:pt x="493696" y="604948"/>
                </a:lnTo>
                <a:lnTo>
                  <a:pt x="476089" y="606582"/>
                </a:lnTo>
                <a:lnTo>
                  <a:pt x="466134" y="630195"/>
                </a:lnTo>
                <a:lnTo>
                  <a:pt x="476287" y="670458"/>
                </a:lnTo>
                <a:lnTo>
                  <a:pt x="479636" y="696136"/>
                </a:lnTo>
                <a:lnTo>
                  <a:pt x="464968" y="725546"/>
                </a:lnTo>
                <a:lnTo>
                  <a:pt x="467075" y="778139"/>
                </a:lnTo>
                <a:lnTo>
                  <a:pt x="447460" y="779638"/>
                </a:lnTo>
                <a:lnTo>
                  <a:pt x="431051" y="803249"/>
                </a:lnTo>
                <a:lnTo>
                  <a:pt x="442994" y="813452"/>
                </a:lnTo>
                <a:lnTo>
                  <a:pt x="408617" y="822228"/>
                </a:lnTo>
                <a:lnTo>
                  <a:pt x="396490" y="843281"/>
                </a:lnTo>
                <a:lnTo>
                  <a:pt x="381494" y="852178"/>
                </a:lnTo>
                <a:lnTo>
                  <a:pt x="344555" y="823273"/>
                </a:lnTo>
                <a:lnTo>
                  <a:pt x="325409" y="779924"/>
                </a:lnTo>
                <a:lnTo>
                  <a:pt x="309587" y="748700"/>
                </a:lnTo>
                <a:lnTo>
                  <a:pt x="295654" y="734058"/>
                </a:lnTo>
                <a:lnTo>
                  <a:pt x="274148" y="704319"/>
                </a:lnTo>
                <a:lnTo>
                  <a:pt x="262860" y="665604"/>
                </a:lnTo>
                <a:lnTo>
                  <a:pt x="255307" y="646267"/>
                </a:lnTo>
                <a:lnTo>
                  <a:pt x="218490" y="603751"/>
                </a:lnTo>
                <a:lnTo>
                  <a:pt x="199212" y="543760"/>
                </a:lnTo>
                <a:lnTo>
                  <a:pt x="185327" y="504147"/>
                </a:lnTo>
                <a:lnTo>
                  <a:pt x="182877" y="466650"/>
                </a:lnTo>
                <a:lnTo>
                  <a:pt x="173452" y="437659"/>
                </a:lnTo>
                <a:lnTo>
                  <a:pt x="119825" y="456189"/>
                </a:lnTo>
                <a:lnTo>
                  <a:pt x="92938" y="452478"/>
                </a:lnTo>
                <a:lnTo>
                  <a:pt x="40938" y="414960"/>
                </a:lnTo>
                <a:lnTo>
                  <a:pt x="58257" y="403770"/>
                </a:lnTo>
                <a:lnTo>
                  <a:pt x="46210" y="391622"/>
                </a:lnTo>
                <a:lnTo>
                  <a:pt x="0" y="365347"/>
                </a:lnTo>
                <a:lnTo>
                  <a:pt x="23478" y="344694"/>
                </a:lnTo>
                <a:lnTo>
                  <a:pt x="106359" y="344775"/>
                </a:lnTo>
                <a:lnTo>
                  <a:pt x="96678" y="318196"/>
                </a:lnTo>
                <a:lnTo>
                  <a:pt x="74212" y="302498"/>
                </a:lnTo>
                <a:lnTo>
                  <a:pt x="67873" y="278672"/>
                </a:lnTo>
                <a:lnTo>
                  <a:pt x="42062" y="264770"/>
                </a:lnTo>
                <a:lnTo>
                  <a:pt x="80509" y="232321"/>
                </a:lnTo>
                <a:lnTo>
                  <a:pt x="124298" y="234674"/>
                </a:lnTo>
                <a:lnTo>
                  <a:pt x="160408" y="202219"/>
                </a:lnTo>
                <a:lnTo>
                  <a:pt x="180734" y="170804"/>
                </a:lnTo>
                <a:lnTo>
                  <a:pt x="213802" y="139743"/>
                </a:lnTo>
                <a:lnTo>
                  <a:pt x="210840" y="117676"/>
                </a:lnTo>
                <a:lnTo>
                  <a:pt x="240705" y="99769"/>
                </a:lnTo>
                <a:lnTo>
                  <a:pt x="208864" y="84483"/>
                </a:lnTo>
                <a:lnTo>
                  <a:pt x="193540" y="63539"/>
                </a:lnTo>
                <a:lnTo>
                  <a:pt x="177216" y="36414"/>
                </a:lnTo>
                <a:lnTo>
                  <a:pt x="193903" y="23066"/>
                </a:lnTo>
                <a:lnTo>
                  <a:pt x="251263" y="30618"/>
                </a:lnTo>
                <a:lnTo>
                  <a:pt x="292200" y="26018"/>
                </a:lnTo>
                <a:lnTo>
                  <a:pt x="324896" y="0"/>
                </a:lnTo>
                <a:lnTo>
                  <a:pt x="369433" y="36283"/>
                </a:lnTo>
                <a:lnTo>
                  <a:pt x="368766" y="61535"/>
                </a:lnTo>
                <a:lnTo>
                  <a:pt x="385516" y="77379"/>
                </a:lnTo>
                <a:lnTo>
                  <a:pt x="386184" y="93185"/>
                </a:lnTo>
                <a:lnTo>
                  <a:pt x="358906" y="89025"/>
                </a:lnTo>
                <a:lnTo>
                  <a:pt x="373356" y="123147"/>
                </a:lnTo>
                <a:lnTo>
                  <a:pt x="412331" y="142748"/>
                </a:lnTo>
                <a:lnTo>
                  <a:pt x="466800" y="164394"/>
                </a:lnTo>
                <a:lnTo>
                  <a:pt x="444626" y="178436"/>
                </a:lnTo>
                <a:lnTo>
                  <a:pt x="433251" y="207393"/>
                </a:lnTo>
                <a:lnTo>
                  <a:pt x="470837" y="219106"/>
                </a:lnTo>
                <a:lnTo>
                  <a:pt x="507837" y="234293"/>
                </a:lnTo>
                <a:lnTo>
                  <a:pt x="558651" y="251659"/>
                </a:lnTo>
                <a:lnTo>
                  <a:pt x="610553" y="255671"/>
                </a:lnTo>
                <a:lnTo>
                  <a:pt x="633912" y="271419"/>
                </a:lnTo>
                <a:lnTo>
                  <a:pt x="663257" y="274366"/>
                </a:lnTo>
                <a:lnTo>
                  <a:pt x="709247" y="281582"/>
                </a:lnTo>
                <a:lnTo>
                  <a:pt x="740489" y="281064"/>
                </a:lnTo>
                <a:lnTo>
                  <a:pt x="743443" y="268812"/>
                </a:lnTo>
                <a:lnTo>
                  <a:pt x="736291" y="249142"/>
                </a:lnTo>
                <a:lnTo>
                  <a:pt x="737670" y="235808"/>
                </a:lnTo>
                <a:lnTo>
                  <a:pt x="759800" y="229297"/>
                </a:lnTo>
                <a:lnTo>
                  <a:pt x="765758" y="253677"/>
                </a:lnTo>
                <a:lnTo>
                  <a:pt x="767265" y="259879"/>
                </a:lnTo>
                <a:lnTo>
                  <a:pt x="802732" y="271629"/>
                </a:lnTo>
                <a:lnTo>
                  <a:pt x="825804" y="266790"/>
                </a:lnTo>
                <a:lnTo>
                  <a:pt x="857756" y="268866"/>
                </a:lnTo>
                <a:lnTo>
                  <a:pt x="888304" y="267948"/>
                </a:lnTo>
                <a:lnTo>
                  <a:pt x="888711" y="248931"/>
                </a:lnTo>
                <a:lnTo>
                  <a:pt x="872257" y="239052"/>
                </a:lnTo>
                <a:lnTo>
                  <a:pt x="902055" y="235179"/>
                </a:lnTo>
                <a:lnTo>
                  <a:pt x="933367" y="212155"/>
                </a:lnTo>
                <a:lnTo>
                  <a:pt x="974063" y="192442"/>
                </a:lnTo>
                <a:lnTo>
                  <a:pt x="1006479" y="200048"/>
                </a:lnTo>
                <a:lnTo>
                  <a:pt x="1031486" y="187013"/>
                </a:lnTo>
                <a:lnTo>
                  <a:pt x="1051580" y="206262"/>
                </a:lnTo>
                <a:lnTo>
                  <a:pt x="1040593" y="219262"/>
                </a:lnTo>
                <a:lnTo>
                  <a:pt x="1081629" y="223889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185" name="Map / Bangladesh / 0">
            <a:extLst>
              <a:ext uri="{FF2B5EF4-FFF2-40B4-BE49-F238E27FC236}">
                <a16:creationId xmlns:a16="http://schemas.microsoft.com/office/drawing/2014/main" id="{7FC90562-2A4F-4416-9ABB-35D7D97B4BBF}"/>
              </a:ext>
            </a:extLst>
          </p:cNvPr>
          <p:cNvSpPr>
            <a:spLocks noGrp="1"/>
          </p:cNvSpPr>
          <p:nvPr/>
        </p:nvSpPr>
        <p:spPr>
          <a:xfrm>
            <a:off x="12508354" y="3643777"/>
            <a:ext cx="181905" cy="178792"/>
          </a:xfrm>
          <a:custGeom>
            <a:avLst/>
            <a:gdLst/>
            <a:ahLst/>
            <a:cxnLst/>
            <a:rect l="0" t="0" r="0" b="0"/>
            <a:pathLst>
              <a:path w="181905" h="178792">
                <a:moveTo>
                  <a:pt x="180555" y="136371"/>
                </a:moveTo>
                <a:lnTo>
                  <a:pt x="181905" y="158573"/>
                </a:lnTo>
                <a:lnTo>
                  <a:pt x="168284" y="153885"/>
                </a:lnTo>
                <a:lnTo>
                  <a:pt x="173061" y="178792"/>
                </a:lnTo>
                <a:lnTo>
                  <a:pt x="160785" y="162654"/>
                </a:lnTo>
                <a:lnTo>
                  <a:pt x="157126" y="146886"/>
                </a:lnTo>
                <a:lnTo>
                  <a:pt x="148513" y="131985"/>
                </a:lnTo>
                <a:lnTo>
                  <a:pt x="130990" y="113966"/>
                </a:lnTo>
                <a:lnTo>
                  <a:pt x="96131" y="112727"/>
                </a:lnTo>
                <a:lnTo>
                  <a:pt x="100801" y="125488"/>
                </a:lnTo>
                <a:lnTo>
                  <a:pt x="90590" y="142713"/>
                </a:lnTo>
                <a:lnTo>
                  <a:pt x="73941" y="136436"/>
                </a:lnTo>
                <a:lnTo>
                  <a:pt x="68981" y="142071"/>
                </a:lnTo>
                <a:lnTo>
                  <a:pt x="57978" y="138695"/>
                </a:lnTo>
                <a:lnTo>
                  <a:pt x="43118" y="135923"/>
                </a:lnTo>
                <a:lnTo>
                  <a:pt x="34826" y="110433"/>
                </a:lnTo>
                <a:lnTo>
                  <a:pt x="19486" y="87154"/>
                </a:lnTo>
                <a:lnTo>
                  <a:pt x="24024" y="68500"/>
                </a:lnTo>
                <a:lnTo>
                  <a:pt x="0" y="60206"/>
                </a:lnTo>
                <a:lnTo>
                  <a:pt x="7196" y="48925"/>
                </a:lnTo>
                <a:lnTo>
                  <a:pt x="29515" y="37390"/>
                </a:lnTo>
                <a:lnTo>
                  <a:pt x="619" y="21003"/>
                </a:lnTo>
                <a:lnTo>
                  <a:pt x="11618" y="0"/>
                </a:lnTo>
                <a:lnTo>
                  <a:pt x="42860" y="13377"/>
                </a:lnTo>
                <a:lnTo>
                  <a:pt x="60977" y="14904"/>
                </a:lnTo>
                <a:lnTo>
                  <a:pt x="66630" y="36429"/>
                </a:lnTo>
                <a:lnTo>
                  <a:pt x="102891" y="40674"/>
                </a:lnTo>
                <a:lnTo>
                  <a:pt x="137740" y="40215"/>
                </a:lnTo>
                <a:lnTo>
                  <a:pt x="160015" y="45501"/>
                </a:lnTo>
                <a:lnTo>
                  <a:pt x="145455" y="71698"/>
                </a:lnTo>
                <a:lnTo>
                  <a:pt x="128790" y="73487"/>
                </a:lnTo>
                <a:lnTo>
                  <a:pt x="118968" y="91104"/>
                </a:lnTo>
                <a:lnTo>
                  <a:pt x="141225" y="107148"/>
                </a:lnTo>
                <a:lnTo>
                  <a:pt x="145380" y="87364"/>
                </a:lnTo>
                <a:lnTo>
                  <a:pt x="155775" y="87267"/>
                </a:lnTo>
                <a:lnTo>
                  <a:pt x="180555" y="13637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6" name="Map / Bhutan / 0">
            <a:extLst>
              <a:ext uri="{FF2B5EF4-FFF2-40B4-BE49-F238E27FC236}">
                <a16:creationId xmlns:a16="http://schemas.microsoft.com/office/drawing/2014/main" id="{296882F5-C99F-4EEA-9BB2-30E5FBBE2D79}"/>
              </a:ext>
            </a:extLst>
          </p:cNvPr>
          <p:cNvSpPr>
            <a:spLocks noGrp="1"/>
          </p:cNvSpPr>
          <p:nvPr/>
        </p:nvSpPr>
        <p:spPr>
          <a:xfrm>
            <a:off x="12526453" y="3586511"/>
            <a:ext cx="122953" cy="48819"/>
          </a:xfrm>
          <a:custGeom>
            <a:avLst/>
            <a:gdLst/>
            <a:ahLst/>
            <a:cxnLst/>
            <a:rect l="0" t="0" r="0" b="0"/>
            <a:pathLst>
              <a:path w="122953" h="48819">
                <a:moveTo>
                  <a:pt x="106498" y="16243"/>
                </a:moveTo>
                <a:lnTo>
                  <a:pt x="122953" y="26122"/>
                </a:lnTo>
                <a:lnTo>
                  <a:pt x="122546" y="45138"/>
                </a:lnTo>
                <a:lnTo>
                  <a:pt x="91998" y="46056"/>
                </a:lnTo>
                <a:lnTo>
                  <a:pt x="60046" y="43980"/>
                </a:lnTo>
                <a:lnTo>
                  <a:pt x="36974" y="48819"/>
                </a:lnTo>
                <a:lnTo>
                  <a:pt x="1507" y="37069"/>
                </a:lnTo>
                <a:lnTo>
                  <a:pt x="0" y="30867"/>
                </a:lnTo>
                <a:lnTo>
                  <a:pt x="22170" y="7853"/>
                </a:lnTo>
                <a:lnTo>
                  <a:pt x="41499" y="0"/>
                </a:lnTo>
                <a:lnTo>
                  <a:pt x="69163" y="7166"/>
                </a:lnTo>
                <a:lnTo>
                  <a:pt x="89075" y="7919"/>
                </a:lnTo>
                <a:lnTo>
                  <a:pt x="106498" y="1624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7" name="Map / Nepal / 0">
            <a:extLst>
              <a:ext uri="{FF2B5EF4-FFF2-40B4-BE49-F238E27FC236}">
                <a16:creationId xmlns:a16="http://schemas.microsoft.com/office/drawing/2014/main" id="{9891BA61-69B7-4145-A703-20BABFDCA829}"/>
              </a:ext>
            </a:extLst>
          </p:cNvPr>
          <p:cNvSpPr>
            <a:spLocks noGrp="1"/>
          </p:cNvSpPr>
          <p:nvPr/>
        </p:nvSpPr>
        <p:spPr>
          <a:xfrm>
            <a:off x="12193946" y="3520689"/>
            <a:ext cx="310192" cy="124593"/>
          </a:xfrm>
          <a:custGeom>
            <a:avLst/>
            <a:gdLst/>
            <a:ahLst/>
            <a:cxnLst/>
            <a:rect l="0" t="0" r="0" b="0"/>
            <a:pathLst>
              <a:path w="310192" h="124593">
                <a:moveTo>
                  <a:pt x="304420" y="78820"/>
                </a:moveTo>
                <a:lnTo>
                  <a:pt x="303041" y="92154"/>
                </a:lnTo>
                <a:lnTo>
                  <a:pt x="310192" y="111824"/>
                </a:lnTo>
                <a:lnTo>
                  <a:pt x="307238" y="124076"/>
                </a:lnTo>
                <a:lnTo>
                  <a:pt x="275996" y="124593"/>
                </a:lnTo>
                <a:lnTo>
                  <a:pt x="230006" y="117378"/>
                </a:lnTo>
                <a:lnTo>
                  <a:pt x="200661" y="114430"/>
                </a:lnTo>
                <a:lnTo>
                  <a:pt x="177302" y="98683"/>
                </a:lnTo>
                <a:lnTo>
                  <a:pt x="125400" y="94671"/>
                </a:lnTo>
                <a:lnTo>
                  <a:pt x="74586" y="77305"/>
                </a:lnTo>
                <a:lnTo>
                  <a:pt x="37587" y="62117"/>
                </a:lnTo>
                <a:lnTo>
                  <a:pt x="0" y="50404"/>
                </a:lnTo>
                <a:lnTo>
                  <a:pt x="11375" y="21448"/>
                </a:lnTo>
                <a:lnTo>
                  <a:pt x="33549" y="7406"/>
                </a:lnTo>
                <a:lnTo>
                  <a:pt x="48214" y="0"/>
                </a:lnTo>
                <a:lnTo>
                  <a:pt x="79316" y="9517"/>
                </a:lnTo>
                <a:lnTo>
                  <a:pt x="119439" y="29687"/>
                </a:lnTo>
                <a:lnTo>
                  <a:pt x="140997" y="34129"/>
                </a:lnTo>
                <a:lnTo>
                  <a:pt x="155270" y="48998"/>
                </a:lnTo>
                <a:lnTo>
                  <a:pt x="185095" y="55100"/>
                </a:lnTo>
                <a:lnTo>
                  <a:pt x="217079" y="68696"/>
                </a:lnTo>
                <a:lnTo>
                  <a:pt x="260324" y="75795"/>
                </a:lnTo>
                <a:lnTo>
                  <a:pt x="304420" y="7882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8" name="Map / Pakistan / 0">
            <a:extLst>
              <a:ext uri="{FF2B5EF4-FFF2-40B4-BE49-F238E27FC236}">
                <a16:creationId xmlns:a16="http://schemas.microsoft.com/office/drawing/2014/main" id="{655EA611-B59C-4DED-B60C-61A2CBA4D624}"/>
              </a:ext>
            </a:extLst>
          </p:cNvPr>
          <p:cNvSpPr>
            <a:spLocks noGrp="1"/>
          </p:cNvSpPr>
          <p:nvPr/>
        </p:nvSpPr>
        <p:spPr>
          <a:xfrm>
            <a:off x="11470987" y="3312963"/>
            <a:ext cx="614604" cy="416085"/>
          </a:xfrm>
          <a:custGeom>
            <a:avLst/>
            <a:gdLst/>
            <a:ahLst/>
            <a:cxnLst/>
            <a:rect l="0" t="0" r="0" b="0"/>
            <a:pathLst>
              <a:path w="614604" h="416085">
                <a:moveTo>
                  <a:pt x="614604" y="50738"/>
                </a:moveTo>
                <a:lnTo>
                  <a:pt x="581908" y="76756"/>
                </a:lnTo>
                <a:lnTo>
                  <a:pt x="540971" y="81356"/>
                </a:lnTo>
                <a:lnTo>
                  <a:pt x="483611" y="73804"/>
                </a:lnTo>
                <a:lnTo>
                  <a:pt x="466924" y="87152"/>
                </a:lnTo>
                <a:lnTo>
                  <a:pt x="483248" y="114277"/>
                </a:lnTo>
                <a:lnTo>
                  <a:pt x="498572" y="135221"/>
                </a:lnTo>
                <a:lnTo>
                  <a:pt x="530413" y="150507"/>
                </a:lnTo>
                <a:lnTo>
                  <a:pt x="500548" y="168414"/>
                </a:lnTo>
                <a:lnTo>
                  <a:pt x="503510" y="190480"/>
                </a:lnTo>
                <a:lnTo>
                  <a:pt x="470442" y="221542"/>
                </a:lnTo>
                <a:lnTo>
                  <a:pt x="450116" y="252957"/>
                </a:lnTo>
                <a:lnTo>
                  <a:pt x="414005" y="285412"/>
                </a:lnTo>
                <a:lnTo>
                  <a:pt x="370217" y="283059"/>
                </a:lnTo>
                <a:lnTo>
                  <a:pt x="331770" y="315508"/>
                </a:lnTo>
                <a:lnTo>
                  <a:pt x="357581" y="329410"/>
                </a:lnTo>
                <a:lnTo>
                  <a:pt x="363920" y="353236"/>
                </a:lnTo>
                <a:lnTo>
                  <a:pt x="386386" y="368934"/>
                </a:lnTo>
                <a:lnTo>
                  <a:pt x="396067" y="395513"/>
                </a:lnTo>
                <a:lnTo>
                  <a:pt x="313186" y="395432"/>
                </a:lnTo>
                <a:lnTo>
                  <a:pt x="289708" y="416085"/>
                </a:lnTo>
                <a:lnTo>
                  <a:pt x="261492" y="408257"/>
                </a:lnTo>
                <a:lnTo>
                  <a:pt x="248540" y="386006"/>
                </a:lnTo>
                <a:lnTo>
                  <a:pt x="217603" y="362432"/>
                </a:lnTo>
                <a:lnTo>
                  <a:pt x="148739" y="368255"/>
                </a:lnTo>
                <a:lnTo>
                  <a:pt x="87649" y="368832"/>
                </a:lnTo>
                <a:lnTo>
                  <a:pt x="34973" y="373171"/>
                </a:lnTo>
                <a:lnTo>
                  <a:pt x="46463" y="337208"/>
                </a:lnTo>
                <a:lnTo>
                  <a:pt x="99423" y="321217"/>
                </a:lnTo>
                <a:lnTo>
                  <a:pt x="95172" y="306962"/>
                </a:lnTo>
                <a:lnTo>
                  <a:pt x="76802" y="301951"/>
                </a:lnTo>
                <a:lnTo>
                  <a:pt x="73537" y="274687"/>
                </a:lnTo>
                <a:lnTo>
                  <a:pt x="36560" y="261076"/>
                </a:lnTo>
                <a:lnTo>
                  <a:pt x="19914" y="242380"/>
                </a:lnTo>
                <a:lnTo>
                  <a:pt x="0" y="226098"/>
                </a:lnTo>
                <a:lnTo>
                  <a:pt x="64104" y="241906"/>
                </a:lnTo>
                <a:lnTo>
                  <a:pt x="101181" y="237270"/>
                </a:lnTo>
                <a:lnTo>
                  <a:pt x="123919" y="241218"/>
                </a:lnTo>
                <a:lnTo>
                  <a:pt x="130903" y="234432"/>
                </a:lnTo>
                <a:lnTo>
                  <a:pt x="157232" y="237151"/>
                </a:lnTo>
                <a:lnTo>
                  <a:pt x="204733" y="224281"/>
                </a:lnTo>
                <a:lnTo>
                  <a:pt x="203578" y="197938"/>
                </a:lnTo>
                <a:lnTo>
                  <a:pt x="222741" y="180417"/>
                </a:lnTo>
                <a:lnTo>
                  <a:pt x="250575" y="180471"/>
                </a:lnTo>
                <a:lnTo>
                  <a:pt x="253805" y="171810"/>
                </a:lnTo>
                <a:lnTo>
                  <a:pt x="281956" y="167774"/>
                </a:lnTo>
                <a:lnTo>
                  <a:pt x="296062" y="170657"/>
                </a:lnTo>
                <a:lnTo>
                  <a:pt x="309787" y="161951"/>
                </a:lnTo>
                <a:lnTo>
                  <a:pt x="305808" y="143361"/>
                </a:lnTo>
                <a:lnTo>
                  <a:pt x="319687" y="124677"/>
                </a:lnTo>
                <a:lnTo>
                  <a:pt x="342581" y="116844"/>
                </a:lnTo>
                <a:lnTo>
                  <a:pt x="325708" y="96364"/>
                </a:lnTo>
                <a:lnTo>
                  <a:pt x="361252" y="97332"/>
                </a:lnTo>
                <a:lnTo>
                  <a:pt x="370251" y="86186"/>
                </a:lnTo>
                <a:lnTo>
                  <a:pt x="367357" y="74292"/>
                </a:lnTo>
                <a:lnTo>
                  <a:pt x="384404" y="61288"/>
                </a:lnTo>
                <a:lnTo>
                  <a:pt x="378371" y="45892"/>
                </a:lnTo>
                <a:lnTo>
                  <a:pt x="368054" y="32772"/>
                </a:lnTo>
                <a:lnTo>
                  <a:pt x="388146" y="19288"/>
                </a:lnTo>
                <a:lnTo>
                  <a:pt x="427222" y="12786"/>
                </a:lnTo>
                <a:lnTo>
                  <a:pt x="469370" y="9190"/>
                </a:lnTo>
                <a:lnTo>
                  <a:pt x="487519" y="3473"/>
                </a:lnTo>
                <a:lnTo>
                  <a:pt x="508678" y="0"/>
                </a:lnTo>
                <a:lnTo>
                  <a:pt x="537924" y="14433"/>
                </a:lnTo>
                <a:lnTo>
                  <a:pt x="551904" y="38219"/>
                </a:lnTo>
                <a:lnTo>
                  <a:pt x="614604" y="5073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89" name="Map / Afghanistan / 0">
            <a:extLst>
              <a:ext uri="{FF2B5EF4-FFF2-40B4-BE49-F238E27FC236}">
                <a16:creationId xmlns:a16="http://schemas.microsoft.com/office/drawing/2014/main" id="{A15BD720-5108-4994-AE79-1B30788F17E8}"/>
              </a:ext>
            </a:extLst>
          </p:cNvPr>
          <p:cNvSpPr>
            <a:spLocks noGrp="1"/>
          </p:cNvSpPr>
          <p:nvPr/>
        </p:nvSpPr>
        <p:spPr>
          <a:xfrm>
            <a:off x="11447447" y="3271072"/>
            <a:ext cx="532219" cy="283798"/>
          </a:xfrm>
          <a:custGeom>
            <a:avLst/>
            <a:gdLst/>
            <a:ahLst/>
            <a:cxnLst/>
            <a:rect l="0" t="0" r="0" b="0"/>
            <a:pathLst>
              <a:path w="532219" h="283798">
                <a:moveTo>
                  <a:pt x="210933" y="34779"/>
                </a:moveTo>
                <a:lnTo>
                  <a:pt x="231619" y="34985"/>
                </a:lnTo>
                <a:lnTo>
                  <a:pt x="260338" y="41521"/>
                </a:lnTo>
                <a:lnTo>
                  <a:pt x="272106" y="45294"/>
                </a:lnTo>
                <a:lnTo>
                  <a:pt x="297807" y="35350"/>
                </a:lnTo>
                <a:lnTo>
                  <a:pt x="310998" y="41331"/>
                </a:lnTo>
                <a:lnTo>
                  <a:pt x="321291" y="27157"/>
                </a:lnTo>
                <a:lnTo>
                  <a:pt x="343528" y="27801"/>
                </a:lnTo>
                <a:lnTo>
                  <a:pt x="348692" y="23252"/>
                </a:lnTo>
                <a:lnTo>
                  <a:pt x="351102" y="10769"/>
                </a:lnTo>
                <a:lnTo>
                  <a:pt x="365730" y="0"/>
                </a:lnTo>
                <a:lnTo>
                  <a:pt x="386642" y="7039"/>
                </a:lnTo>
                <a:lnTo>
                  <a:pt x="383776" y="16500"/>
                </a:lnTo>
                <a:lnTo>
                  <a:pt x="395166" y="17970"/>
                </a:lnTo>
                <a:lnTo>
                  <a:pt x="394869" y="43978"/>
                </a:lnTo>
                <a:lnTo>
                  <a:pt x="410780" y="54115"/>
                </a:lnTo>
                <a:lnTo>
                  <a:pt x="422925" y="47611"/>
                </a:lnTo>
                <a:lnTo>
                  <a:pt x="439019" y="44537"/>
                </a:lnTo>
                <a:lnTo>
                  <a:pt x="460421" y="30678"/>
                </a:lnTo>
                <a:lnTo>
                  <a:pt x="486240" y="32960"/>
                </a:lnTo>
                <a:lnTo>
                  <a:pt x="524488" y="33008"/>
                </a:lnTo>
                <a:lnTo>
                  <a:pt x="532219" y="41892"/>
                </a:lnTo>
                <a:lnTo>
                  <a:pt x="511060" y="45365"/>
                </a:lnTo>
                <a:lnTo>
                  <a:pt x="492910" y="51081"/>
                </a:lnTo>
                <a:lnTo>
                  <a:pt x="450762" y="54677"/>
                </a:lnTo>
                <a:lnTo>
                  <a:pt x="411687" y="61180"/>
                </a:lnTo>
                <a:lnTo>
                  <a:pt x="391594" y="74663"/>
                </a:lnTo>
                <a:lnTo>
                  <a:pt x="401912" y="87783"/>
                </a:lnTo>
                <a:lnTo>
                  <a:pt x="407945" y="103180"/>
                </a:lnTo>
                <a:lnTo>
                  <a:pt x="390898" y="116184"/>
                </a:lnTo>
                <a:lnTo>
                  <a:pt x="393792" y="128077"/>
                </a:lnTo>
                <a:lnTo>
                  <a:pt x="384792" y="139223"/>
                </a:lnTo>
                <a:lnTo>
                  <a:pt x="349248" y="138256"/>
                </a:lnTo>
                <a:lnTo>
                  <a:pt x="366121" y="158736"/>
                </a:lnTo>
                <a:lnTo>
                  <a:pt x="343227" y="166569"/>
                </a:lnTo>
                <a:lnTo>
                  <a:pt x="329348" y="185253"/>
                </a:lnTo>
                <a:lnTo>
                  <a:pt x="333328" y="203843"/>
                </a:lnTo>
                <a:lnTo>
                  <a:pt x="319602" y="212548"/>
                </a:lnTo>
                <a:lnTo>
                  <a:pt x="305497" y="209666"/>
                </a:lnTo>
                <a:lnTo>
                  <a:pt x="277345" y="213702"/>
                </a:lnTo>
                <a:lnTo>
                  <a:pt x="274115" y="222363"/>
                </a:lnTo>
                <a:lnTo>
                  <a:pt x="246281" y="222308"/>
                </a:lnTo>
                <a:lnTo>
                  <a:pt x="227119" y="239830"/>
                </a:lnTo>
                <a:lnTo>
                  <a:pt x="228274" y="266172"/>
                </a:lnTo>
                <a:lnTo>
                  <a:pt x="180772" y="279043"/>
                </a:lnTo>
                <a:lnTo>
                  <a:pt x="154443" y="276323"/>
                </a:lnTo>
                <a:lnTo>
                  <a:pt x="147459" y="283109"/>
                </a:lnTo>
                <a:lnTo>
                  <a:pt x="124721" y="279162"/>
                </a:lnTo>
                <a:lnTo>
                  <a:pt x="87644" y="283798"/>
                </a:lnTo>
                <a:lnTo>
                  <a:pt x="23540" y="267990"/>
                </a:lnTo>
                <a:lnTo>
                  <a:pt x="55059" y="239924"/>
                </a:lnTo>
                <a:lnTo>
                  <a:pt x="50225" y="219999"/>
                </a:lnTo>
                <a:lnTo>
                  <a:pt x="21454" y="214781"/>
                </a:lnTo>
                <a:lnTo>
                  <a:pt x="16765" y="195128"/>
                </a:lnTo>
                <a:lnTo>
                  <a:pt x="2284" y="170415"/>
                </a:lnTo>
                <a:lnTo>
                  <a:pt x="16653" y="153464"/>
                </a:lnTo>
                <a:lnTo>
                  <a:pt x="0" y="148894"/>
                </a:lnTo>
                <a:lnTo>
                  <a:pt x="8099" y="126369"/>
                </a:lnTo>
                <a:lnTo>
                  <a:pt x="19492" y="87798"/>
                </a:lnTo>
                <a:lnTo>
                  <a:pt x="58586" y="99543"/>
                </a:lnTo>
                <a:lnTo>
                  <a:pt x="86208" y="95415"/>
                </a:lnTo>
                <a:lnTo>
                  <a:pt x="92533" y="81388"/>
                </a:lnTo>
                <a:lnTo>
                  <a:pt x="121377" y="76720"/>
                </a:lnTo>
                <a:lnTo>
                  <a:pt x="141315" y="67305"/>
                </a:lnTo>
                <a:lnTo>
                  <a:pt x="146053" y="42548"/>
                </a:lnTo>
                <a:lnTo>
                  <a:pt x="176656" y="36561"/>
                </a:lnTo>
                <a:lnTo>
                  <a:pt x="181236" y="25543"/>
                </a:lnTo>
                <a:lnTo>
                  <a:pt x="199655" y="33819"/>
                </a:lnTo>
                <a:lnTo>
                  <a:pt x="210933" y="3477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0" name="Map / Tajikistan / 0">
            <a:extLst>
              <a:ext uri="{FF2B5EF4-FFF2-40B4-BE49-F238E27FC236}">
                <a16:creationId xmlns:a16="http://schemas.microsoft.com/office/drawing/2014/main" id="{134324DA-3425-468C-B5B4-D1389BF4B06E}"/>
              </a:ext>
            </a:extLst>
          </p:cNvPr>
          <p:cNvSpPr>
            <a:spLocks noGrp="1"/>
          </p:cNvSpPr>
          <p:nvPr/>
        </p:nvSpPr>
        <p:spPr>
          <a:xfrm>
            <a:off x="11686216" y="3194488"/>
            <a:ext cx="285719" cy="130699"/>
          </a:xfrm>
          <a:custGeom>
            <a:avLst/>
            <a:gdLst/>
            <a:ahLst/>
            <a:cxnLst/>
            <a:rect l="0" t="0" r="0" b="0"/>
            <a:pathLst>
              <a:path w="285719" h="130699">
                <a:moveTo>
                  <a:pt x="21569" y="118105"/>
                </a:moveTo>
                <a:lnTo>
                  <a:pt x="38762" y="86776"/>
                </a:lnTo>
                <a:lnTo>
                  <a:pt x="28028" y="63728"/>
                </a:lnTo>
                <a:lnTo>
                  <a:pt x="0" y="56343"/>
                </a:lnTo>
                <a:lnTo>
                  <a:pt x="7953" y="42711"/>
                </a:lnTo>
                <a:lnTo>
                  <a:pt x="38996" y="44167"/>
                </a:lnTo>
                <a:lnTo>
                  <a:pt x="54452" y="27057"/>
                </a:lnTo>
                <a:lnTo>
                  <a:pt x="63700" y="7194"/>
                </a:lnTo>
                <a:lnTo>
                  <a:pt x="112112" y="0"/>
                </a:lnTo>
                <a:lnTo>
                  <a:pt x="106265" y="14355"/>
                </a:lnTo>
                <a:lnTo>
                  <a:pt x="112652" y="22960"/>
                </a:lnTo>
                <a:lnTo>
                  <a:pt x="127793" y="22160"/>
                </a:lnTo>
                <a:lnTo>
                  <a:pt x="115485" y="31713"/>
                </a:lnTo>
                <a:lnTo>
                  <a:pt x="74626" y="26530"/>
                </a:lnTo>
                <a:lnTo>
                  <a:pt x="73344" y="44377"/>
                </a:lnTo>
                <a:lnTo>
                  <a:pt x="113126" y="41977"/>
                </a:lnTo>
                <a:lnTo>
                  <a:pt x="160075" y="52030"/>
                </a:lnTo>
                <a:lnTo>
                  <a:pt x="229382" y="47331"/>
                </a:lnTo>
                <a:lnTo>
                  <a:pt x="242473" y="75979"/>
                </a:lnTo>
                <a:lnTo>
                  <a:pt x="254238" y="72862"/>
                </a:lnTo>
                <a:lnTo>
                  <a:pt x="277636" y="79909"/>
                </a:lnTo>
                <a:lnTo>
                  <a:pt x="277901" y="91946"/>
                </a:lnTo>
                <a:lnTo>
                  <a:pt x="285719" y="109592"/>
                </a:lnTo>
                <a:lnTo>
                  <a:pt x="247471" y="109543"/>
                </a:lnTo>
                <a:lnTo>
                  <a:pt x="221652" y="107262"/>
                </a:lnTo>
                <a:lnTo>
                  <a:pt x="200250" y="121121"/>
                </a:lnTo>
                <a:lnTo>
                  <a:pt x="184155" y="124194"/>
                </a:lnTo>
                <a:lnTo>
                  <a:pt x="172010" y="130699"/>
                </a:lnTo>
                <a:lnTo>
                  <a:pt x="156100" y="120561"/>
                </a:lnTo>
                <a:lnTo>
                  <a:pt x="156397" y="94554"/>
                </a:lnTo>
                <a:lnTo>
                  <a:pt x="145007" y="93084"/>
                </a:lnTo>
                <a:lnTo>
                  <a:pt x="147872" y="83622"/>
                </a:lnTo>
                <a:lnTo>
                  <a:pt x="126960" y="76584"/>
                </a:lnTo>
                <a:lnTo>
                  <a:pt x="112333" y="87353"/>
                </a:lnTo>
                <a:lnTo>
                  <a:pt x="109922" y="99835"/>
                </a:lnTo>
                <a:lnTo>
                  <a:pt x="104759" y="104384"/>
                </a:lnTo>
                <a:lnTo>
                  <a:pt x="82521" y="103741"/>
                </a:lnTo>
                <a:lnTo>
                  <a:pt x="72228" y="117914"/>
                </a:lnTo>
                <a:lnTo>
                  <a:pt x="59038" y="111934"/>
                </a:lnTo>
                <a:lnTo>
                  <a:pt x="33336" y="121878"/>
                </a:lnTo>
                <a:lnTo>
                  <a:pt x="21569" y="11810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1" name="Map / Kyrgyzstan / 0">
            <a:extLst>
              <a:ext uri="{FF2B5EF4-FFF2-40B4-BE49-F238E27FC236}">
                <a16:creationId xmlns:a16="http://schemas.microsoft.com/office/drawing/2014/main" id="{B12F6E87-FD03-4866-8AA3-F294AA434EEF}"/>
              </a:ext>
            </a:extLst>
          </p:cNvPr>
          <p:cNvSpPr>
            <a:spLocks noGrp="1"/>
          </p:cNvSpPr>
          <p:nvPr/>
        </p:nvSpPr>
        <p:spPr>
          <a:xfrm>
            <a:off x="11759560" y="3122108"/>
            <a:ext cx="386233" cy="124409"/>
          </a:xfrm>
          <a:custGeom>
            <a:avLst/>
            <a:gdLst/>
            <a:ahLst/>
            <a:cxnLst/>
            <a:rect l="0" t="0" r="0" b="0"/>
            <a:pathLst>
              <a:path w="386233" h="124409">
                <a:moveTo>
                  <a:pt x="44355" y="31953"/>
                </a:moveTo>
                <a:lnTo>
                  <a:pt x="50779" y="18389"/>
                </a:lnTo>
                <a:lnTo>
                  <a:pt x="74402" y="14021"/>
                </a:lnTo>
                <a:lnTo>
                  <a:pt x="136391" y="24686"/>
                </a:lnTo>
                <a:lnTo>
                  <a:pt x="139561" y="6410"/>
                </a:lnTo>
                <a:lnTo>
                  <a:pt x="159518" y="0"/>
                </a:lnTo>
                <a:lnTo>
                  <a:pt x="213734" y="13015"/>
                </a:lnTo>
                <a:lnTo>
                  <a:pt x="226605" y="9606"/>
                </a:lnTo>
                <a:lnTo>
                  <a:pt x="287697" y="10452"/>
                </a:lnTo>
                <a:lnTo>
                  <a:pt x="342745" y="13690"/>
                </a:lnTo>
                <a:lnTo>
                  <a:pt x="362865" y="24816"/>
                </a:lnTo>
                <a:lnTo>
                  <a:pt x="386233" y="29357"/>
                </a:lnTo>
                <a:lnTo>
                  <a:pt x="382111" y="36355"/>
                </a:lnTo>
                <a:lnTo>
                  <a:pt x="326545" y="53124"/>
                </a:lnTo>
                <a:lnTo>
                  <a:pt x="315182" y="65411"/>
                </a:lnTo>
                <a:lnTo>
                  <a:pt x="268402" y="69090"/>
                </a:lnTo>
                <a:lnTo>
                  <a:pt x="257214" y="88857"/>
                </a:lnTo>
                <a:lnTo>
                  <a:pt x="217567" y="84705"/>
                </a:lnTo>
                <a:lnTo>
                  <a:pt x="192885" y="90761"/>
                </a:lnTo>
                <a:lnTo>
                  <a:pt x="159583" y="105386"/>
                </a:lnTo>
                <a:lnTo>
                  <a:pt x="165630" y="112629"/>
                </a:lnTo>
                <a:lnTo>
                  <a:pt x="156037" y="119711"/>
                </a:lnTo>
                <a:lnTo>
                  <a:pt x="86731" y="124409"/>
                </a:lnTo>
                <a:lnTo>
                  <a:pt x="39782" y="114357"/>
                </a:lnTo>
                <a:lnTo>
                  <a:pt x="0" y="116756"/>
                </a:lnTo>
                <a:lnTo>
                  <a:pt x="1282" y="98909"/>
                </a:lnTo>
                <a:lnTo>
                  <a:pt x="42140" y="104093"/>
                </a:lnTo>
                <a:lnTo>
                  <a:pt x="54449" y="94540"/>
                </a:lnTo>
                <a:lnTo>
                  <a:pt x="82933" y="97589"/>
                </a:lnTo>
                <a:lnTo>
                  <a:pt x="127273" y="75295"/>
                </a:lnTo>
                <a:lnTo>
                  <a:pt x="81391" y="58985"/>
                </a:lnTo>
                <a:lnTo>
                  <a:pt x="56147" y="66703"/>
                </a:lnTo>
                <a:lnTo>
                  <a:pt x="27425" y="55051"/>
                </a:lnTo>
                <a:lnTo>
                  <a:pt x="55693" y="35000"/>
                </a:lnTo>
                <a:lnTo>
                  <a:pt x="44355" y="3195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2" name="Map / Turkmenistan / 0">
            <a:extLst>
              <a:ext uri="{FF2B5EF4-FFF2-40B4-BE49-F238E27FC236}">
                <a16:creationId xmlns:a16="http://schemas.microsoft.com/office/drawing/2014/main" id="{D01BEB52-64A5-405E-986C-AB710571C7F9}"/>
              </a:ext>
            </a:extLst>
          </p:cNvPr>
          <p:cNvSpPr>
            <a:spLocks noGrp="1"/>
          </p:cNvSpPr>
          <p:nvPr/>
        </p:nvSpPr>
        <p:spPr>
          <a:xfrm>
            <a:off x="11125832" y="3139035"/>
            <a:ext cx="532549" cy="231580"/>
          </a:xfrm>
          <a:custGeom>
            <a:avLst/>
            <a:gdLst/>
            <a:ahLst/>
            <a:cxnLst/>
            <a:rect l="0" t="0" r="0" b="0"/>
            <a:pathLst>
              <a:path w="532549" h="231580">
                <a:moveTo>
                  <a:pt x="0" y="29973"/>
                </a:moveTo>
                <a:lnTo>
                  <a:pt x="15259" y="19673"/>
                </a:lnTo>
                <a:lnTo>
                  <a:pt x="56402" y="13232"/>
                </a:lnTo>
                <a:lnTo>
                  <a:pt x="82173" y="21904"/>
                </a:lnTo>
                <a:lnTo>
                  <a:pt x="110445" y="46177"/>
                </a:lnTo>
                <a:lnTo>
                  <a:pt x="129202" y="44667"/>
                </a:lnTo>
                <a:lnTo>
                  <a:pt x="170751" y="44244"/>
                </a:lnTo>
                <a:lnTo>
                  <a:pt x="163053" y="28651"/>
                </a:lnTo>
                <a:lnTo>
                  <a:pt x="193373" y="17986"/>
                </a:lnTo>
                <a:lnTo>
                  <a:pt x="222403" y="0"/>
                </a:lnTo>
                <a:lnTo>
                  <a:pt x="273817" y="16359"/>
                </a:lnTo>
                <a:lnTo>
                  <a:pt x="280517" y="41061"/>
                </a:lnTo>
                <a:lnTo>
                  <a:pt x="295328" y="47401"/>
                </a:lnTo>
                <a:lnTo>
                  <a:pt x="335034" y="45976"/>
                </a:lnTo>
                <a:lnTo>
                  <a:pt x="348044" y="51595"/>
                </a:lnTo>
                <a:lnTo>
                  <a:pt x="369788" y="83510"/>
                </a:lnTo>
                <a:lnTo>
                  <a:pt x="414459" y="104889"/>
                </a:lnTo>
                <a:lnTo>
                  <a:pt x="440223" y="119465"/>
                </a:lnTo>
                <a:lnTo>
                  <a:pt x="480643" y="134624"/>
                </a:lnTo>
                <a:lnTo>
                  <a:pt x="531419" y="147874"/>
                </a:lnTo>
                <a:lnTo>
                  <a:pt x="532549" y="166816"/>
                </a:lnTo>
                <a:lnTo>
                  <a:pt x="521271" y="165856"/>
                </a:lnTo>
                <a:lnTo>
                  <a:pt x="502851" y="157579"/>
                </a:lnTo>
                <a:lnTo>
                  <a:pt x="498272" y="168598"/>
                </a:lnTo>
                <a:lnTo>
                  <a:pt x="467668" y="174585"/>
                </a:lnTo>
                <a:lnTo>
                  <a:pt x="462930" y="199342"/>
                </a:lnTo>
                <a:lnTo>
                  <a:pt x="442992" y="208756"/>
                </a:lnTo>
                <a:lnTo>
                  <a:pt x="414148" y="213424"/>
                </a:lnTo>
                <a:lnTo>
                  <a:pt x="407823" y="227451"/>
                </a:lnTo>
                <a:lnTo>
                  <a:pt x="380201" y="231580"/>
                </a:lnTo>
                <a:lnTo>
                  <a:pt x="341108" y="219835"/>
                </a:lnTo>
                <a:lnTo>
                  <a:pt x="335228" y="193785"/>
                </a:lnTo>
                <a:lnTo>
                  <a:pt x="307440" y="192677"/>
                </a:lnTo>
                <a:lnTo>
                  <a:pt x="262281" y="165262"/>
                </a:lnTo>
                <a:lnTo>
                  <a:pt x="232332" y="161878"/>
                </a:lnTo>
                <a:lnTo>
                  <a:pt x="189798" y="146185"/>
                </a:lnTo>
                <a:lnTo>
                  <a:pt x="163176" y="143332"/>
                </a:lnTo>
                <a:lnTo>
                  <a:pt x="147471" y="149098"/>
                </a:lnTo>
                <a:lnTo>
                  <a:pt x="122604" y="148201"/>
                </a:lnTo>
                <a:lnTo>
                  <a:pt x="97906" y="165899"/>
                </a:lnTo>
                <a:lnTo>
                  <a:pt x="65868" y="171889"/>
                </a:lnTo>
                <a:lnTo>
                  <a:pt x="56963" y="149996"/>
                </a:lnTo>
                <a:lnTo>
                  <a:pt x="59324" y="117617"/>
                </a:lnTo>
                <a:lnTo>
                  <a:pt x="29488" y="107139"/>
                </a:lnTo>
                <a:lnTo>
                  <a:pt x="36969" y="85943"/>
                </a:lnTo>
                <a:lnTo>
                  <a:pt x="12274" y="84137"/>
                </a:lnTo>
                <a:lnTo>
                  <a:pt x="17947" y="58044"/>
                </a:lnTo>
                <a:lnTo>
                  <a:pt x="53478" y="65643"/>
                </a:lnTo>
                <a:lnTo>
                  <a:pt x="84918" y="55738"/>
                </a:lnTo>
                <a:lnTo>
                  <a:pt x="56196" y="37158"/>
                </a:lnTo>
                <a:lnTo>
                  <a:pt x="43862" y="19452"/>
                </a:lnTo>
                <a:lnTo>
                  <a:pt x="15004" y="27348"/>
                </a:lnTo>
                <a:lnTo>
                  <a:pt x="13461" y="50031"/>
                </a:lnTo>
                <a:lnTo>
                  <a:pt x="0" y="2997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3" name="Map / Iran / 0">
            <a:extLst>
              <a:ext uri="{FF2B5EF4-FFF2-40B4-BE49-F238E27FC236}">
                <a16:creationId xmlns:a16="http://schemas.microsoft.com/office/drawing/2014/main" id="{950DA1FD-2EBE-4B0C-BB0C-B79FC5581E19}"/>
              </a:ext>
            </a:extLst>
          </p:cNvPr>
          <p:cNvSpPr>
            <a:spLocks noGrp="1"/>
          </p:cNvSpPr>
          <p:nvPr/>
        </p:nvSpPr>
        <p:spPr>
          <a:xfrm>
            <a:off x="10822467" y="3233097"/>
            <a:ext cx="747943" cy="453037"/>
          </a:xfrm>
          <a:custGeom>
            <a:avLst/>
            <a:gdLst/>
            <a:ahLst/>
            <a:cxnLst/>
            <a:rect l="0" t="0" r="0" b="0"/>
            <a:pathLst>
              <a:path w="747943" h="453037">
                <a:moveTo>
                  <a:pt x="187523" y="302945"/>
                </a:moveTo>
                <a:lnTo>
                  <a:pt x="165707" y="286672"/>
                </a:lnTo>
                <a:lnTo>
                  <a:pt x="164208" y="270182"/>
                </a:lnTo>
                <a:lnTo>
                  <a:pt x="152265" y="270191"/>
                </a:lnTo>
                <a:lnTo>
                  <a:pt x="156836" y="247768"/>
                </a:lnTo>
                <a:lnTo>
                  <a:pt x="135960" y="224242"/>
                </a:lnTo>
                <a:lnTo>
                  <a:pt x="89043" y="207274"/>
                </a:lnTo>
                <a:lnTo>
                  <a:pt x="61147" y="177850"/>
                </a:lnTo>
                <a:lnTo>
                  <a:pt x="68044" y="153694"/>
                </a:lnTo>
                <a:lnTo>
                  <a:pt x="85988" y="143010"/>
                </a:lnTo>
                <a:lnTo>
                  <a:pt x="81834" y="124928"/>
                </a:lnTo>
                <a:lnTo>
                  <a:pt x="56770" y="115636"/>
                </a:lnTo>
                <a:lnTo>
                  <a:pt x="29945" y="78708"/>
                </a:lnTo>
                <a:lnTo>
                  <a:pt x="29945" y="78708"/>
                </a:lnTo>
                <a:lnTo>
                  <a:pt x="7790" y="53908"/>
                </a:lnTo>
                <a:lnTo>
                  <a:pt x="14305" y="44321"/>
                </a:lnTo>
                <a:lnTo>
                  <a:pt x="0" y="8818"/>
                </a:lnTo>
                <a:lnTo>
                  <a:pt x="24615" y="0"/>
                </a:lnTo>
                <a:lnTo>
                  <a:pt x="31413" y="11678"/>
                </a:lnTo>
                <a:lnTo>
                  <a:pt x="51232" y="25968"/>
                </a:lnTo>
                <a:lnTo>
                  <a:pt x="76945" y="30083"/>
                </a:lnTo>
                <a:lnTo>
                  <a:pt x="90272" y="29173"/>
                </a:lnTo>
                <a:lnTo>
                  <a:pt x="131999" y="6335"/>
                </a:lnTo>
                <a:lnTo>
                  <a:pt x="145667" y="4048"/>
                </a:lnTo>
                <a:lnTo>
                  <a:pt x="157367" y="13133"/>
                </a:lnTo>
                <a:lnTo>
                  <a:pt x="145910" y="28448"/>
                </a:lnTo>
                <a:lnTo>
                  <a:pt x="170361" y="44658"/>
                </a:lnTo>
                <a:lnTo>
                  <a:pt x="179447" y="43115"/>
                </a:lnTo>
                <a:lnTo>
                  <a:pt x="193092" y="65941"/>
                </a:lnTo>
                <a:lnTo>
                  <a:pt x="228792" y="72389"/>
                </a:lnTo>
                <a:lnTo>
                  <a:pt x="255880" y="87922"/>
                </a:lnTo>
                <a:lnTo>
                  <a:pt x="309103" y="93258"/>
                </a:lnTo>
                <a:lnTo>
                  <a:pt x="366335" y="85067"/>
                </a:lnTo>
                <a:lnTo>
                  <a:pt x="369233" y="77827"/>
                </a:lnTo>
                <a:lnTo>
                  <a:pt x="401270" y="71837"/>
                </a:lnTo>
                <a:lnTo>
                  <a:pt x="425969" y="54139"/>
                </a:lnTo>
                <a:lnTo>
                  <a:pt x="450836" y="55036"/>
                </a:lnTo>
                <a:lnTo>
                  <a:pt x="466540" y="49270"/>
                </a:lnTo>
                <a:lnTo>
                  <a:pt x="493163" y="52123"/>
                </a:lnTo>
                <a:lnTo>
                  <a:pt x="535696" y="67816"/>
                </a:lnTo>
                <a:lnTo>
                  <a:pt x="565646" y="71200"/>
                </a:lnTo>
                <a:lnTo>
                  <a:pt x="610804" y="98615"/>
                </a:lnTo>
                <a:lnTo>
                  <a:pt x="638593" y="99723"/>
                </a:lnTo>
                <a:lnTo>
                  <a:pt x="644472" y="125773"/>
                </a:lnTo>
                <a:lnTo>
                  <a:pt x="633079" y="164344"/>
                </a:lnTo>
                <a:lnTo>
                  <a:pt x="624980" y="186869"/>
                </a:lnTo>
                <a:lnTo>
                  <a:pt x="641633" y="191439"/>
                </a:lnTo>
                <a:lnTo>
                  <a:pt x="627264" y="208389"/>
                </a:lnTo>
                <a:lnTo>
                  <a:pt x="641745" y="233103"/>
                </a:lnTo>
                <a:lnTo>
                  <a:pt x="646434" y="252756"/>
                </a:lnTo>
                <a:lnTo>
                  <a:pt x="675205" y="257974"/>
                </a:lnTo>
                <a:lnTo>
                  <a:pt x="680039" y="277899"/>
                </a:lnTo>
                <a:lnTo>
                  <a:pt x="648521" y="305964"/>
                </a:lnTo>
                <a:lnTo>
                  <a:pt x="668434" y="322246"/>
                </a:lnTo>
                <a:lnTo>
                  <a:pt x="685080" y="340942"/>
                </a:lnTo>
                <a:lnTo>
                  <a:pt x="722058" y="354553"/>
                </a:lnTo>
                <a:lnTo>
                  <a:pt x="725322" y="381817"/>
                </a:lnTo>
                <a:lnTo>
                  <a:pt x="743693" y="386828"/>
                </a:lnTo>
                <a:lnTo>
                  <a:pt x="747943" y="401084"/>
                </a:lnTo>
                <a:lnTo>
                  <a:pt x="694984" y="417074"/>
                </a:lnTo>
                <a:lnTo>
                  <a:pt x="683493" y="453037"/>
                </a:lnTo>
                <a:lnTo>
                  <a:pt x="612034" y="443691"/>
                </a:lnTo>
                <a:lnTo>
                  <a:pt x="570511" y="436577"/>
                </a:lnTo>
                <a:lnTo>
                  <a:pt x="527785" y="432555"/>
                </a:lnTo>
                <a:lnTo>
                  <a:pt x="509065" y="394596"/>
                </a:lnTo>
                <a:lnTo>
                  <a:pt x="490693" y="389111"/>
                </a:lnTo>
                <a:lnTo>
                  <a:pt x="462227" y="394642"/>
                </a:lnTo>
                <a:lnTo>
                  <a:pt x="425371" y="409624"/>
                </a:lnTo>
                <a:lnTo>
                  <a:pt x="378760" y="399355"/>
                </a:lnTo>
                <a:lnTo>
                  <a:pt x="339242" y="375566"/>
                </a:lnTo>
                <a:lnTo>
                  <a:pt x="302510" y="366748"/>
                </a:lnTo>
                <a:lnTo>
                  <a:pt x="275470" y="337376"/>
                </a:lnTo>
                <a:lnTo>
                  <a:pt x="244964" y="296104"/>
                </a:lnTo>
                <a:lnTo>
                  <a:pt x="225169" y="301120"/>
                </a:lnTo>
                <a:lnTo>
                  <a:pt x="200673" y="290862"/>
                </a:lnTo>
                <a:lnTo>
                  <a:pt x="187523" y="30294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4" name="Map / Syria / 0">
            <a:extLst>
              <a:ext uri="{FF2B5EF4-FFF2-40B4-BE49-F238E27FC236}">
                <a16:creationId xmlns:a16="http://schemas.microsoft.com/office/drawing/2014/main" id="{D7CA005B-1A57-415F-B942-66EFC27349D7}"/>
              </a:ext>
            </a:extLst>
          </p:cNvPr>
          <p:cNvSpPr>
            <a:spLocks noGrp="1"/>
          </p:cNvSpPr>
          <p:nvPr/>
        </p:nvSpPr>
        <p:spPr>
          <a:xfrm>
            <a:off x="10523774" y="3309965"/>
            <a:ext cx="238625" cy="152210"/>
          </a:xfrm>
          <a:custGeom>
            <a:avLst/>
            <a:gdLst/>
            <a:ahLst/>
            <a:cxnLst/>
            <a:rect l="0" t="0" r="0" b="0"/>
            <a:pathLst>
              <a:path w="238625" h="152210">
                <a:moveTo>
                  <a:pt x="725" y="139943"/>
                </a:moveTo>
                <a:lnTo>
                  <a:pt x="0" y="139732"/>
                </a:lnTo>
                <a:lnTo>
                  <a:pt x="4805" y="135023"/>
                </a:lnTo>
                <a:lnTo>
                  <a:pt x="3542" y="122353"/>
                </a:lnTo>
                <a:lnTo>
                  <a:pt x="11748" y="105405"/>
                </a:lnTo>
                <a:lnTo>
                  <a:pt x="31399" y="93738"/>
                </a:lnTo>
                <a:lnTo>
                  <a:pt x="24610" y="81599"/>
                </a:lnTo>
                <a:lnTo>
                  <a:pt x="7776" y="80021"/>
                </a:lnTo>
                <a:lnTo>
                  <a:pt x="2937" y="56336"/>
                </a:lnTo>
                <a:lnTo>
                  <a:pt x="11289" y="43597"/>
                </a:lnTo>
                <a:lnTo>
                  <a:pt x="20836" y="36815"/>
                </a:lnTo>
                <a:lnTo>
                  <a:pt x="30377" y="30033"/>
                </a:lnTo>
                <a:lnTo>
                  <a:pt x="31332" y="12765"/>
                </a:lnTo>
                <a:lnTo>
                  <a:pt x="43850" y="18785"/>
                </a:lnTo>
                <a:lnTo>
                  <a:pt x="84171" y="10174"/>
                </a:lnTo>
                <a:lnTo>
                  <a:pt x="104296" y="16003"/>
                </a:lnTo>
                <a:lnTo>
                  <a:pt x="134825" y="15906"/>
                </a:lnTo>
                <a:lnTo>
                  <a:pt x="176743" y="4290"/>
                </a:lnTo>
                <a:lnTo>
                  <a:pt x="196769" y="4814"/>
                </a:lnTo>
                <a:lnTo>
                  <a:pt x="238625" y="0"/>
                </a:lnTo>
                <a:lnTo>
                  <a:pt x="220971" y="19317"/>
                </a:lnTo>
                <a:lnTo>
                  <a:pt x="201176" y="26965"/>
                </a:lnTo>
                <a:lnTo>
                  <a:pt x="206212" y="49578"/>
                </a:lnTo>
                <a:lnTo>
                  <a:pt x="194627" y="87003"/>
                </a:lnTo>
                <a:lnTo>
                  <a:pt x="114147" y="119218"/>
                </a:lnTo>
                <a:lnTo>
                  <a:pt x="42977" y="152210"/>
                </a:lnTo>
                <a:lnTo>
                  <a:pt x="725" y="13994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5" name="Map / Armenia / 0">
            <a:extLst>
              <a:ext uri="{FF2B5EF4-FFF2-40B4-BE49-F238E27FC236}">
                <a16:creationId xmlns:a16="http://schemas.microsoft.com/office/drawing/2014/main" id="{C86E02AF-6550-47DE-85BD-825DEAD52D7F}"/>
              </a:ext>
            </a:extLst>
          </p:cNvPr>
          <p:cNvSpPr>
            <a:spLocks noGrp="1"/>
          </p:cNvSpPr>
          <p:nvPr/>
        </p:nvSpPr>
        <p:spPr>
          <a:xfrm>
            <a:off x="10798950" y="3185575"/>
            <a:ext cx="113789" cy="77605"/>
          </a:xfrm>
          <a:custGeom>
            <a:avLst/>
            <a:gdLst/>
            <a:ahLst/>
            <a:cxnLst/>
            <a:rect l="0" t="0" r="0" b="0"/>
            <a:pathLst>
              <a:path w="113789" h="77605">
                <a:moveTo>
                  <a:pt x="113789" y="76695"/>
                </a:moveTo>
                <a:lnTo>
                  <a:pt x="100462" y="77605"/>
                </a:lnTo>
                <a:lnTo>
                  <a:pt x="83912" y="59696"/>
                </a:lnTo>
                <a:lnTo>
                  <a:pt x="83695" y="54920"/>
                </a:lnTo>
                <a:lnTo>
                  <a:pt x="67366" y="54990"/>
                </a:lnTo>
                <a:lnTo>
                  <a:pt x="55752" y="46686"/>
                </a:lnTo>
                <a:lnTo>
                  <a:pt x="48132" y="47522"/>
                </a:lnTo>
                <a:lnTo>
                  <a:pt x="32853" y="38483"/>
                </a:lnTo>
                <a:lnTo>
                  <a:pt x="4780" y="30788"/>
                </a:lnTo>
                <a:lnTo>
                  <a:pt x="7138" y="15724"/>
                </a:lnTo>
                <a:lnTo>
                  <a:pt x="0" y="4829"/>
                </a:lnTo>
                <a:lnTo>
                  <a:pt x="50854" y="0"/>
                </a:lnTo>
                <a:lnTo>
                  <a:pt x="59162" y="8135"/>
                </a:lnTo>
                <a:lnTo>
                  <a:pt x="73656" y="13492"/>
                </a:lnTo>
                <a:lnTo>
                  <a:pt x="66875" y="21255"/>
                </a:lnTo>
                <a:lnTo>
                  <a:pt x="87420" y="31874"/>
                </a:lnTo>
                <a:lnTo>
                  <a:pt x="77818" y="41733"/>
                </a:lnTo>
                <a:lnTo>
                  <a:pt x="94195" y="50152"/>
                </a:lnTo>
                <a:lnTo>
                  <a:pt x="111208" y="55225"/>
                </a:lnTo>
                <a:lnTo>
                  <a:pt x="113789" y="7669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6" name="Map / Sweden / 0">
            <a:extLst>
              <a:ext uri="{FF2B5EF4-FFF2-40B4-BE49-F238E27FC236}">
                <a16:creationId xmlns:a16="http://schemas.microsoft.com/office/drawing/2014/main" id="{D73A1924-1F1F-4DB2-A095-930A331F43D4}"/>
              </a:ext>
            </a:extLst>
          </p:cNvPr>
          <p:cNvSpPr>
            <a:spLocks noGrp="1"/>
          </p:cNvSpPr>
          <p:nvPr/>
        </p:nvSpPr>
        <p:spPr>
          <a:xfrm>
            <a:off x="9585397" y="2323192"/>
            <a:ext cx="446695" cy="425478"/>
          </a:xfrm>
          <a:custGeom>
            <a:avLst/>
            <a:gdLst/>
            <a:ahLst/>
            <a:cxnLst/>
            <a:rect l="0" t="0" r="0" b="0"/>
            <a:pathLst>
              <a:path w="446695" h="425478">
                <a:moveTo>
                  <a:pt x="0" y="317305"/>
                </a:moveTo>
                <a:lnTo>
                  <a:pt x="15254" y="299466"/>
                </a:lnTo>
                <a:lnTo>
                  <a:pt x="44301" y="278244"/>
                </a:lnTo>
                <a:lnTo>
                  <a:pt x="54962" y="241851"/>
                </a:lnTo>
                <a:lnTo>
                  <a:pt x="31796" y="226163"/>
                </a:lnTo>
                <a:lnTo>
                  <a:pt x="28400" y="185054"/>
                </a:lnTo>
                <a:lnTo>
                  <a:pt x="50464" y="156020"/>
                </a:lnTo>
                <a:lnTo>
                  <a:pt x="85512" y="156550"/>
                </a:lnTo>
                <a:lnTo>
                  <a:pt x="97372" y="144282"/>
                </a:lnTo>
                <a:lnTo>
                  <a:pt x="84159" y="133707"/>
                </a:lnTo>
                <a:lnTo>
                  <a:pt x="137232" y="90156"/>
                </a:lnTo>
                <a:lnTo>
                  <a:pt x="170970" y="55839"/>
                </a:lnTo>
                <a:lnTo>
                  <a:pt x="193160" y="33814"/>
                </a:lnTo>
                <a:lnTo>
                  <a:pt x="226777" y="33919"/>
                </a:lnTo>
                <a:lnTo>
                  <a:pt x="235237" y="16681"/>
                </a:lnTo>
                <a:lnTo>
                  <a:pt x="301376" y="21640"/>
                </a:lnTo>
                <a:lnTo>
                  <a:pt x="305445" y="1273"/>
                </a:lnTo>
                <a:lnTo>
                  <a:pt x="327036" y="0"/>
                </a:lnTo>
                <a:lnTo>
                  <a:pt x="374441" y="15150"/>
                </a:lnTo>
                <a:lnTo>
                  <a:pt x="430287" y="36226"/>
                </a:lnTo>
                <a:lnTo>
                  <a:pt x="434103" y="83898"/>
                </a:lnTo>
                <a:lnTo>
                  <a:pt x="446695" y="95943"/>
                </a:lnTo>
                <a:lnTo>
                  <a:pt x="386706" y="104710"/>
                </a:lnTo>
                <a:lnTo>
                  <a:pt x="353754" y="126309"/>
                </a:lnTo>
                <a:lnTo>
                  <a:pt x="360278" y="145267"/>
                </a:lnTo>
                <a:lnTo>
                  <a:pt x="305382" y="170157"/>
                </a:lnTo>
                <a:lnTo>
                  <a:pt x="238305" y="196784"/>
                </a:lnTo>
                <a:lnTo>
                  <a:pt x="214356" y="240378"/>
                </a:lnTo>
                <a:lnTo>
                  <a:pt x="240590" y="262189"/>
                </a:lnTo>
                <a:lnTo>
                  <a:pt x="275397" y="279360"/>
                </a:lnTo>
                <a:lnTo>
                  <a:pt x="244184" y="314283"/>
                </a:lnTo>
                <a:lnTo>
                  <a:pt x="207345" y="321525"/>
                </a:lnTo>
                <a:lnTo>
                  <a:pt x="195740" y="373491"/>
                </a:lnTo>
                <a:lnTo>
                  <a:pt x="176458" y="402491"/>
                </a:lnTo>
                <a:lnTo>
                  <a:pt x="132795" y="399502"/>
                </a:lnTo>
                <a:lnTo>
                  <a:pt x="113275" y="424053"/>
                </a:lnTo>
                <a:lnTo>
                  <a:pt x="71684" y="425478"/>
                </a:lnTo>
                <a:lnTo>
                  <a:pt x="59401" y="396214"/>
                </a:lnTo>
                <a:lnTo>
                  <a:pt x="28383" y="361087"/>
                </a:lnTo>
                <a:lnTo>
                  <a:pt x="0" y="31730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7" name="Map / Belarus / 0">
            <a:extLst>
              <a:ext uri="{FF2B5EF4-FFF2-40B4-BE49-F238E27FC236}">
                <a16:creationId xmlns:a16="http://schemas.microsoft.com/office/drawing/2014/main" id="{F2BC9903-628A-4B47-8200-DBB0AD14F045}"/>
              </a:ext>
            </a:extLst>
          </p:cNvPr>
          <p:cNvSpPr>
            <a:spLocks noGrp="1"/>
          </p:cNvSpPr>
          <p:nvPr/>
        </p:nvSpPr>
        <p:spPr>
          <a:xfrm>
            <a:off x="10030590" y="2723677"/>
            <a:ext cx="341389" cy="150126"/>
          </a:xfrm>
          <a:custGeom>
            <a:avLst/>
            <a:gdLst/>
            <a:ahLst/>
            <a:cxnLst/>
            <a:rect l="0" t="0" r="0" b="0"/>
            <a:pathLst>
              <a:path w="341389" h="150126">
                <a:moveTo>
                  <a:pt x="172707" y="0"/>
                </a:moveTo>
                <a:lnTo>
                  <a:pt x="211033" y="7763"/>
                </a:lnTo>
                <a:lnTo>
                  <a:pt x="216657" y="15448"/>
                </a:lnTo>
                <a:lnTo>
                  <a:pt x="235261" y="11753"/>
                </a:lnTo>
                <a:lnTo>
                  <a:pt x="270914" y="19136"/>
                </a:lnTo>
                <a:lnTo>
                  <a:pt x="275468" y="33667"/>
                </a:lnTo>
                <a:lnTo>
                  <a:pt x="268344" y="42019"/>
                </a:lnTo>
                <a:lnTo>
                  <a:pt x="292360" y="62286"/>
                </a:lnTo>
                <a:lnTo>
                  <a:pt x="307436" y="67933"/>
                </a:lnTo>
                <a:lnTo>
                  <a:pt x="305667" y="73524"/>
                </a:lnTo>
                <a:lnTo>
                  <a:pt x="330389" y="78972"/>
                </a:lnTo>
                <a:lnTo>
                  <a:pt x="341389" y="87226"/>
                </a:lnTo>
                <a:lnTo>
                  <a:pt x="327829" y="93996"/>
                </a:lnTo>
                <a:lnTo>
                  <a:pt x="298610" y="92921"/>
                </a:lnTo>
                <a:lnTo>
                  <a:pt x="291862" y="95814"/>
                </a:lnTo>
                <a:lnTo>
                  <a:pt x="301067" y="106089"/>
                </a:lnTo>
                <a:lnTo>
                  <a:pt x="311351" y="125913"/>
                </a:lnTo>
                <a:lnTo>
                  <a:pt x="311352" y="125913"/>
                </a:lnTo>
                <a:lnTo>
                  <a:pt x="280410" y="127750"/>
                </a:lnTo>
                <a:lnTo>
                  <a:pt x="269717" y="134546"/>
                </a:lnTo>
                <a:lnTo>
                  <a:pt x="268429" y="150126"/>
                </a:lnTo>
                <a:lnTo>
                  <a:pt x="253816" y="147135"/>
                </a:lnTo>
                <a:lnTo>
                  <a:pt x="221211" y="148618"/>
                </a:lnTo>
                <a:lnTo>
                  <a:pt x="211254" y="141380"/>
                </a:lnTo>
                <a:lnTo>
                  <a:pt x="198000" y="146776"/>
                </a:lnTo>
                <a:lnTo>
                  <a:pt x="184099" y="142303"/>
                </a:lnTo>
                <a:lnTo>
                  <a:pt x="155533" y="141681"/>
                </a:lnTo>
                <a:lnTo>
                  <a:pt x="114674" y="134252"/>
                </a:lnTo>
                <a:lnTo>
                  <a:pt x="77963" y="131826"/>
                </a:lnTo>
                <a:lnTo>
                  <a:pt x="49954" y="132513"/>
                </a:lnTo>
                <a:lnTo>
                  <a:pt x="30555" y="140903"/>
                </a:lnTo>
                <a:lnTo>
                  <a:pt x="13303" y="142110"/>
                </a:lnTo>
                <a:lnTo>
                  <a:pt x="11901" y="128329"/>
                </a:lnTo>
                <a:lnTo>
                  <a:pt x="0" y="113986"/>
                </a:lnTo>
                <a:lnTo>
                  <a:pt x="21354" y="107667"/>
                </a:lnTo>
                <a:lnTo>
                  <a:pt x="20907" y="95327"/>
                </a:lnTo>
                <a:lnTo>
                  <a:pt x="10267" y="83551"/>
                </a:lnTo>
                <a:lnTo>
                  <a:pt x="7976" y="69857"/>
                </a:lnTo>
                <a:lnTo>
                  <a:pt x="42846" y="70067"/>
                </a:lnTo>
                <a:lnTo>
                  <a:pt x="81327" y="58405"/>
                </a:lnTo>
                <a:lnTo>
                  <a:pt x="88666" y="40929"/>
                </a:lnTo>
                <a:lnTo>
                  <a:pt x="117577" y="31017"/>
                </a:lnTo>
                <a:lnTo>
                  <a:pt x="113352" y="17150"/>
                </a:lnTo>
                <a:lnTo>
                  <a:pt x="134885" y="11943"/>
                </a:lnTo>
                <a:lnTo>
                  <a:pt x="172707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198" name="Map / Ukraine / 0">
            <a:extLst>
              <a:ext uri="{FF2B5EF4-FFF2-40B4-BE49-F238E27FC236}">
                <a16:creationId xmlns:a16="http://schemas.microsoft.com/office/drawing/2014/main" id="{AB0AF91F-99F9-4B12-A4B4-B8346D1E9983}"/>
              </a:ext>
            </a:extLst>
          </p:cNvPr>
          <p:cNvSpPr>
            <a:spLocks noGrp="1"/>
          </p:cNvSpPr>
          <p:nvPr/>
        </p:nvSpPr>
        <p:spPr>
          <a:xfrm>
            <a:off x="9996292" y="2842365"/>
            <a:ext cx="653326" cy="217987"/>
          </a:xfrm>
          <a:custGeom>
            <a:avLst/>
            <a:gdLst/>
            <a:ahLst/>
            <a:cxnLst/>
            <a:rect l="0" t="0" r="0" b="0"/>
            <a:pathLst>
              <a:path w="653326" h="217987">
                <a:moveTo>
                  <a:pt x="345650" y="7225"/>
                </a:moveTo>
                <a:lnTo>
                  <a:pt x="359254" y="8477"/>
                </a:lnTo>
                <a:lnTo>
                  <a:pt x="367893" y="1436"/>
                </a:lnTo>
                <a:lnTo>
                  <a:pt x="378993" y="2991"/>
                </a:lnTo>
                <a:lnTo>
                  <a:pt x="416286" y="0"/>
                </a:lnTo>
                <a:lnTo>
                  <a:pt x="440730" y="17527"/>
                </a:lnTo>
                <a:lnTo>
                  <a:pt x="432154" y="23795"/>
                </a:lnTo>
                <a:lnTo>
                  <a:pt x="435873" y="33404"/>
                </a:lnTo>
                <a:lnTo>
                  <a:pt x="464889" y="34903"/>
                </a:lnTo>
                <a:lnTo>
                  <a:pt x="478815" y="48327"/>
                </a:lnTo>
                <a:lnTo>
                  <a:pt x="478490" y="54417"/>
                </a:lnTo>
                <a:lnTo>
                  <a:pt x="525440" y="65302"/>
                </a:lnTo>
                <a:lnTo>
                  <a:pt x="552911" y="60399"/>
                </a:lnTo>
                <a:lnTo>
                  <a:pt x="576499" y="74896"/>
                </a:lnTo>
                <a:lnTo>
                  <a:pt x="597705" y="74562"/>
                </a:lnTo>
                <a:lnTo>
                  <a:pt x="652126" y="84635"/>
                </a:lnTo>
                <a:lnTo>
                  <a:pt x="653326" y="93725"/>
                </a:lnTo>
                <a:lnTo>
                  <a:pt x="639909" y="109934"/>
                </a:lnTo>
                <a:lnTo>
                  <a:pt x="649379" y="127003"/>
                </a:lnTo>
                <a:lnTo>
                  <a:pt x="644496" y="137326"/>
                </a:lnTo>
                <a:lnTo>
                  <a:pt x="609389" y="139596"/>
                </a:lnTo>
                <a:lnTo>
                  <a:pt x="591271" y="148239"/>
                </a:lnTo>
                <a:lnTo>
                  <a:pt x="591198" y="161990"/>
                </a:lnTo>
                <a:lnTo>
                  <a:pt x="562231" y="164466"/>
                </a:lnTo>
                <a:lnTo>
                  <a:pt x="538683" y="174481"/>
                </a:lnTo>
                <a:lnTo>
                  <a:pt x="504591" y="176114"/>
                </a:lnTo>
                <a:lnTo>
                  <a:pt x="473928" y="187653"/>
                </a:lnTo>
                <a:lnTo>
                  <a:pt x="476934" y="204229"/>
                </a:lnTo>
                <a:lnTo>
                  <a:pt x="471346" y="203286"/>
                </a:lnTo>
                <a:lnTo>
                  <a:pt x="466170" y="197173"/>
                </a:lnTo>
                <a:lnTo>
                  <a:pt x="454318" y="195950"/>
                </a:lnTo>
                <a:lnTo>
                  <a:pt x="427856" y="189313"/>
                </a:lnTo>
                <a:lnTo>
                  <a:pt x="418736" y="196980"/>
                </a:lnTo>
                <a:lnTo>
                  <a:pt x="413482" y="193615"/>
                </a:lnTo>
                <a:lnTo>
                  <a:pt x="356117" y="185791"/>
                </a:lnTo>
                <a:lnTo>
                  <a:pt x="352859" y="174247"/>
                </a:lnTo>
                <a:lnTo>
                  <a:pt x="319237" y="178060"/>
                </a:lnTo>
                <a:lnTo>
                  <a:pt x="306717" y="195107"/>
                </a:lnTo>
                <a:lnTo>
                  <a:pt x="279741" y="217987"/>
                </a:lnTo>
                <a:lnTo>
                  <a:pt x="262818" y="212674"/>
                </a:lnTo>
                <a:lnTo>
                  <a:pt x="245893" y="217655"/>
                </a:lnTo>
                <a:lnTo>
                  <a:pt x="229227" y="211951"/>
                </a:lnTo>
                <a:lnTo>
                  <a:pt x="238254" y="208588"/>
                </a:lnTo>
                <a:lnTo>
                  <a:pt x="244042" y="197968"/>
                </a:lnTo>
                <a:lnTo>
                  <a:pt x="253483" y="188098"/>
                </a:lnTo>
                <a:lnTo>
                  <a:pt x="250573" y="182555"/>
                </a:lnTo>
                <a:lnTo>
                  <a:pt x="258073" y="180085"/>
                </a:lnTo>
                <a:lnTo>
                  <a:pt x="261929" y="184370"/>
                </a:lnTo>
                <a:lnTo>
                  <a:pt x="283531" y="185276"/>
                </a:lnTo>
                <a:lnTo>
                  <a:pt x="293070" y="182987"/>
                </a:lnTo>
                <a:lnTo>
                  <a:pt x="286064" y="179848"/>
                </a:lnTo>
                <a:lnTo>
                  <a:pt x="288366" y="175234"/>
                </a:lnTo>
                <a:lnTo>
                  <a:pt x="275132" y="167365"/>
                </a:lnTo>
                <a:lnTo>
                  <a:pt x="269073" y="154423"/>
                </a:lnTo>
                <a:lnTo>
                  <a:pt x="255473" y="149359"/>
                </a:lnTo>
                <a:lnTo>
                  <a:pt x="257464" y="138869"/>
                </a:lnTo>
                <a:lnTo>
                  <a:pt x="240491" y="130540"/>
                </a:lnTo>
                <a:lnTo>
                  <a:pt x="225428" y="129382"/>
                </a:lnTo>
                <a:lnTo>
                  <a:pt x="198009" y="119737"/>
                </a:lnTo>
                <a:lnTo>
                  <a:pt x="173965" y="122799"/>
                </a:lnTo>
                <a:lnTo>
                  <a:pt x="165528" y="127365"/>
                </a:lnTo>
                <a:lnTo>
                  <a:pt x="150151" y="127360"/>
                </a:lnTo>
                <a:lnTo>
                  <a:pt x="141375" y="134595"/>
                </a:lnTo>
                <a:lnTo>
                  <a:pt x="114614" y="137570"/>
                </a:lnTo>
                <a:lnTo>
                  <a:pt x="102408" y="142323"/>
                </a:lnTo>
                <a:lnTo>
                  <a:pt x="85090" y="134759"/>
                </a:lnTo>
                <a:lnTo>
                  <a:pt x="61708" y="134643"/>
                </a:lnTo>
                <a:lnTo>
                  <a:pt x="38984" y="131215"/>
                </a:lnTo>
                <a:lnTo>
                  <a:pt x="23558" y="137844"/>
                </a:lnTo>
                <a:lnTo>
                  <a:pt x="20626" y="129547"/>
                </a:lnTo>
                <a:lnTo>
                  <a:pt x="0" y="121126"/>
                </a:lnTo>
                <a:lnTo>
                  <a:pt x="6531" y="108647"/>
                </a:lnTo>
                <a:lnTo>
                  <a:pt x="16243" y="100587"/>
                </a:lnTo>
                <a:lnTo>
                  <a:pt x="24274" y="102393"/>
                </a:lnTo>
                <a:lnTo>
                  <a:pt x="14222" y="88482"/>
                </a:lnTo>
                <a:lnTo>
                  <a:pt x="45956" y="62735"/>
                </a:lnTo>
                <a:lnTo>
                  <a:pt x="63789" y="59132"/>
                </a:lnTo>
                <a:lnTo>
                  <a:pt x="67232" y="50448"/>
                </a:lnTo>
                <a:lnTo>
                  <a:pt x="47601" y="23422"/>
                </a:lnTo>
                <a:lnTo>
                  <a:pt x="64854" y="22215"/>
                </a:lnTo>
                <a:lnTo>
                  <a:pt x="84253" y="13825"/>
                </a:lnTo>
                <a:lnTo>
                  <a:pt x="112261" y="13138"/>
                </a:lnTo>
                <a:lnTo>
                  <a:pt x="148972" y="15564"/>
                </a:lnTo>
                <a:lnTo>
                  <a:pt x="189831" y="22993"/>
                </a:lnTo>
                <a:lnTo>
                  <a:pt x="218398" y="23615"/>
                </a:lnTo>
                <a:lnTo>
                  <a:pt x="232298" y="28088"/>
                </a:lnTo>
                <a:lnTo>
                  <a:pt x="245552" y="22692"/>
                </a:lnTo>
                <a:lnTo>
                  <a:pt x="255509" y="29930"/>
                </a:lnTo>
                <a:lnTo>
                  <a:pt x="288115" y="28447"/>
                </a:lnTo>
                <a:lnTo>
                  <a:pt x="302727" y="31438"/>
                </a:lnTo>
                <a:lnTo>
                  <a:pt x="304016" y="15858"/>
                </a:lnTo>
                <a:lnTo>
                  <a:pt x="314709" y="9062"/>
                </a:lnTo>
                <a:lnTo>
                  <a:pt x="345650" y="7225"/>
                </a:lnTo>
                <a:close/>
              </a:path>
            </a:pathLst>
          </a:custGeom>
          <a:solidFill>
            <a:srgbClr val="E8D2B0"/>
          </a:solidFill>
          <a:ln w="7620">
            <a:solidFill>
              <a:srgbClr val="FFFFFF"/>
            </a:solidFill>
          </a:ln>
        </p:spPr>
      </p:sp>
      <p:sp>
        <p:nvSpPr>
          <p:cNvPr id="199" name="Map / Poland / 0">
            <a:extLst>
              <a:ext uri="{FF2B5EF4-FFF2-40B4-BE49-F238E27FC236}">
                <a16:creationId xmlns:a16="http://schemas.microsoft.com/office/drawing/2014/main" id="{2888A75E-74F6-4ADC-8D04-92503B07D9D6}"/>
              </a:ext>
            </a:extLst>
          </p:cNvPr>
          <p:cNvSpPr>
            <a:spLocks noGrp="1"/>
          </p:cNvSpPr>
          <p:nvPr/>
        </p:nvSpPr>
        <p:spPr>
          <a:xfrm>
            <a:off x="9700125" y="2764465"/>
            <a:ext cx="363399" cy="180294"/>
          </a:xfrm>
          <a:custGeom>
            <a:avLst/>
            <a:gdLst/>
            <a:ahLst/>
            <a:cxnLst/>
            <a:rect l="0" t="0" r="0" b="0"/>
            <a:pathLst>
              <a:path w="363399" h="180294">
                <a:moveTo>
                  <a:pt x="338442" y="29069"/>
                </a:moveTo>
                <a:lnTo>
                  <a:pt x="340732" y="42763"/>
                </a:lnTo>
                <a:lnTo>
                  <a:pt x="351373" y="54539"/>
                </a:lnTo>
                <a:lnTo>
                  <a:pt x="351819" y="66879"/>
                </a:lnTo>
                <a:lnTo>
                  <a:pt x="330466" y="73198"/>
                </a:lnTo>
                <a:lnTo>
                  <a:pt x="342367" y="87541"/>
                </a:lnTo>
                <a:lnTo>
                  <a:pt x="343769" y="101322"/>
                </a:lnTo>
                <a:lnTo>
                  <a:pt x="363399" y="128349"/>
                </a:lnTo>
                <a:lnTo>
                  <a:pt x="359956" y="137033"/>
                </a:lnTo>
                <a:lnTo>
                  <a:pt x="342123" y="140635"/>
                </a:lnTo>
                <a:lnTo>
                  <a:pt x="310389" y="166382"/>
                </a:lnTo>
                <a:lnTo>
                  <a:pt x="320441" y="180294"/>
                </a:lnTo>
                <a:lnTo>
                  <a:pt x="312411" y="178487"/>
                </a:lnTo>
                <a:lnTo>
                  <a:pt x="277283" y="166589"/>
                </a:lnTo>
                <a:lnTo>
                  <a:pt x="251299" y="170964"/>
                </a:lnTo>
                <a:lnTo>
                  <a:pt x="233988" y="167785"/>
                </a:lnTo>
                <a:lnTo>
                  <a:pt x="212780" y="174420"/>
                </a:lnTo>
                <a:lnTo>
                  <a:pt x="193982" y="163448"/>
                </a:lnTo>
                <a:lnTo>
                  <a:pt x="179203" y="167649"/>
                </a:lnTo>
                <a:lnTo>
                  <a:pt x="177076" y="165780"/>
                </a:lnTo>
                <a:lnTo>
                  <a:pt x="159742" y="150537"/>
                </a:lnTo>
                <a:lnTo>
                  <a:pt x="132660" y="148667"/>
                </a:lnTo>
                <a:lnTo>
                  <a:pt x="128849" y="138975"/>
                </a:lnTo>
                <a:lnTo>
                  <a:pt x="103824" y="135513"/>
                </a:lnTo>
                <a:lnTo>
                  <a:pt x="98692" y="143507"/>
                </a:lnTo>
                <a:lnTo>
                  <a:pt x="78741" y="137103"/>
                </a:lnTo>
                <a:lnTo>
                  <a:pt x="80707" y="128586"/>
                </a:lnTo>
                <a:lnTo>
                  <a:pt x="53489" y="125893"/>
                </a:lnTo>
                <a:lnTo>
                  <a:pt x="35969" y="115927"/>
                </a:lnTo>
                <a:lnTo>
                  <a:pt x="20478" y="96161"/>
                </a:lnTo>
                <a:lnTo>
                  <a:pt x="22955" y="85488"/>
                </a:lnTo>
                <a:lnTo>
                  <a:pt x="13472" y="68930"/>
                </a:lnTo>
                <a:lnTo>
                  <a:pt x="0" y="57897"/>
                </a:lnTo>
                <a:lnTo>
                  <a:pt x="9808" y="49634"/>
                </a:lnTo>
                <a:lnTo>
                  <a:pt x="872" y="33882"/>
                </a:lnTo>
                <a:lnTo>
                  <a:pt x="25215" y="24791"/>
                </a:lnTo>
                <a:lnTo>
                  <a:pt x="80950" y="10475"/>
                </a:lnTo>
                <a:lnTo>
                  <a:pt x="125895" y="0"/>
                </a:lnTo>
                <a:lnTo>
                  <a:pt x="162044" y="5229"/>
                </a:lnTo>
                <a:lnTo>
                  <a:pt x="165080" y="12779"/>
                </a:lnTo>
                <a:lnTo>
                  <a:pt x="199842" y="13170"/>
                </a:lnTo>
                <a:lnTo>
                  <a:pt x="244382" y="16686"/>
                </a:lnTo>
                <a:lnTo>
                  <a:pt x="310623" y="16221"/>
                </a:lnTo>
                <a:lnTo>
                  <a:pt x="329280" y="19532"/>
                </a:lnTo>
                <a:lnTo>
                  <a:pt x="338442" y="29069"/>
                </a:lnTo>
                <a:close/>
              </a:path>
            </a:pathLst>
          </a:custGeom>
          <a:solidFill>
            <a:srgbClr val="E8D2B0"/>
          </a:solidFill>
          <a:ln w="7620">
            <a:solidFill>
              <a:srgbClr val="FFFFFF"/>
            </a:solidFill>
          </a:ln>
        </p:spPr>
      </p:sp>
      <p:sp>
        <p:nvSpPr>
          <p:cNvPr id="200" name="Map / Austria / 0">
            <a:extLst>
              <a:ext uri="{FF2B5EF4-FFF2-40B4-BE49-F238E27FC236}">
                <a16:creationId xmlns:a16="http://schemas.microsoft.com/office/drawing/2014/main" id="{383CEB81-B90C-4F6C-8ABB-197D62A335CF}"/>
              </a:ext>
            </a:extLst>
          </p:cNvPr>
          <p:cNvSpPr>
            <a:spLocks noGrp="1"/>
          </p:cNvSpPr>
          <p:nvPr/>
        </p:nvSpPr>
        <p:spPr>
          <a:xfrm>
            <a:off x="9537819" y="2944397"/>
            <a:ext cx="272771" cy="80711"/>
          </a:xfrm>
          <a:custGeom>
            <a:avLst/>
            <a:gdLst/>
            <a:ahLst/>
            <a:cxnLst/>
            <a:rect l="0" t="0" r="0" b="0"/>
            <a:pathLst>
              <a:path w="272771" h="80711">
                <a:moveTo>
                  <a:pt x="272771" y="28343"/>
                </a:moveTo>
                <a:lnTo>
                  <a:pt x="270447" y="40993"/>
                </a:lnTo>
                <a:lnTo>
                  <a:pt x="249904" y="41053"/>
                </a:lnTo>
                <a:lnTo>
                  <a:pt x="257199" y="47762"/>
                </a:lnTo>
                <a:lnTo>
                  <a:pt x="245745" y="67692"/>
                </a:lnTo>
                <a:lnTo>
                  <a:pt x="238951" y="72916"/>
                </a:lnTo>
                <a:lnTo>
                  <a:pt x="207013" y="73687"/>
                </a:lnTo>
                <a:lnTo>
                  <a:pt x="188780" y="80711"/>
                </a:lnTo>
                <a:lnTo>
                  <a:pt x="158514" y="78312"/>
                </a:lnTo>
                <a:lnTo>
                  <a:pt x="106038" y="70318"/>
                </a:lnTo>
                <a:lnTo>
                  <a:pt x="97608" y="59550"/>
                </a:lnTo>
                <a:lnTo>
                  <a:pt x="61642" y="64931"/>
                </a:lnTo>
                <a:lnTo>
                  <a:pt x="57528" y="70819"/>
                </a:lnTo>
                <a:lnTo>
                  <a:pt x="35296" y="66418"/>
                </a:lnTo>
                <a:lnTo>
                  <a:pt x="16638" y="65576"/>
                </a:lnTo>
                <a:lnTo>
                  <a:pt x="0" y="59939"/>
                </a:lnTo>
                <a:lnTo>
                  <a:pt x="5436" y="52362"/>
                </a:lnTo>
                <a:lnTo>
                  <a:pt x="3915" y="46868"/>
                </a:lnTo>
                <a:lnTo>
                  <a:pt x="14895" y="45161"/>
                </a:lnTo>
                <a:lnTo>
                  <a:pt x="33542" y="53758"/>
                </a:lnTo>
                <a:lnTo>
                  <a:pt x="38564" y="45588"/>
                </a:lnTo>
                <a:lnTo>
                  <a:pt x="70775" y="46908"/>
                </a:lnTo>
                <a:lnTo>
                  <a:pt x="96726" y="41357"/>
                </a:lnTo>
                <a:lnTo>
                  <a:pt x="114239" y="42307"/>
                </a:lnTo>
                <a:lnTo>
                  <a:pt x="125786" y="48646"/>
                </a:lnTo>
                <a:lnTo>
                  <a:pt x="129047" y="43385"/>
                </a:lnTo>
                <a:lnTo>
                  <a:pt x="123336" y="23215"/>
                </a:lnTo>
                <a:lnTo>
                  <a:pt x="136320" y="19284"/>
                </a:lnTo>
                <a:lnTo>
                  <a:pt x="148760" y="5012"/>
                </a:lnTo>
                <a:lnTo>
                  <a:pt x="176106" y="14976"/>
                </a:lnTo>
                <a:lnTo>
                  <a:pt x="196201" y="2312"/>
                </a:lnTo>
                <a:lnTo>
                  <a:pt x="208938" y="0"/>
                </a:lnTo>
                <a:lnTo>
                  <a:pt x="237506" y="9447"/>
                </a:lnTo>
                <a:lnTo>
                  <a:pt x="254552" y="7840"/>
                </a:lnTo>
                <a:lnTo>
                  <a:pt x="271545" y="13686"/>
                </a:lnTo>
                <a:lnTo>
                  <a:pt x="268759" y="17616"/>
                </a:lnTo>
                <a:lnTo>
                  <a:pt x="272771" y="2834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01" name="Map / Hungary / 0">
            <a:extLst>
              <a:ext uri="{FF2B5EF4-FFF2-40B4-BE49-F238E27FC236}">
                <a16:creationId xmlns:a16="http://schemas.microsoft.com/office/drawing/2014/main" id="{CBFB1BC5-D262-420A-BCEB-9047B89B8B18}"/>
              </a:ext>
            </a:extLst>
          </p:cNvPr>
          <p:cNvSpPr>
            <a:spLocks noGrp="1"/>
          </p:cNvSpPr>
          <p:nvPr/>
        </p:nvSpPr>
        <p:spPr>
          <a:xfrm>
            <a:off x="9783564" y="2957250"/>
            <a:ext cx="236286" cy="88670"/>
          </a:xfrm>
          <a:custGeom>
            <a:avLst/>
            <a:gdLst/>
            <a:ahLst/>
            <a:cxnLst/>
            <a:rect l="0" t="0" r="0" b="0"/>
            <a:pathLst>
              <a:path w="236286" h="88670">
                <a:moveTo>
                  <a:pt x="212728" y="6240"/>
                </a:moveTo>
                <a:lnTo>
                  <a:pt x="233354" y="14661"/>
                </a:lnTo>
                <a:lnTo>
                  <a:pt x="236286" y="22959"/>
                </a:lnTo>
                <a:lnTo>
                  <a:pt x="214309" y="29452"/>
                </a:lnTo>
                <a:lnTo>
                  <a:pt x="197976" y="50447"/>
                </a:lnTo>
                <a:lnTo>
                  <a:pt x="176790" y="71440"/>
                </a:lnTo>
                <a:lnTo>
                  <a:pt x="147710" y="77279"/>
                </a:lnTo>
                <a:lnTo>
                  <a:pt x="124825" y="75909"/>
                </a:lnTo>
                <a:lnTo>
                  <a:pt x="97107" y="84045"/>
                </a:lnTo>
                <a:lnTo>
                  <a:pt x="97107" y="84046"/>
                </a:lnTo>
                <a:lnTo>
                  <a:pt x="83600" y="88670"/>
                </a:lnTo>
                <a:lnTo>
                  <a:pt x="53156" y="82718"/>
                </a:lnTo>
                <a:lnTo>
                  <a:pt x="25352" y="69442"/>
                </a:lnTo>
                <a:lnTo>
                  <a:pt x="13607" y="65630"/>
                </a:lnTo>
                <a:lnTo>
                  <a:pt x="6157" y="55180"/>
                </a:lnTo>
                <a:lnTo>
                  <a:pt x="0" y="54838"/>
                </a:lnTo>
                <a:lnTo>
                  <a:pt x="11453" y="34909"/>
                </a:lnTo>
                <a:lnTo>
                  <a:pt x="4159" y="28200"/>
                </a:lnTo>
                <a:lnTo>
                  <a:pt x="24701" y="28139"/>
                </a:lnTo>
                <a:lnTo>
                  <a:pt x="27025" y="15489"/>
                </a:lnTo>
                <a:lnTo>
                  <a:pt x="45861" y="23415"/>
                </a:lnTo>
                <a:lnTo>
                  <a:pt x="59430" y="26790"/>
                </a:lnTo>
                <a:lnTo>
                  <a:pt x="89901" y="22997"/>
                </a:lnTo>
                <a:lnTo>
                  <a:pt x="92595" y="16781"/>
                </a:lnTo>
                <a:lnTo>
                  <a:pt x="107044" y="15864"/>
                </a:lnTo>
                <a:lnTo>
                  <a:pt x="124601" y="11059"/>
                </a:lnTo>
                <a:lnTo>
                  <a:pt x="128622" y="13038"/>
                </a:lnTo>
                <a:lnTo>
                  <a:pt x="145574" y="9172"/>
                </a:lnTo>
                <a:lnTo>
                  <a:pt x="153808" y="1888"/>
                </a:lnTo>
                <a:lnTo>
                  <a:pt x="165664" y="0"/>
                </a:lnTo>
                <a:lnTo>
                  <a:pt x="205098" y="9407"/>
                </a:lnTo>
                <a:lnTo>
                  <a:pt x="212728" y="624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02" name="Map / Moldova / 0">
            <a:extLst>
              <a:ext uri="{FF2B5EF4-FFF2-40B4-BE49-F238E27FC236}">
                <a16:creationId xmlns:a16="http://schemas.microsoft.com/office/drawing/2014/main" id="{4B2894A5-047A-409B-BD8E-DB76FE6001F6}"/>
              </a:ext>
            </a:extLst>
          </p:cNvPr>
          <p:cNvSpPr>
            <a:spLocks noGrp="1"/>
          </p:cNvSpPr>
          <p:nvPr/>
        </p:nvSpPr>
        <p:spPr>
          <a:xfrm>
            <a:off x="10161820" y="2962102"/>
            <a:ext cx="127542" cy="92214"/>
          </a:xfrm>
          <a:custGeom>
            <a:avLst/>
            <a:gdLst/>
            <a:ahLst/>
            <a:cxnLst/>
            <a:rect l="0" t="0" r="0" b="0"/>
            <a:pathLst>
              <a:path w="127542" h="92214">
                <a:moveTo>
                  <a:pt x="0" y="7627"/>
                </a:moveTo>
                <a:lnTo>
                  <a:pt x="8436" y="3062"/>
                </a:lnTo>
                <a:lnTo>
                  <a:pt x="32481" y="0"/>
                </a:lnTo>
                <a:lnTo>
                  <a:pt x="59899" y="9645"/>
                </a:lnTo>
                <a:lnTo>
                  <a:pt x="74962" y="10803"/>
                </a:lnTo>
                <a:lnTo>
                  <a:pt x="91936" y="19132"/>
                </a:lnTo>
                <a:lnTo>
                  <a:pt x="89945" y="29622"/>
                </a:lnTo>
                <a:lnTo>
                  <a:pt x="103545" y="34686"/>
                </a:lnTo>
                <a:lnTo>
                  <a:pt x="109604" y="47627"/>
                </a:lnTo>
                <a:lnTo>
                  <a:pt x="122838" y="55497"/>
                </a:lnTo>
                <a:lnTo>
                  <a:pt x="120536" y="60111"/>
                </a:lnTo>
                <a:lnTo>
                  <a:pt x="127542" y="63249"/>
                </a:lnTo>
                <a:lnTo>
                  <a:pt x="118003" y="65538"/>
                </a:lnTo>
                <a:lnTo>
                  <a:pt x="96400" y="64632"/>
                </a:lnTo>
                <a:lnTo>
                  <a:pt x="92545" y="60347"/>
                </a:lnTo>
                <a:lnTo>
                  <a:pt x="85044" y="62817"/>
                </a:lnTo>
                <a:lnTo>
                  <a:pt x="87955" y="68360"/>
                </a:lnTo>
                <a:lnTo>
                  <a:pt x="78513" y="78231"/>
                </a:lnTo>
                <a:lnTo>
                  <a:pt x="72725" y="88851"/>
                </a:lnTo>
                <a:lnTo>
                  <a:pt x="63699" y="92214"/>
                </a:lnTo>
                <a:lnTo>
                  <a:pt x="56348" y="78088"/>
                </a:lnTo>
                <a:lnTo>
                  <a:pt x="59461" y="64871"/>
                </a:lnTo>
                <a:lnTo>
                  <a:pt x="57516" y="51283"/>
                </a:lnTo>
                <a:lnTo>
                  <a:pt x="35402" y="32876"/>
                </a:lnTo>
                <a:lnTo>
                  <a:pt x="23087" y="19823"/>
                </a:lnTo>
                <a:lnTo>
                  <a:pt x="11279" y="10644"/>
                </a:lnTo>
                <a:lnTo>
                  <a:pt x="0" y="762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03" name="Map / Romania / 0">
            <a:extLst>
              <a:ext uri="{FF2B5EF4-FFF2-40B4-BE49-F238E27FC236}">
                <a16:creationId xmlns:a16="http://schemas.microsoft.com/office/drawing/2014/main" id="{2F7F4EB6-4699-4220-82EB-38B9A4344918}"/>
              </a:ext>
            </a:extLst>
          </p:cNvPr>
          <p:cNvSpPr>
            <a:spLocks noGrp="1"/>
          </p:cNvSpPr>
          <p:nvPr/>
        </p:nvSpPr>
        <p:spPr>
          <a:xfrm>
            <a:off x="9931274" y="2969725"/>
            <a:ext cx="346079" cy="140307"/>
          </a:xfrm>
          <a:custGeom>
            <a:avLst/>
            <a:gdLst/>
            <a:ahLst/>
            <a:cxnLst/>
            <a:rect l="0" t="0" r="0" b="0"/>
            <a:pathLst>
              <a:path w="346079" h="140307">
                <a:moveTo>
                  <a:pt x="294245" y="84591"/>
                </a:moveTo>
                <a:lnTo>
                  <a:pt x="310911" y="90295"/>
                </a:lnTo>
                <a:lnTo>
                  <a:pt x="327837" y="85314"/>
                </a:lnTo>
                <a:lnTo>
                  <a:pt x="344759" y="90627"/>
                </a:lnTo>
                <a:lnTo>
                  <a:pt x="346079" y="98611"/>
                </a:lnTo>
                <a:lnTo>
                  <a:pt x="328691" y="105272"/>
                </a:lnTo>
                <a:lnTo>
                  <a:pt x="317390" y="102373"/>
                </a:lnTo>
                <a:lnTo>
                  <a:pt x="309216" y="139719"/>
                </a:lnTo>
                <a:lnTo>
                  <a:pt x="287445" y="136468"/>
                </a:lnTo>
                <a:lnTo>
                  <a:pt x="260128" y="125215"/>
                </a:lnTo>
                <a:lnTo>
                  <a:pt x="217289" y="132412"/>
                </a:lnTo>
                <a:lnTo>
                  <a:pt x="199473" y="140307"/>
                </a:lnTo>
                <a:lnTo>
                  <a:pt x="145458" y="138679"/>
                </a:lnTo>
                <a:lnTo>
                  <a:pt x="117022" y="133851"/>
                </a:lnTo>
                <a:lnTo>
                  <a:pt x="102896" y="136118"/>
                </a:lnTo>
                <a:lnTo>
                  <a:pt x="91772" y="123390"/>
                </a:lnTo>
                <a:lnTo>
                  <a:pt x="84815" y="117994"/>
                </a:lnTo>
                <a:lnTo>
                  <a:pt x="93084" y="112770"/>
                </a:lnTo>
                <a:lnTo>
                  <a:pt x="83866" y="108915"/>
                </a:lnTo>
                <a:lnTo>
                  <a:pt x="72656" y="115852"/>
                </a:lnTo>
                <a:lnTo>
                  <a:pt x="50888" y="106859"/>
                </a:lnTo>
                <a:lnTo>
                  <a:pt x="47469" y="94098"/>
                </a:lnTo>
                <a:lnTo>
                  <a:pt x="24847" y="86817"/>
                </a:lnTo>
                <a:lnTo>
                  <a:pt x="20332" y="76967"/>
                </a:lnTo>
                <a:lnTo>
                  <a:pt x="0" y="64804"/>
                </a:lnTo>
                <a:lnTo>
                  <a:pt x="29081" y="58965"/>
                </a:lnTo>
                <a:lnTo>
                  <a:pt x="50266" y="37972"/>
                </a:lnTo>
                <a:lnTo>
                  <a:pt x="66599" y="16978"/>
                </a:lnTo>
                <a:lnTo>
                  <a:pt x="88576" y="10484"/>
                </a:lnTo>
                <a:lnTo>
                  <a:pt x="104002" y="3855"/>
                </a:lnTo>
                <a:lnTo>
                  <a:pt x="126726" y="7283"/>
                </a:lnTo>
                <a:lnTo>
                  <a:pt x="150108" y="7399"/>
                </a:lnTo>
                <a:lnTo>
                  <a:pt x="167426" y="14963"/>
                </a:lnTo>
                <a:lnTo>
                  <a:pt x="179632" y="10210"/>
                </a:lnTo>
                <a:lnTo>
                  <a:pt x="206393" y="7235"/>
                </a:lnTo>
                <a:lnTo>
                  <a:pt x="215169" y="0"/>
                </a:lnTo>
                <a:lnTo>
                  <a:pt x="230546" y="5"/>
                </a:lnTo>
                <a:lnTo>
                  <a:pt x="241826" y="3022"/>
                </a:lnTo>
                <a:lnTo>
                  <a:pt x="253634" y="12200"/>
                </a:lnTo>
                <a:lnTo>
                  <a:pt x="265948" y="25253"/>
                </a:lnTo>
                <a:lnTo>
                  <a:pt x="288062" y="43661"/>
                </a:lnTo>
                <a:lnTo>
                  <a:pt x="290007" y="57248"/>
                </a:lnTo>
                <a:lnTo>
                  <a:pt x="286894" y="70466"/>
                </a:lnTo>
                <a:lnTo>
                  <a:pt x="294245" y="84591"/>
                </a:lnTo>
                <a:close/>
              </a:path>
            </a:pathLst>
          </a:custGeom>
          <a:solidFill>
            <a:srgbClr val="E8D2B0"/>
          </a:solidFill>
          <a:ln w="7620">
            <a:solidFill>
              <a:srgbClr val="FFFFFF"/>
            </a:solidFill>
          </a:ln>
        </p:spPr>
      </p:sp>
      <p:sp>
        <p:nvSpPr>
          <p:cNvPr id="204" name="Map / Lithuania / 0">
            <a:extLst>
              <a:ext uri="{FF2B5EF4-FFF2-40B4-BE49-F238E27FC236}">
                <a16:creationId xmlns:a16="http://schemas.microsoft.com/office/drawing/2014/main" id="{A37C3ACD-6064-4BDE-A58A-4C46607E0D5F}"/>
              </a:ext>
            </a:extLst>
          </p:cNvPr>
          <p:cNvSpPr>
            <a:spLocks noGrp="1"/>
          </p:cNvSpPr>
          <p:nvPr/>
        </p:nvSpPr>
        <p:spPr>
          <a:xfrm>
            <a:off x="9947833" y="2717380"/>
            <a:ext cx="200334" cy="76364"/>
          </a:xfrm>
          <a:custGeom>
            <a:avLst/>
            <a:gdLst/>
            <a:ahLst/>
            <a:cxnLst/>
            <a:rect l="0" t="0" r="0" b="0"/>
            <a:pathLst>
              <a:path w="200334" h="76364">
                <a:moveTo>
                  <a:pt x="196110" y="23447"/>
                </a:moveTo>
                <a:lnTo>
                  <a:pt x="200334" y="37313"/>
                </a:lnTo>
                <a:lnTo>
                  <a:pt x="171424" y="47226"/>
                </a:lnTo>
                <a:lnTo>
                  <a:pt x="164085" y="64702"/>
                </a:lnTo>
                <a:lnTo>
                  <a:pt x="125604" y="76364"/>
                </a:lnTo>
                <a:lnTo>
                  <a:pt x="90734" y="76153"/>
                </a:lnTo>
                <a:lnTo>
                  <a:pt x="81572" y="66617"/>
                </a:lnTo>
                <a:lnTo>
                  <a:pt x="62915" y="63305"/>
                </a:lnTo>
                <a:lnTo>
                  <a:pt x="59624" y="55405"/>
                </a:lnTo>
                <a:lnTo>
                  <a:pt x="63028" y="46928"/>
                </a:lnTo>
                <a:lnTo>
                  <a:pt x="46865" y="42015"/>
                </a:lnTo>
                <a:lnTo>
                  <a:pt x="8913" y="36592"/>
                </a:lnTo>
                <a:lnTo>
                  <a:pt x="0" y="10570"/>
                </a:lnTo>
                <a:lnTo>
                  <a:pt x="40646" y="1075"/>
                </a:lnTo>
                <a:lnTo>
                  <a:pt x="100951" y="3060"/>
                </a:lnTo>
                <a:lnTo>
                  <a:pt x="136041" y="0"/>
                </a:lnTo>
                <a:lnTo>
                  <a:pt x="141448" y="6439"/>
                </a:lnTo>
                <a:lnTo>
                  <a:pt x="160671" y="8427"/>
                </a:lnTo>
                <a:lnTo>
                  <a:pt x="196110" y="2344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05" name="Map / Latvia / 0">
            <a:extLst>
              <a:ext uri="{FF2B5EF4-FFF2-40B4-BE49-F238E27FC236}">
                <a16:creationId xmlns:a16="http://schemas.microsoft.com/office/drawing/2014/main" id="{0BFDB61E-BB8B-43F7-96CF-F7CFFA5BE762}"/>
              </a:ext>
            </a:extLst>
          </p:cNvPr>
          <p:cNvSpPr>
            <a:spLocks noGrp="1"/>
          </p:cNvSpPr>
          <p:nvPr/>
        </p:nvSpPr>
        <p:spPr>
          <a:xfrm>
            <a:off x="9947833" y="2667924"/>
            <a:ext cx="255464" cy="72904"/>
          </a:xfrm>
          <a:custGeom>
            <a:avLst/>
            <a:gdLst/>
            <a:ahLst/>
            <a:cxnLst/>
            <a:rect l="0" t="0" r="0" b="0"/>
            <a:pathLst>
              <a:path w="255464" h="72904">
                <a:moveTo>
                  <a:pt x="220985" y="15343"/>
                </a:moveTo>
                <a:lnTo>
                  <a:pt x="238705" y="22471"/>
                </a:lnTo>
                <a:lnTo>
                  <a:pt x="242739" y="37483"/>
                </a:lnTo>
                <a:lnTo>
                  <a:pt x="255464" y="55753"/>
                </a:lnTo>
                <a:lnTo>
                  <a:pt x="217643" y="67696"/>
                </a:lnTo>
                <a:lnTo>
                  <a:pt x="196110" y="72904"/>
                </a:lnTo>
                <a:lnTo>
                  <a:pt x="160671" y="57884"/>
                </a:lnTo>
                <a:lnTo>
                  <a:pt x="141448" y="55895"/>
                </a:lnTo>
                <a:lnTo>
                  <a:pt x="136041" y="49457"/>
                </a:lnTo>
                <a:lnTo>
                  <a:pt x="100951" y="52517"/>
                </a:lnTo>
                <a:lnTo>
                  <a:pt x="40646" y="50532"/>
                </a:lnTo>
                <a:lnTo>
                  <a:pt x="0" y="60027"/>
                </a:lnTo>
                <a:lnTo>
                  <a:pt x="100" y="36723"/>
                </a:lnTo>
                <a:lnTo>
                  <a:pt x="16740" y="17282"/>
                </a:lnTo>
                <a:lnTo>
                  <a:pt x="49933" y="6711"/>
                </a:lnTo>
                <a:lnTo>
                  <a:pt x="79622" y="29839"/>
                </a:lnTo>
                <a:lnTo>
                  <a:pt x="108345" y="29237"/>
                </a:lnTo>
                <a:lnTo>
                  <a:pt x="113872" y="5471"/>
                </a:lnTo>
                <a:lnTo>
                  <a:pt x="144028" y="0"/>
                </a:lnTo>
                <a:lnTo>
                  <a:pt x="159934" y="3796"/>
                </a:lnTo>
                <a:lnTo>
                  <a:pt x="191451" y="15285"/>
                </a:lnTo>
                <a:lnTo>
                  <a:pt x="220985" y="1534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06" name="Map / Estonia / 0">
            <a:extLst>
              <a:ext uri="{FF2B5EF4-FFF2-40B4-BE49-F238E27FC236}">
                <a16:creationId xmlns:a16="http://schemas.microsoft.com/office/drawing/2014/main" id="{DE8621BB-8809-447A-85B0-C0F5C896F59A}"/>
              </a:ext>
            </a:extLst>
          </p:cNvPr>
          <p:cNvSpPr>
            <a:spLocks noGrp="1"/>
          </p:cNvSpPr>
          <p:nvPr/>
        </p:nvSpPr>
        <p:spPr>
          <a:xfrm>
            <a:off x="10024484" y="2617127"/>
            <a:ext cx="170757" cy="66140"/>
          </a:xfrm>
          <a:custGeom>
            <a:avLst/>
            <a:gdLst/>
            <a:ahLst/>
            <a:cxnLst/>
            <a:rect l="0" t="0" r="0" b="0"/>
            <a:pathLst>
              <a:path w="170757" h="66140">
                <a:moveTo>
                  <a:pt x="165022" y="4201"/>
                </a:moveTo>
                <a:lnTo>
                  <a:pt x="165022" y="4201"/>
                </a:lnTo>
                <a:lnTo>
                  <a:pt x="170757" y="9605"/>
                </a:lnTo>
                <a:lnTo>
                  <a:pt x="146543" y="27443"/>
                </a:lnTo>
                <a:lnTo>
                  <a:pt x="159036" y="56315"/>
                </a:lnTo>
                <a:lnTo>
                  <a:pt x="144333" y="66140"/>
                </a:lnTo>
                <a:lnTo>
                  <a:pt x="114799" y="66082"/>
                </a:lnTo>
                <a:lnTo>
                  <a:pt x="83282" y="54593"/>
                </a:lnTo>
                <a:lnTo>
                  <a:pt x="67376" y="50797"/>
                </a:lnTo>
                <a:lnTo>
                  <a:pt x="37221" y="56268"/>
                </a:lnTo>
                <a:lnTo>
                  <a:pt x="40316" y="38004"/>
                </a:lnTo>
                <a:lnTo>
                  <a:pt x="27396" y="41906"/>
                </a:lnTo>
                <a:lnTo>
                  <a:pt x="4092" y="30905"/>
                </a:lnTo>
                <a:lnTo>
                  <a:pt x="0" y="13121"/>
                </a:lnTo>
                <a:lnTo>
                  <a:pt x="44610" y="4496"/>
                </a:lnTo>
                <a:lnTo>
                  <a:pt x="89265" y="0"/>
                </a:lnTo>
                <a:lnTo>
                  <a:pt x="128278" y="5117"/>
                </a:lnTo>
                <a:lnTo>
                  <a:pt x="165022" y="4201"/>
                </a:lnTo>
                <a:lnTo>
                  <a:pt x="165022" y="420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07" name="Map / Germany / 0">
            <a:extLst>
              <a:ext uri="{FF2B5EF4-FFF2-40B4-BE49-F238E27FC236}">
                <a16:creationId xmlns:a16="http://schemas.microsoft.com/office/drawing/2014/main" id="{B28EA16F-8E88-43E9-8130-907702F3F3A4}"/>
              </a:ext>
            </a:extLst>
          </p:cNvPr>
          <p:cNvSpPr>
            <a:spLocks noGrp="1"/>
          </p:cNvSpPr>
          <p:nvPr/>
        </p:nvSpPr>
        <p:spPr>
          <a:xfrm>
            <a:off x="9408453" y="2760392"/>
            <a:ext cx="327641" cy="237763"/>
          </a:xfrm>
          <a:custGeom>
            <a:avLst/>
            <a:gdLst/>
            <a:ahLst/>
            <a:cxnLst/>
            <a:rect l="0" t="0" r="0" b="0"/>
            <a:pathLst>
              <a:path w="327641" h="237763">
                <a:moveTo>
                  <a:pt x="292543" y="37955"/>
                </a:moveTo>
                <a:lnTo>
                  <a:pt x="301479" y="53707"/>
                </a:lnTo>
                <a:lnTo>
                  <a:pt x="291671" y="61969"/>
                </a:lnTo>
                <a:lnTo>
                  <a:pt x="305143" y="73003"/>
                </a:lnTo>
                <a:lnTo>
                  <a:pt x="314626" y="89561"/>
                </a:lnTo>
                <a:lnTo>
                  <a:pt x="312149" y="100234"/>
                </a:lnTo>
                <a:lnTo>
                  <a:pt x="327641" y="120000"/>
                </a:lnTo>
                <a:lnTo>
                  <a:pt x="311562" y="123230"/>
                </a:lnTo>
                <a:lnTo>
                  <a:pt x="301889" y="119672"/>
                </a:lnTo>
                <a:lnTo>
                  <a:pt x="292976" y="125564"/>
                </a:lnTo>
                <a:lnTo>
                  <a:pt x="267105" y="131560"/>
                </a:lnTo>
                <a:lnTo>
                  <a:pt x="253849" y="139273"/>
                </a:lnTo>
                <a:lnTo>
                  <a:pt x="227648" y="146013"/>
                </a:lnTo>
                <a:lnTo>
                  <a:pt x="234250" y="155214"/>
                </a:lnTo>
                <a:lnTo>
                  <a:pt x="238444" y="168269"/>
                </a:lnTo>
                <a:lnTo>
                  <a:pt x="257204" y="175709"/>
                </a:lnTo>
                <a:lnTo>
                  <a:pt x="278125" y="189017"/>
                </a:lnTo>
                <a:lnTo>
                  <a:pt x="265685" y="203289"/>
                </a:lnTo>
                <a:lnTo>
                  <a:pt x="252702" y="207220"/>
                </a:lnTo>
                <a:lnTo>
                  <a:pt x="258412" y="227390"/>
                </a:lnTo>
                <a:lnTo>
                  <a:pt x="255151" y="232650"/>
                </a:lnTo>
                <a:lnTo>
                  <a:pt x="243605" y="226312"/>
                </a:lnTo>
                <a:lnTo>
                  <a:pt x="226091" y="225362"/>
                </a:lnTo>
                <a:lnTo>
                  <a:pt x="200141" y="230913"/>
                </a:lnTo>
                <a:lnTo>
                  <a:pt x="167930" y="229593"/>
                </a:lnTo>
                <a:lnTo>
                  <a:pt x="162908" y="237763"/>
                </a:lnTo>
                <a:lnTo>
                  <a:pt x="144260" y="229166"/>
                </a:lnTo>
                <a:lnTo>
                  <a:pt x="133281" y="230873"/>
                </a:lnTo>
                <a:lnTo>
                  <a:pt x="94009" y="221408"/>
                </a:lnTo>
                <a:lnTo>
                  <a:pt x="86636" y="228133"/>
                </a:lnTo>
                <a:lnTo>
                  <a:pt x="55600" y="227916"/>
                </a:lnTo>
                <a:lnTo>
                  <a:pt x="59884" y="205862"/>
                </a:lnTo>
                <a:lnTo>
                  <a:pt x="77948" y="184664"/>
                </a:lnTo>
                <a:lnTo>
                  <a:pt x="25420" y="178963"/>
                </a:lnTo>
                <a:lnTo>
                  <a:pt x="8144" y="170857"/>
                </a:lnTo>
                <a:lnTo>
                  <a:pt x="10016" y="157285"/>
                </a:lnTo>
                <a:lnTo>
                  <a:pt x="2670" y="150294"/>
                </a:lnTo>
                <a:lnTo>
                  <a:pt x="6518" y="129378"/>
                </a:lnTo>
                <a:lnTo>
                  <a:pt x="0" y="96939"/>
                </a:lnTo>
                <a:lnTo>
                  <a:pt x="21750" y="96926"/>
                </a:lnTo>
                <a:lnTo>
                  <a:pt x="30752" y="85274"/>
                </a:lnTo>
                <a:lnTo>
                  <a:pt x="39321" y="56930"/>
                </a:lnTo>
                <a:lnTo>
                  <a:pt x="32409" y="46464"/>
                </a:lnTo>
                <a:lnTo>
                  <a:pt x="39353" y="39908"/>
                </a:lnTo>
                <a:lnTo>
                  <a:pt x="69479" y="38225"/>
                </a:lnTo>
                <a:lnTo>
                  <a:pt x="76294" y="45051"/>
                </a:lnTo>
                <a:lnTo>
                  <a:pt x="100499" y="29790"/>
                </a:lnTo>
                <a:lnTo>
                  <a:pt x="92030" y="18185"/>
                </a:lnTo>
                <a:lnTo>
                  <a:pt x="90036" y="630"/>
                </a:lnTo>
                <a:lnTo>
                  <a:pt x="117325" y="4713"/>
                </a:lnTo>
                <a:lnTo>
                  <a:pt x="140253" y="0"/>
                </a:lnTo>
                <a:lnTo>
                  <a:pt x="141160" y="11963"/>
                </a:lnTo>
                <a:lnTo>
                  <a:pt x="177735" y="19177"/>
                </a:lnTo>
                <a:lnTo>
                  <a:pt x="177624" y="30164"/>
                </a:lnTo>
                <a:lnTo>
                  <a:pt x="214129" y="24351"/>
                </a:lnTo>
                <a:lnTo>
                  <a:pt x="234152" y="15872"/>
                </a:lnTo>
                <a:lnTo>
                  <a:pt x="275204" y="28096"/>
                </a:lnTo>
                <a:lnTo>
                  <a:pt x="292543" y="37955"/>
                </a:lnTo>
                <a:close/>
              </a:path>
            </a:pathLst>
          </a:custGeom>
          <a:solidFill>
            <a:srgbClr val="E8D2B0"/>
          </a:solidFill>
          <a:ln w="7620">
            <a:solidFill>
              <a:srgbClr val="FFFFFF"/>
            </a:solidFill>
          </a:ln>
        </p:spPr>
      </p:sp>
      <p:sp>
        <p:nvSpPr>
          <p:cNvPr id="208" name="Map / Bulgaria / 0">
            <a:extLst>
              <a:ext uri="{FF2B5EF4-FFF2-40B4-BE49-F238E27FC236}">
                <a16:creationId xmlns:a16="http://schemas.microsoft.com/office/drawing/2014/main" id="{535EA50A-77E4-4755-A8D0-A52ED7F3F6E5}"/>
              </a:ext>
            </a:extLst>
          </p:cNvPr>
          <p:cNvSpPr>
            <a:spLocks noGrp="1"/>
          </p:cNvSpPr>
          <p:nvPr/>
        </p:nvSpPr>
        <p:spPr>
          <a:xfrm>
            <a:off x="10014299" y="3093115"/>
            <a:ext cx="226190" cy="92882"/>
          </a:xfrm>
          <a:custGeom>
            <a:avLst/>
            <a:gdLst/>
            <a:ahLst/>
            <a:cxnLst/>
            <a:rect l="0" t="0" r="0" b="0"/>
            <a:pathLst>
              <a:path w="226190" h="92882">
                <a:moveTo>
                  <a:pt x="8747" y="0"/>
                </a:moveTo>
                <a:lnTo>
                  <a:pt x="19871" y="12727"/>
                </a:lnTo>
                <a:lnTo>
                  <a:pt x="33996" y="10460"/>
                </a:lnTo>
                <a:lnTo>
                  <a:pt x="62433" y="15288"/>
                </a:lnTo>
                <a:lnTo>
                  <a:pt x="116448" y="16917"/>
                </a:lnTo>
                <a:lnTo>
                  <a:pt x="134263" y="9022"/>
                </a:lnTo>
                <a:lnTo>
                  <a:pt x="177103" y="1824"/>
                </a:lnTo>
                <a:lnTo>
                  <a:pt x="204420" y="13078"/>
                </a:lnTo>
                <a:lnTo>
                  <a:pt x="226190" y="16328"/>
                </a:lnTo>
                <a:lnTo>
                  <a:pt x="207820" y="29153"/>
                </a:lnTo>
                <a:lnTo>
                  <a:pt x="195564" y="51295"/>
                </a:lnTo>
                <a:lnTo>
                  <a:pt x="208371" y="68957"/>
                </a:lnTo>
                <a:lnTo>
                  <a:pt x="176453" y="64805"/>
                </a:lnTo>
                <a:lnTo>
                  <a:pt x="139420" y="74543"/>
                </a:lnTo>
                <a:lnTo>
                  <a:pt x="139764" y="89960"/>
                </a:lnTo>
                <a:lnTo>
                  <a:pt x="106391" y="92882"/>
                </a:lnTo>
                <a:lnTo>
                  <a:pt x="79923" y="82066"/>
                </a:lnTo>
                <a:lnTo>
                  <a:pt x="50793" y="90573"/>
                </a:lnTo>
                <a:lnTo>
                  <a:pt x="23485" y="89678"/>
                </a:lnTo>
                <a:lnTo>
                  <a:pt x="19997" y="69207"/>
                </a:lnTo>
                <a:lnTo>
                  <a:pt x="1135" y="59271"/>
                </a:lnTo>
                <a:lnTo>
                  <a:pt x="7005" y="54903"/>
                </a:lnTo>
                <a:lnTo>
                  <a:pt x="2859" y="51220"/>
                </a:lnTo>
                <a:lnTo>
                  <a:pt x="8626" y="41370"/>
                </a:lnTo>
                <a:lnTo>
                  <a:pt x="22221" y="31692"/>
                </a:lnTo>
                <a:lnTo>
                  <a:pt x="3785" y="18329"/>
                </a:lnTo>
                <a:lnTo>
                  <a:pt x="0" y="7023"/>
                </a:lnTo>
                <a:lnTo>
                  <a:pt x="8747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09" name="Map / Greece / 0">
            <a:extLst>
              <a:ext uri="{FF2B5EF4-FFF2-40B4-BE49-F238E27FC236}">
                <a16:creationId xmlns:a16="http://schemas.microsoft.com/office/drawing/2014/main" id="{AC017EE7-78C8-4CD4-9923-2C9224621A1D}"/>
              </a:ext>
            </a:extLst>
          </p:cNvPr>
          <p:cNvSpPr>
            <a:spLocks noGrp="1"/>
          </p:cNvSpPr>
          <p:nvPr/>
        </p:nvSpPr>
        <p:spPr>
          <a:xfrm>
            <a:off x="10066155" y="3357169"/>
            <a:ext cx="103178" cy="24301"/>
          </a:xfrm>
          <a:custGeom>
            <a:avLst/>
            <a:gdLst/>
            <a:ahLst/>
            <a:cxnLst/>
            <a:rect l="0" t="0" r="0" b="0"/>
            <a:pathLst>
              <a:path w="103178" h="24301">
                <a:moveTo>
                  <a:pt x="103178" y="12538"/>
                </a:moveTo>
                <a:lnTo>
                  <a:pt x="98913" y="21670"/>
                </a:lnTo>
                <a:lnTo>
                  <a:pt x="45443" y="24301"/>
                </a:lnTo>
                <a:lnTo>
                  <a:pt x="45614" y="19193"/>
                </a:lnTo>
                <a:lnTo>
                  <a:pt x="0" y="13157"/>
                </a:lnTo>
                <a:lnTo>
                  <a:pt x="6375" y="0"/>
                </a:lnTo>
                <a:lnTo>
                  <a:pt x="27105" y="10432"/>
                </a:lnTo>
                <a:lnTo>
                  <a:pt x="55977" y="8668"/>
                </a:lnTo>
                <a:lnTo>
                  <a:pt x="83740" y="10865"/>
                </a:lnTo>
                <a:lnTo>
                  <a:pt x="83064" y="16252"/>
                </a:lnTo>
                <a:lnTo>
                  <a:pt x="103178" y="1253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0" name="Map / Greece / 1">
            <a:extLst>
              <a:ext uri="{FF2B5EF4-FFF2-40B4-BE49-F238E27FC236}">
                <a16:creationId xmlns:a16="http://schemas.microsoft.com/office/drawing/2014/main" id="{24363D03-1BB1-4CDD-85CD-CC796CEF9C93}"/>
              </a:ext>
            </a:extLst>
          </p:cNvPr>
          <p:cNvSpPr>
            <a:spLocks noGrp="1"/>
          </p:cNvSpPr>
          <p:nvPr/>
        </p:nvSpPr>
        <p:spPr>
          <a:xfrm>
            <a:off x="9936409" y="3167658"/>
            <a:ext cx="235661" cy="167687"/>
          </a:xfrm>
          <a:custGeom>
            <a:avLst/>
            <a:gdLst/>
            <a:ahLst/>
            <a:cxnLst/>
            <a:rect l="0" t="0" r="0" b="0"/>
            <a:pathLst>
              <a:path w="235661" h="167687">
                <a:moveTo>
                  <a:pt x="101374" y="15135"/>
                </a:moveTo>
                <a:lnTo>
                  <a:pt x="128683" y="16030"/>
                </a:lnTo>
                <a:lnTo>
                  <a:pt x="157813" y="7523"/>
                </a:lnTo>
                <a:lnTo>
                  <a:pt x="184280" y="18339"/>
                </a:lnTo>
                <a:lnTo>
                  <a:pt x="217654" y="15416"/>
                </a:lnTo>
                <a:lnTo>
                  <a:pt x="217310" y="0"/>
                </a:lnTo>
                <a:lnTo>
                  <a:pt x="235661" y="8197"/>
                </a:lnTo>
                <a:lnTo>
                  <a:pt x="225189" y="27571"/>
                </a:lnTo>
                <a:lnTo>
                  <a:pt x="216587" y="31042"/>
                </a:lnTo>
                <a:lnTo>
                  <a:pt x="194068" y="30163"/>
                </a:lnTo>
                <a:lnTo>
                  <a:pt x="174682" y="27237"/>
                </a:lnTo>
                <a:lnTo>
                  <a:pt x="130358" y="35283"/>
                </a:lnTo>
                <a:lnTo>
                  <a:pt x="156707" y="52685"/>
                </a:lnTo>
                <a:lnTo>
                  <a:pt x="138160" y="57730"/>
                </a:lnTo>
                <a:lnTo>
                  <a:pt x="117585" y="57761"/>
                </a:lnTo>
                <a:lnTo>
                  <a:pt x="97386" y="41819"/>
                </a:lnTo>
                <a:lnTo>
                  <a:pt x="90735" y="48612"/>
                </a:lnTo>
                <a:lnTo>
                  <a:pt x="99744" y="67101"/>
                </a:lnTo>
                <a:lnTo>
                  <a:pt x="118836" y="81628"/>
                </a:lnTo>
                <a:lnTo>
                  <a:pt x="105169" y="88411"/>
                </a:lnTo>
                <a:lnTo>
                  <a:pt x="126361" y="102679"/>
                </a:lnTo>
                <a:lnTo>
                  <a:pt x="145061" y="111656"/>
                </a:lnTo>
                <a:lnTo>
                  <a:pt x="146338" y="129146"/>
                </a:lnTo>
                <a:lnTo>
                  <a:pt x="111725" y="120943"/>
                </a:lnTo>
                <a:lnTo>
                  <a:pt x="123286" y="136731"/>
                </a:lnTo>
                <a:lnTo>
                  <a:pt x="99865" y="139981"/>
                </a:lnTo>
                <a:lnTo>
                  <a:pt x="114990" y="167300"/>
                </a:lnTo>
                <a:lnTo>
                  <a:pt x="90341" y="167687"/>
                </a:lnTo>
                <a:lnTo>
                  <a:pt x="59405" y="154222"/>
                </a:lnTo>
                <a:lnTo>
                  <a:pt x="44597" y="129456"/>
                </a:lnTo>
                <a:lnTo>
                  <a:pt x="37363" y="108860"/>
                </a:lnTo>
                <a:lnTo>
                  <a:pt x="22407" y="94631"/>
                </a:lnTo>
                <a:lnTo>
                  <a:pt x="2819" y="76978"/>
                </a:lnTo>
                <a:lnTo>
                  <a:pt x="0" y="68163"/>
                </a:lnTo>
                <a:lnTo>
                  <a:pt x="16633" y="53149"/>
                </a:lnTo>
                <a:lnTo>
                  <a:pt x="18473" y="43088"/>
                </a:lnTo>
                <a:lnTo>
                  <a:pt x="30300" y="38599"/>
                </a:lnTo>
                <a:lnTo>
                  <a:pt x="30729" y="30466"/>
                </a:lnTo>
                <a:lnTo>
                  <a:pt x="54753" y="27725"/>
                </a:lnTo>
                <a:lnTo>
                  <a:pt x="68542" y="20959"/>
                </a:lnTo>
                <a:lnTo>
                  <a:pt x="88552" y="21558"/>
                </a:lnTo>
                <a:lnTo>
                  <a:pt x="94391" y="16162"/>
                </a:lnTo>
                <a:lnTo>
                  <a:pt x="101374" y="1513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1" name="Map / Turkey / 0">
            <a:extLst>
              <a:ext uri="{FF2B5EF4-FFF2-40B4-BE49-F238E27FC236}">
                <a16:creationId xmlns:a16="http://schemas.microsoft.com/office/drawing/2014/main" id="{07B78055-E66D-4603-9878-311470CE93E4}"/>
              </a:ext>
            </a:extLst>
          </p:cNvPr>
          <p:cNvSpPr>
            <a:spLocks noGrp="1"/>
          </p:cNvSpPr>
          <p:nvPr/>
        </p:nvSpPr>
        <p:spPr>
          <a:xfrm>
            <a:off x="10159181" y="3161055"/>
            <a:ext cx="693230" cy="192507"/>
          </a:xfrm>
          <a:custGeom>
            <a:avLst/>
            <a:gdLst/>
            <a:ahLst/>
            <a:cxnLst/>
            <a:rect l="0" t="0" r="0" b="0"/>
            <a:pathLst>
              <a:path w="693230" h="192507">
                <a:moveTo>
                  <a:pt x="693230" y="150750"/>
                </a:moveTo>
                <a:lnTo>
                  <a:pt x="675844" y="155980"/>
                </a:lnTo>
                <a:lnTo>
                  <a:pt x="662230" y="148095"/>
                </a:lnTo>
                <a:lnTo>
                  <a:pt x="618801" y="144100"/>
                </a:lnTo>
                <a:lnTo>
                  <a:pt x="603218" y="148910"/>
                </a:lnTo>
                <a:lnTo>
                  <a:pt x="561361" y="153725"/>
                </a:lnTo>
                <a:lnTo>
                  <a:pt x="541336" y="153201"/>
                </a:lnTo>
                <a:lnTo>
                  <a:pt x="499418" y="164816"/>
                </a:lnTo>
                <a:lnTo>
                  <a:pt x="468888" y="164913"/>
                </a:lnTo>
                <a:lnTo>
                  <a:pt x="448763" y="159085"/>
                </a:lnTo>
                <a:lnTo>
                  <a:pt x="408442" y="167696"/>
                </a:lnTo>
                <a:lnTo>
                  <a:pt x="395924" y="161675"/>
                </a:lnTo>
                <a:lnTo>
                  <a:pt x="394969" y="178943"/>
                </a:lnTo>
                <a:lnTo>
                  <a:pt x="385428" y="185725"/>
                </a:lnTo>
                <a:lnTo>
                  <a:pt x="375881" y="192507"/>
                </a:lnTo>
                <a:lnTo>
                  <a:pt x="361392" y="178470"/>
                </a:lnTo>
                <a:lnTo>
                  <a:pt x="374760" y="166842"/>
                </a:lnTo>
                <a:lnTo>
                  <a:pt x="352277" y="169479"/>
                </a:lnTo>
                <a:lnTo>
                  <a:pt x="320814" y="162356"/>
                </a:lnTo>
                <a:lnTo>
                  <a:pt x="296300" y="180174"/>
                </a:lnTo>
                <a:lnTo>
                  <a:pt x="240113" y="183653"/>
                </a:lnTo>
                <a:lnTo>
                  <a:pt x="209167" y="167038"/>
                </a:lnTo>
                <a:lnTo>
                  <a:pt x="169098" y="165999"/>
                </a:lnTo>
                <a:lnTo>
                  <a:pt x="161189" y="178842"/>
                </a:lnTo>
                <a:lnTo>
                  <a:pt x="135700" y="182514"/>
                </a:lnTo>
                <a:lnTo>
                  <a:pt x="98992" y="166031"/>
                </a:lnTo>
                <a:lnTo>
                  <a:pt x="58493" y="166588"/>
                </a:lnTo>
                <a:lnTo>
                  <a:pt x="35098" y="135801"/>
                </a:lnTo>
                <a:lnTo>
                  <a:pt x="7242" y="118627"/>
                </a:lnTo>
                <a:lnTo>
                  <a:pt x="24137" y="94555"/>
                </a:lnTo>
                <a:lnTo>
                  <a:pt x="0" y="79762"/>
                </a:lnTo>
                <a:lnTo>
                  <a:pt x="39561" y="50156"/>
                </a:lnTo>
                <a:lnTo>
                  <a:pt x="96349" y="48917"/>
                </a:lnTo>
                <a:lnTo>
                  <a:pt x="110598" y="25391"/>
                </a:lnTo>
                <a:lnTo>
                  <a:pt x="181109" y="29489"/>
                </a:lnTo>
                <a:lnTo>
                  <a:pt x="224241" y="9409"/>
                </a:lnTo>
                <a:lnTo>
                  <a:pt x="266627" y="658"/>
                </a:lnTo>
                <a:lnTo>
                  <a:pt x="327511" y="0"/>
                </a:lnTo>
                <a:lnTo>
                  <a:pt x="393283" y="21820"/>
                </a:lnTo>
                <a:lnTo>
                  <a:pt x="447012" y="33793"/>
                </a:lnTo>
                <a:lnTo>
                  <a:pt x="489639" y="29020"/>
                </a:lnTo>
                <a:lnTo>
                  <a:pt x="521590" y="31778"/>
                </a:lnTo>
                <a:lnTo>
                  <a:pt x="563900" y="15620"/>
                </a:lnTo>
                <a:lnTo>
                  <a:pt x="603051" y="14149"/>
                </a:lnTo>
                <a:lnTo>
                  <a:pt x="639769" y="29349"/>
                </a:lnTo>
                <a:lnTo>
                  <a:pt x="646907" y="40244"/>
                </a:lnTo>
                <a:lnTo>
                  <a:pt x="644549" y="55308"/>
                </a:lnTo>
                <a:lnTo>
                  <a:pt x="672622" y="63003"/>
                </a:lnTo>
                <a:lnTo>
                  <a:pt x="687900" y="72042"/>
                </a:lnTo>
                <a:lnTo>
                  <a:pt x="663285" y="80860"/>
                </a:lnTo>
                <a:lnTo>
                  <a:pt x="677590" y="116363"/>
                </a:lnTo>
                <a:lnTo>
                  <a:pt x="671076" y="125950"/>
                </a:lnTo>
                <a:lnTo>
                  <a:pt x="693230" y="150750"/>
                </a:lnTo>
                <a:lnTo>
                  <a:pt x="693230" y="15075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2" name="Map / Turkey / 1">
            <a:extLst>
              <a:ext uri="{FF2B5EF4-FFF2-40B4-BE49-F238E27FC236}">
                <a16:creationId xmlns:a16="http://schemas.microsoft.com/office/drawing/2014/main" id="{DF238DA1-6072-4030-91F0-252D500555D0}"/>
              </a:ext>
            </a:extLst>
          </p:cNvPr>
          <p:cNvSpPr>
            <a:spLocks noGrp="1"/>
          </p:cNvSpPr>
          <p:nvPr/>
        </p:nvSpPr>
        <p:spPr>
          <a:xfrm>
            <a:off x="10152798" y="3157920"/>
            <a:ext cx="107573" cy="61587"/>
          </a:xfrm>
          <a:custGeom>
            <a:avLst/>
            <a:gdLst/>
            <a:ahLst/>
            <a:cxnLst/>
            <a:rect l="0" t="0" r="0" b="0"/>
            <a:pathLst>
              <a:path w="107573" h="61587">
                <a:moveTo>
                  <a:pt x="921" y="9738"/>
                </a:moveTo>
                <a:lnTo>
                  <a:pt x="37954" y="0"/>
                </a:lnTo>
                <a:lnTo>
                  <a:pt x="69872" y="4152"/>
                </a:lnTo>
                <a:lnTo>
                  <a:pt x="74870" y="16054"/>
                </a:lnTo>
                <a:lnTo>
                  <a:pt x="107573" y="26051"/>
                </a:lnTo>
                <a:lnTo>
                  <a:pt x="101264" y="33635"/>
                </a:lnTo>
                <a:lnTo>
                  <a:pt x="57556" y="35342"/>
                </a:lnTo>
                <a:lnTo>
                  <a:pt x="42295" y="44915"/>
                </a:lnTo>
                <a:lnTo>
                  <a:pt x="12301" y="61587"/>
                </a:lnTo>
                <a:lnTo>
                  <a:pt x="0" y="47169"/>
                </a:lnTo>
                <a:lnTo>
                  <a:pt x="198" y="40781"/>
                </a:lnTo>
                <a:lnTo>
                  <a:pt x="8800" y="37309"/>
                </a:lnTo>
                <a:lnTo>
                  <a:pt x="19271" y="17935"/>
                </a:lnTo>
                <a:lnTo>
                  <a:pt x="921" y="973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3" name="Map / Albania / 0">
            <a:extLst>
              <a:ext uri="{FF2B5EF4-FFF2-40B4-BE49-F238E27FC236}">
                <a16:creationId xmlns:a16="http://schemas.microsoft.com/office/drawing/2014/main" id="{8615E2B3-96CB-4A39-80E8-5C5E5D05CCF1}"/>
              </a:ext>
            </a:extLst>
          </p:cNvPr>
          <p:cNvSpPr>
            <a:spLocks noGrp="1"/>
          </p:cNvSpPr>
          <p:nvPr/>
        </p:nvSpPr>
        <p:spPr>
          <a:xfrm>
            <a:off x="9902348" y="3140994"/>
            <a:ext cx="64790" cy="94827"/>
          </a:xfrm>
          <a:custGeom>
            <a:avLst/>
            <a:gdLst/>
            <a:ahLst/>
            <a:cxnLst/>
            <a:rect l="0" t="0" r="0" b="0"/>
            <a:pathLst>
              <a:path w="64790" h="94827">
                <a:moveTo>
                  <a:pt x="64790" y="57130"/>
                </a:moveTo>
                <a:lnTo>
                  <a:pt x="64362" y="65263"/>
                </a:lnTo>
                <a:lnTo>
                  <a:pt x="52535" y="69752"/>
                </a:lnTo>
                <a:lnTo>
                  <a:pt x="50694" y="79813"/>
                </a:lnTo>
                <a:lnTo>
                  <a:pt x="34062" y="94827"/>
                </a:lnTo>
                <a:lnTo>
                  <a:pt x="27700" y="92660"/>
                </a:lnTo>
                <a:lnTo>
                  <a:pt x="26718" y="85849"/>
                </a:lnTo>
                <a:lnTo>
                  <a:pt x="5891" y="75455"/>
                </a:lnTo>
                <a:lnTo>
                  <a:pt x="2160" y="60706"/>
                </a:lnTo>
                <a:lnTo>
                  <a:pt x="4526" y="39583"/>
                </a:lnTo>
                <a:lnTo>
                  <a:pt x="9209" y="29974"/>
                </a:lnTo>
                <a:lnTo>
                  <a:pt x="2834" y="25096"/>
                </a:lnTo>
                <a:lnTo>
                  <a:pt x="2834" y="25096"/>
                </a:lnTo>
                <a:lnTo>
                  <a:pt x="0" y="15246"/>
                </a:lnTo>
                <a:lnTo>
                  <a:pt x="15395" y="0"/>
                </a:lnTo>
                <a:lnTo>
                  <a:pt x="17952" y="5825"/>
                </a:lnTo>
                <a:lnTo>
                  <a:pt x="27750" y="3084"/>
                </a:lnTo>
                <a:lnTo>
                  <a:pt x="35906" y="11391"/>
                </a:lnTo>
                <a:lnTo>
                  <a:pt x="44833" y="14561"/>
                </a:lnTo>
                <a:lnTo>
                  <a:pt x="47743" y="25782"/>
                </a:lnTo>
                <a:lnTo>
                  <a:pt x="47743" y="25782"/>
                </a:lnTo>
                <a:lnTo>
                  <a:pt x="43462" y="36317"/>
                </a:lnTo>
                <a:lnTo>
                  <a:pt x="49200" y="49593"/>
                </a:lnTo>
                <a:lnTo>
                  <a:pt x="64790" y="5713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4" name="Map / Croatia / 0">
            <a:extLst>
              <a:ext uri="{FF2B5EF4-FFF2-40B4-BE49-F238E27FC236}">
                <a16:creationId xmlns:a16="http://schemas.microsoft.com/office/drawing/2014/main" id="{4953B772-5629-47EF-B55F-CD17A4DF99E2}"/>
              </a:ext>
            </a:extLst>
          </p:cNvPr>
          <p:cNvSpPr>
            <a:spLocks noGrp="1"/>
          </p:cNvSpPr>
          <p:nvPr/>
        </p:nvSpPr>
        <p:spPr>
          <a:xfrm>
            <a:off x="9692029" y="3022881"/>
            <a:ext cx="209962" cy="124561"/>
          </a:xfrm>
          <a:custGeom>
            <a:avLst/>
            <a:gdLst/>
            <a:ahLst/>
            <a:cxnLst/>
            <a:rect l="0" t="0" r="0" b="0"/>
            <a:pathLst>
              <a:path w="209962" h="124561">
                <a:moveTo>
                  <a:pt x="105142" y="0"/>
                </a:moveTo>
                <a:lnTo>
                  <a:pt x="116886" y="3811"/>
                </a:lnTo>
                <a:lnTo>
                  <a:pt x="144691" y="17087"/>
                </a:lnTo>
                <a:lnTo>
                  <a:pt x="175135" y="23040"/>
                </a:lnTo>
                <a:lnTo>
                  <a:pt x="188641" y="18415"/>
                </a:lnTo>
                <a:lnTo>
                  <a:pt x="197989" y="30406"/>
                </a:lnTo>
                <a:lnTo>
                  <a:pt x="209962" y="39229"/>
                </a:lnTo>
                <a:lnTo>
                  <a:pt x="196296" y="50877"/>
                </a:lnTo>
                <a:lnTo>
                  <a:pt x="179466" y="44025"/>
                </a:lnTo>
                <a:lnTo>
                  <a:pt x="154144" y="44454"/>
                </a:lnTo>
                <a:lnTo>
                  <a:pt x="122469" y="39314"/>
                </a:lnTo>
                <a:lnTo>
                  <a:pt x="105376" y="40000"/>
                </a:lnTo>
                <a:lnTo>
                  <a:pt x="97641" y="46423"/>
                </a:lnTo>
                <a:lnTo>
                  <a:pt x="84267" y="39314"/>
                </a:lnTo>
                <a:lnTo>
                  <a:pt x="76998" y="52162"/>
                </a:lnTo>
                <a:lnTo>
                  <a:pt x="95408" y="66637"/>
                </a:lnTo>
                <a:lnTo>
                  <a:pt x="103669" y="76230"/>
                </a:lnTo>
                <a:lnTo>
                  <a:pt x="120923" y="87793"/>
                </a:lnTo>
                <a:lnTo>
                  <a:pt x="135153" y="94646"/>
                </a:lnTo>
                <a:lnTo>
                  <a:pt x="149462" y="107579"/>
                </a:lnTo>
                <a:lnTo>
                  <a:pt x="182418" y="119298"/>
                </a:lnTo>
                <a:lnTo>
                  <a:pt x="178555" y="124560"/>
                </a:lnTo>
                <a:lnTo>
                  <a:pt x="178555" y="124561"/>
                </a:lnTo>
                <a:lnTo>
                  <a:pt x="143581" y="113107"/>
                </a:lnTo>
                <a:lnTo>
                  <a:pt x="121892" y="101962"/>
                </a:lnTo>
                <a:lnTo>
                  <a:pt x="87991" y="92762"/>
                </a:lnTo>
                <a:lnTo>
                  <a:pt x="56426" y="69978"/>
                </a:lnTo>
                <a:lnTo>
                  <a:pt x="63762" y="67665"/>
                </a:lnTo>
                <a:lnTo>
                  <a:pt x="46653" y="54646"/>
                </a:lnTo>
                <a:lnTo>
                  <a:pt x="45660" y="44196"/>
                </a:lnTo>
                <a:lnTo>
                  <a:pt x="21965" y="39314"/>
                </a:lnTo>
                <a:lnTo>
                  <a:pt x="11105" y="52676"/>
                </a:lnTo>
                <a:lnTo>
                  <a:pt x="0" y="42311"/>
                </a:lnTo>
                <a:lnTo>
                  <a:pt x="530" y="31563"/>
                </a:lnTo>
                <a:lnTo>
                  <a:pt x="1822" y="31062"/>
                </a:lnTo>
                <a:lnTo>
                  <a:pt x="27372" y="32120"/>
                </a:lnTo>
                <a:lnTo>
                  <a:pt x="33927" y="26895"/>
                </a:lnTo>
                <a:lnTo>
                  <a:pt x="46530" y="31949"/>
                </a:lnTo>
                <a:lnTo>
                  <a:pt x="60919" y="32548"/>
                </a:lnTo>
                <a:lnTo>
                  <a:pt x="60518" y="23897"/>
                </a:lnTo>
                <a:lnTo>
                  <a:pt x="73142" y="20728"/>
                </a:lnTo>
                <a:lnTo>
                  <a:pt x="76303" y="8223"/>
                </a:lnTo>
                <a:lnTo>
                  <a:pt x="105142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5" name="Map / Switzerland / 0">
            <a:extLst>
              <a:ext uri="{FF2B5EF4-FFF2-40B4-BE49-F238E27FC236}">
                <a16:creationId xmlns:a16="http://schemas.microsoft.com/office/drawing/2014/main" id="{C99CC22F-9FF1-49E4-8C12-B04BAD8EE418}"/>
              </a:ext>
            </a:extLst>
          </p:cNvPr>
          <p:cNvSpPr>
            <a:spLocks noGrp="1"/>
          </p:cNvSpPr>
          <p:nvPr/>
        </p:nvSpPr>
        <p:spPr>
          <a:xfrm>
            <a:off x="9411876" y="2981799"/>
            <a:ext cx="161239" cy="63580"/>
          </a:xfrm>
          <a:custGeom>
            <a:avLst/>
            <a:gdLst/>
            <a:ahLst/>
            <a:cxnLst/>
            <a:rect l="0" t="0" r="0" b="0"/>
            <a:pathLst>
              <a:path w="161239" h="63580">
                <a:moveTo>
                  <a:pt x="129858" y="9465"/>
                </a:moveTo>
                <a:lnTo>
                  <a:pt x="131379" y="14959"/>
                </a:lnTo>
                <a:lnTo>
                  <a:pt x="125943" y="22537"/>
                </a:lnTo>
                <a:lnTo>
                  <a:pt x="142581" y="28173"/>
                </a:lnTo>
                <a:lnTo>
                  <a:pt x="161239" y="29015"/>
                </a:lnTo>
                <a:lnTo>
                  <a:pt x="158608" y="41706"/>
                </a:lnTo>
                <a:lnTo>
                  <a:pt x="142608" y="46927"/>
                </a:lnTo>
                <a:lnTo>
                  <a:pt x="115477" y="43048"/>
                </a:lnTo>
                <a:lnTo>
                  <a:pt x="107785" y="55532"/>
                </a:lnTo>
                <a:lnTo>
                  <a:pt x="90374" y="56516"/>
                </a:lnTo>
                <a:lnTo>
                  <a:pt x="83951" y="51610"/>
                </a:lnTo>
                <a:lnTo>
                  <a:pt x="63607" y="62109"/>
                </a:lnTo>
                <a:lnTo>
                  <a:pt x="45983" y="63580"/>
                </a:lnTo>
                <a:lnTo>
                  <a:pt x="30144" y="56950"/>
                </a:lnTo>
                <a:lnTo>
                  <a:pt x="17398" y="43375"/>
                </a:lnTo>
                <a:lnTo>
                  <a:pt x="0" y="48225"/>
                </a:lnTo>
                <a:lnTo>
                  <a:pt x="369" y="34208"/>
                </a:lnTo>
                <a:lnTo>
                  <a:pt x="26853" y="16813"/>
                </a:lnTo>
                <a:lnTo>
                  <a:pt x="25570" y="8947"/>
                </a:lnTo>
                <a:lnTo>
                  <a:pt x="42239" y="11796"/>
                </a:lnTo>
                <a:lnTo>
                  <a:pt x="52178" y="6508"/>
                </a:lnTo>
                <a:lnTo>
                  <a:pt x="83214" y="6725"/>
                </a:lnTo>
                <a:lnTo>
                  <a:pt x="90587" y="0"/>
                </a:lnTo>
                <a:lnTo>
                  <a:pt x="129858" y="946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6" name="Map / Luxembourg / 0">
            <a:extLst>
              <a:ext uri="{FF2B5EF4-FFF2-40B4-BE49-F238E27FC236}">
                <a16:creationId xmlns:a16="http://schemas.microsoft.com/office/drawing/2014/main" id="{00B5CE0A-E256-4D1B-A5F0-52A21643D0B9}"/>
              </a:ext>
            </a:extLst>
          </p:cNvPr>
          <p:cNvSpPr>
            <a:spLocks noGrp="1"/>
          </p:cNvSpPr>
          <p:nvPr/>
        </p:nvSpPr>
        <p:spPr>
          <a:xfrm>
            <a:off x="9397944" y="2910686"/>
            <a:ext cx="20525" cy="21217"/>
          </a:xfrm>
          <a:custGeom>
            <a:avLst/>
            <a:gdLst/>
            <a:ahLst/>
            <a:cxnLst/>
            <a:rect l="0" t="0" r="0" b="0"/>
            <a:pathLst>
              <a:path w="20525" h="21217">
                <a:moveTo>
                  <a:pt x="13179" y="0"/>
                </a:moveTo>
                <a:lnTo>
                  <a:pt x="20525" y="6991"/>
                </a:lnTo>
                <a:lnTo>
                  <a:pt x="18654" y="20563"/>
                </a:lnTo>
                <a:lnTo>
                  <a:pt x="8168" y="21217"/>
                </a:lnTo>
                <a:lnTo>
                  <a:pt x="0" y="18529"/>
                </a:lnTo>
                <a:lnTo>
                  <a:pt x="3726" y="1168"/>
                </a:lnTo>
                <a:lnTo>
                  <a:pt x="13179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7" name="Map / Belgium / 0">
            <a:extLst>
              <a:ext uri="{FF2B5EF4-FFF2-40B4-BE49-F238E27FC236}">
                <a16:creationId xmlns:a16="http://schemas.microsoft.com/office/drawing/2014/main" id="{C59E8D84-F387-4AB4-959B-052CBE409FF1}"/>
              </a:ext>
            </a:extLst>
          </p:cNvPr>
          <p:cNvSpPr>
            <a:spLocks noGrp="1"/>
          </p:cNvSpPr>
          <p:nvPr/>
        </p:nvSpPr>
        <p:spPr>
          <a:xfrm>
            <a:off x="9282752" y="2868989"/>
            <a:ext cx="132219" cy="60227"/>
          </a:xfrm>
          <a:custGeom>
            <a:avLst/>
            <a:gdLst/>
            <a:ahLst/>
            <a:cxnLst/>
            <a:rect l="0" t="0" r="0" b="0"/>
            <a:pathLst>
              <a:path w="132219" h="60227">
                <a:moveTo>
                  <a:pt x="132219" y="20781"/>
                </a:moveTo>
                <a:lnTo>
                  <a:pt x="128371" y="41697"/>
                </a:lnTo>
                <a:lnTo>
                  <a:pt x="118918" y="42865"/>
                </a:lnTo>
                <a:lnTo>
                  <a:pt x="115191" y="60227"/>
                </a:lnTo>
                <a:lnTo>
                  <a:pt x="83237" y="46114"/>
                </a:lnTo>
                <a:lnTo>
                  <a:pt x="64613" y="48525"/>
                </a:lnTo>
                <a:lnTo>
                  <a:pt x="39144" y="33929"/>
                </a:lnTo>
                <a:lnTo>
                  <a:pt x="22181" y="21504"/>
                </a:lnTo>
                <a:lnTo>
                  <a:pt x="5314" y="20994"/>
                </a:lnTo>
                <a:lnTo>
                  <a:pt x="0" y="10108"/>
                </a:lnTo>
                <a:lnTo>
                  <a:pt x="29010" y="4001"/>
                </a:lnTo>
                <a:lnTo>
                  <a:pt x="29011" y="4001"/>
                </a:lnTo>
                <a:lnTo>
                  <a:pt x="29010" y="4002"/>
                </a:lnTo>
                <a:lnTo>
                  <a:pt x="55563" y="6432"/>
                </a:lnTo>
                <a:lnTo>
                  <a:pt x="89090" y="0"/>
                </a:lnTo>
                <a:lnTo>
                  <a:pt x="112190" y="13550"/>
                </a:lnTo>
                <a:lnTo>
                  <a:pt x="132219" y="2078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8" name="Map / Netherlands / 0">
            <a:extLst>
              <a:ext uri="{FF2B5EF4-FFF2-40B4-BE49-F238E27FC236}">
                <a16:creationId xmlns:a16="http://schemas.microsoft.com/office/drawing/2014/main" id="{A990431B-2552-4E94-8007-ED1623702CED}"/>
              </a:ext>
            </a:extLst>
          </p:cNvPr>
          <p:cNvSpPr>
            <a:spLocks noGrp="1"/>
          </p:cNvSpPr>
          <p:nvPr/>
        </p:nvSpPr>
        <p:spPr>
          <a:xfrm>
            <a:off x="9311762" y="2805981"/>
            <a:ext cx="136013" cy="83789"/>
          </a:xfrm>
          <a:custGeom>
            <a:avLst/>
            <a:gdLst/>
            <a:ahLst/>
            <a:cxnLst/>
            <a:rect l="0" t="0" r="0" b="0"/>
            <a:pathLst>
              <a:path w="136013" h="83789">
                <a:moveTo>
                  <a:pt x="129100" y="874"/>
                </a:moveTo>
                <a:lnTo>
                  <a:pt x="136013" y="11341"/>
                </a:lnTo>
                <a:lnTo>
                  <a:pt x="127443" y="39685"/>
                </a:lnTo>
                <a:lnTo>
                  <a:pt x="118442" y="51337"/>
                </a:lnTo>
                <a:lnTo>
                  <a:pt x="96691" y="51350"/>
                </a:lnTo>
                <a:lnTo>
                  <a:pt x="103209" y="83789"/>
                </a:lnTo>
                <a:lnTo>
                  <a:pt x="83180" y="76558"/>
                </a:lnTo>
                <a:lnTo>
                  <a:pt x="60081" y="63008"/>
                </a:lnTo>
                <a:lnTo>
                  <a:pt x="26553" y="69439"/>
                </a:lnTo>
                <a:lnTo>
                  <a:pt x="0" y="67009"/>
                </a:lnTo>
                <a:lnTo>
                  <a:pt x="1" y="67009"/>
                </a:lnTo>
                <a:lnTo>
                  <a:pt x="18604" y="58503"/>
                </a:lnTo>
                <a:lnTo>
                  <a:pt x="49850" y="12958"/>
                </a:lnTo>
                <a:lnTo>
                  <a:pt x="99095" y="0"/>
                </a:lnTo>
                <a:lnTo>
                  <a:pt x="129100" y="87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19" name="Map / Portugal / 0">
            <a:extLst>
              <a:ext uri="{FF2B5EF4-FFF2-40B4-BE49-F238E27FC236}">
                <a16:creationId xmlns:a16="http://schemas.microsoft.com/office/drawing/2014/main" id="{8E88B9A0-B046-4ADF-BF13-7FF5888BCA32}"/>
              </a:ext>
            </a:extLst>
          </p:cNvPr>
          <p:cNvSpPr>
            <a:spLocks noGrp="1"/>
          </p:cNvSpPr>
          <p:nvPr/>
        </p:nvSpPr>
        <p:spPr>
          <a:xfrm>
            <a:off x="8839042" y="3153618"/>
            <a:ext cx="117060" cy="168470"/>
          </a:xfrm>
          <a:custGeom>
            <a:avLst/>
            <a:gdLst/>
            <a:ahLst/>
            <a:cxnLst/>
            <a:rect l="0" t="0" r="0" b="0"/>
            <a:pathLst>
              <a:path w="117060" h="168470">
                <a:moveTo>
                  <a:pt x="19788" y="12379"/>
                </a:moveTo>
                <a:lnTo>
                  <a:pt x="33282" y="4513"/>
                </a:lnTo>
                <a:lnTo>
                  <a:pt x="48377" y="0"/>
                </a:lnTo>
                <a:lnTo>
                  <a:pt x="57378" y="15156"/>
                </a:lnTo>
                <a:lnTo>
                  <a:pt x="79139" y="15119"/>
                </a:lnTo>
                <a:lnTo>
                  <a:pt x="85499" y="11210"/>
                </a:lnTo>
                <a:lnTo>
                  <a:pt x="106948" y="12292"/>
                </a:lnTo>
                <a:lnTo>
                  <a:pt x="117060" y="27819"/>
                </a:lnTo>
                <a:lnTo>
                  <a:pt x="99922" y="36200"/>
                </a:lnTo>
                <a:lnTo>
                  <a:pt x="99144" y="60352"/>
                </a:lnTo>
                <a:lnTo>
                  <a:pt x="93091" y="64883"/>
                </a:lnTo>
                <a:lnTo>
                  <a:pt x="91421" y="79514"/>
                </a:lnTo>
                <a:lnTo>
                  <a:pt x="75420" y="82062"/>
                </a:lnTo>
                <a:lnTo>
                  <a:pt x="89994" y="100620"/>
                </a:lnTo>
                <a:lnTo>
                  <a:pt x="79519" y="120959"/>
                </a:lnTo>
                <a:lnTo>
                  <a:pt x="92176" y="130162"/>
                </a:lnTo>
                <a:lnTo>
                  <a:pt x="86989" y="138578"/>
                </a:lnTo>
                <a:lnTo>
                  <a:pt x="73105" y="150186"/>
                </a:lnTo>
                <a:lnTo>
                  <a:pt x="76068" y="160436"/>
                </a:lnTo>
                <a:lnTo>
                  <a:pt x="61053" y="168470"/>
                </a:lnTo>
                <a:lnTo>
                  <a:pt x="41549" y="164117"/>
                </a:lnTo>
                <a:lnTo>
                  <a:pt x="22351" y="167525"/>
                </a:lnTo>
                <a:lnTo>
                  <a:pt x="28378" y="143300"/>
                </a:lnTo>
                <a:lnTo>
                  <a:pt x="25186" y="124265"/>
                </a:lnTo>
                <a:lnTo>
                  <a:pt x="8660" y="121410"/>
                </a:lnTo>
                <a:lnTo>
                  <a:pt x="0" y="109679"/>
                </a:lnTo>
                <a:lnTo>
                  <a:pt x="3282" y="89414"/>
                </a:lnTo>
                <a:lnTo>
                  <a:pt x="18204" y="78176"/>
                </a:lnTo>
                <a:lnTo>
                  <a:pt x="21028" y="65663"/>
                </a:lnTo>
                <a:lnTo>
                  <a:pt x="29030" y="47048"/>
                </a:lnTo>
                <a:lnTo>
                  <a:pt x="28423" y="33932"/>
                </a:lnTo>
                <a:lnTo>
                  <a:pt x="21235" y="22815"/>
                </a:lnTo>
                <a:lnTo>
                  <a:pt x="19788" y="1237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0" name="Map / Spain / 0">
            <a:extLst>
              <a:ext uri="{FF2B5EF4-FFF2-40B4-BE49-F238E27FC236}">
                <a16:creationId xmlns:a16="http://schemas.microsoft.com/office/drawing/2014/main" id="{CF23A1F0-3223-463D-A3B4-61148C45D19D}"/>
              </a:ext>
            </a:extLst>
          </p:cNvPr>
          <p:cNvSpPr>
            <a:spLocks noGrp="1"/>
          </p:cNvSpPr>
          <p:nvPr/>
        </p:nvSpPr>
        <p:spPr>
          <a:xfrm>
            <a:off x="8846269" y="3108178"/>
            <a:ext cx="457312" cy="241505"/>
          </a:xfrm>
          <a:custGeom>
            <a:avLst/>
            <a:gdLst/>
            <a:ahLst/>
            <a:cxnLst/>
            <a:rect l="0" t="0" r="0" b="0"/>
            <a:pathLst>
              <a:path w="457312" h="241505">
                <a:moveTo>
                  <a:pt x="68841" y="205876"/>
                </a:moveTo>
                <a:lnTo>
                  <a:pt x="65878" y="195626"/>
                </a:lnTo>
                <a:lnTo>
                  <a:pt x="79762" y="184018"/>
                </a:lnTo>
                <a:lnTo>
                  <a:pt x="84949" y="175602"/>
                </a:lnTo>
                <a:lnTo>
                  <a:pt x="72293" y="166398"/>
                </a:lnTo>
                <a:lnTo>
                  <a:pt x="82767" y="146060"/>
                </a:lnTo>
                <a:lnTo>
                  <a:pt x="68194" y="127502"/>
                </a:lnTo>
                <a:lnTo>
                  <a:pt x="84195" y="124953"/>
                </a:lnTo>
                <a:lnTo>
                  <a:pt x="85864" y="110322"/>
                </a:lnTo>
                <a:lnTo>
                  <a:pt x="91917" y="105792"/>
                </a:lnTo>
                <a:lnTo>
                  <a:pt x="92695" y="81640"/>
                </a:lnTo>
                <a:lnTo>
                  <a:pt x="109833" y="73259"/>
                </a:lnTo>
                <a:lnTo>
                  <a:pt x="99721" y="57732"/>
                </a:lnTo>
                <a:lnTo>
                  <a:pt x="78272" y="56650"/>
                </a:lnTo>
                <a:lnTo>
                  <a:pt x="71912" y="60559"/>
                </a:lnTo>
                <a:lnTo>
                  <a:pt x="50152" y="60595"/>
                </a:lnTo>
                <a:lnTo>
                  <a:pt x="41151" y="45440"/>
                </a:lnTo>
                <a:lnTo>
                  <a:pt x="26055" y="49953"/>
                </a:lnTo>
                <a:lnTo>
                  <a:pt x="12561" y="57819"/>
                </a:lnTo>
                <a:lnTo>
                  <a:pt x="14789" y="35772"/>
                </a:lnTo>
                <a:lnTo>
                  <a:pt x="0" y="22342"/>
                </a:lnTo>
                <a:lnTo>
                  <a:pt x="52357" y="0"/>
                </a:lnTo>
                <a:lnTo>
                  <a:pt x="97225" y="5585"/>
                </a:lnTo>
                <a:lnTo>
                  <a:pt x="146548" y="5389"/>
                </a:lnTo>
                <a:lnTo>
                  <a:pt x="185592" y="10676"/>
                </a:lnTo>
                <a:lnTo>
                  <a:pt x="216113" y="9053"/>
                </a:lnTo>
                <a:lnTo>
                  <a:pt x="275492" y="10077"/>
                </a:lnTo>
                <a:lnTo>
                  <a:pt x="290103" y="22113"/>
                </a:lnTo>
                <a:lnTo>
                  <a:pt x="357794" y="36181"/>
                </a:lnTo>
                <a:lnTo>
                  <a:pt x="371161" y="29489"/>
                </a:lnTo>
                <a:lnTo>
                  <a:pt x="412596" y="43492"/>
                </a:lnTo>
                <a:lnTo>
                  <a:pt x="455242" y="39479"/>
                </a:lnTo>
                <a:lnTo>
                  <a:pt x="457312" y="57462"/>
                </a:lnTo>
                <a:lnTo>
                  <a:pt x="422487" y="78079"/>
                </a:lnTo>
                <a:lnTo>
                  <a:pt x="375252" y="84622"/>
                </a:lnTo>
                <a:lnTo>
                  <a:pt x="371975" y="95036"/>
                </a:lnTo>
                <a:lnTo>
                  <a:pt x="349297" y="112198"/>
                </a:lnTo>
                <a:lnTo>
                  <a:pt x="335049" y="137395"/>
                </a:lnTo>
                <a:lnTo>
                  <a:pt x="349475" y="155085"/>
                </a:lnTo>
                <a:lnTo>
                  <a:pt x="328056" y="168896"/>
                </a:lnTo>
                <a:lnTo>
                  <a:pt x="320023" y="189018"/>
                </a:lnTo>
                <a:lnTo>
                  <a:pt x="292021" y="195188"/>
                </a:lnTo>
                <a:lnTo>
                  <a:pt x="265681" y="218991"/>
                </a:lnTo>
                <a:lnTo>
                  <a:pt x="218561" y="219462"/>
                </a:lnTo>
                <a:lnTo>
                  <a:pt x="183185" y="218876"/>
                </a:lnTo>
                <a:lnTo>
                  <a:pt x="159846" y="229808"/>
                </a:lnTo>
                <a:lnTo>
                  <a:pt x="145558" y="241505"/>
                </a:lnTo>
                <a:lnTo>
                  <a:pt x="127403" y="238936"/>
                </a:lnTo>
                <a:lnTo>
                  <a:pt x="113754" y="228478"/>
                </a:lnTo>
                <a:lnTo>
                  <a:pt x="103420" y="210670"/>
                </a:lnTo>
                <a:lnTo>
                  <a:pt x="68841" y="20587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1" name="Map / Ireland / 0">
            <a:extLst>
              <a:ext uri="{FF2B5EF4-FFF2-40B4-BE49-F238E27FC236}">
                <a16:creationId xmlns:a16="http://schemas.microsoft.com/office/drawing/2014/main" id="{80FDE5E4-83E5-4929-A193-4A24966B822A}"/>
              </a:ext>
            </a:extLst>
          </p:cNvPr>
          <p:cNvSpPr>
            <a:spLocks noGrp="1"/>
          </p:cNvSpPr>
          <p:nvPr/>
        </p:nvSpPr>
        <p:spPr>
          <a:xfrm>
            <a:off x="8830369" y="2755794"/>
            <a:ext cx="143362" cy="107180"/>
          </a:xfrm>
          <a:custGeom>
            <a:avLst/>
            <a:gdLst/>
            <a:ahLst/>
            <a:cxnLst/>
            <a:rect l="0" t="0" r="0" b="0"/>
            <a:pathLst>
              <a:path w="143362" h="107180">
                <a:moveTo>
                  <a:pt x="137714" y="39130"/>
                </a:moveTo>
                <a:lnTo>
                  <a:pt x="143362" y="61246"/>
                </a:lnTo>
                <a:lnTo>
                  <a:pt x="115645" y="88891"/>
                </a:lnTo>
                <a:lnTo>
                  <a:pt x="51164" y="107180"/>
                </a:lnTo>
                <a:lnTo>
                  <a:pt x="0" y="102501"/>
                </a:lnTo>
                <a:lnTo>
                  <a:pt x="30013" y="70178"/>
                </a:lnTo>
                <a:lnTo>
                  <a:pt x="11824" y="38703"/>
                </a:lnTo>
                <a:lnTo>
                  <a:pt x="61352" y="14460"/>
                </a:lnTo>
                <a:lnTo>
                  <a:pt x="88820" y="0"/>
                </a:lnTo>
                <a:lnTo>
                  <a:pt x="95958" y="16586"/>
                </a:lnTo>
                <a:lnTo>
                  <a:pt x="88248" y="33175"/>
                </a:lnTo>
                <a:lnTo>
                  <a:pt x="110552" y="32749"/>
                </a:lnTo>
                <a:lnTo>
                  <a:pt x="137714" y="3913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2" name="Map / New Caledonia / 0">
            <a:extLst>
              <a:ext uri="{FF2B5EF4-FFF2-40B4-BE49-F238E27FC236}">
                <a16:creationId xmlns:a16="http://schemas.microsoft.com/office/drawing/2014/main" id="{B5B27892-4CE3-4861-B0FB-0AC2A066E860}"/>
              </a:ext>
            </a:extLst>
          </p:cNvPr>
          <p:cNvSpPr>
            <a:spLocks noGrp="1"/>
          </p:cNvSpPr>
          <p:nvPr/>
        </p:nvSpPr>
        <p:spPr>
          <a:xfrm>
            <a:off x="15391643" y="5084858"/>
            <a:ext cx="106112" cy="71024"/>
          </a:xfrm>
          <a:custGeom>
            <a:avLst/>
            <a:gdLst/>
            <a:ahLst/>
            <a:cxnLst/>
            <a:rect l="0" t="0" r="0" b="0"/>
            <a:pathLst>
              <a:path w="106112" h="71024">
                <a:moveTo>
                  <a:pt x="61250" y="30163"/>
                </a:moveTo>
                <a:lnTo>
                  <a:pt x="88964" y="49356"/>
                </a:lnTo>
                <a:lnTo>
                  <a:pt x="106112" y="63595"/>
                </a:lnTo>
                <a:lnTo>
                  <a:pt x="90463" y="71024"/>
                </a:lnTo>
                <a:lnTo>
                  <a:pt x="71173" y="62657"/>
                </a:lnTo>
                <a:lnTo>
                  <a:pt x="46581" y="48724"/>
                </a:lnTo>
                <a:lnTo>
                  <a:pt x="25005" y="32324"/>
                </a:lnTo>
                <a:lnTo>
                  <a:pt x="3563" y="10497"/>
                </a:lnTo>
                <a:lnTo>
                  <a:pt x="0" y="0"/>
                </a:lnTo>
                <a:lnTo>
                  <a:pt x="16197" y="445"/>
                </a:lnTo>
                <a:lnTo>
                  <a:pt x="35684" y="10969"/>
                </a:lnTo>
                <a:lnTo>
                  <a:pt x="50596" y="21495"/>
                </a:lnTo>
                <a:lnTo>
                  <a:pt x="61250" y="3016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3" name="Map / Solomon Islands / 0">
            <a:extLst>
              <a:ext uri="{FF2B5EF4-FFF2-40B4-BE49-F238E27FC236}">
                <a16:creationId xmlns:a16="http://schemas.microsoft.com/office/drawing/2014/main" id="{639D030B-DC9F-4903-9354-82DBB550A32D}"/>
              </a:ext>
            </a:extLst>
          </p:cNvPr>
          <p:cNvSpPr>
            <a:spLocks noGrp="1"/>
          </p:cNvSpPr>
          <p:nvPr/>
        </p:nvSpPr>
        <p:spPr>
          <a:xfrm>
            <a:off x="15325270" y="4778363"/>
            <a:ext cx="39427" cy="19243"/>
          </a:xfrm>
          <a:custGeom>
            <a:avLst/>
            <a:gdLst/>
            <a:ahLst/>
            <a:cxnLst/>
            <a:rect l="0" t="0" r="0" b="0"/>
            <a:pathLst>
              <a:path w="39427" h="19243">
                <a:moveTo>
                  <a:pt x="29688" y="8605"/>
                </a:moveTo>
                <a:lnTo>
                  <a:pt x="39427" y="19243"/>
                </a:lnTo>
                <a:lnTo>
                  <a:pt x="12888" y="19046"/>
                </a:lnTo>
                <a:lnTo>
                  <a:pt x="0" y="0"/>
                </a:lnTo>
                <a:lnTo>
                  <a:pt x="22114" y="7490"/>
                </a:lnTo>
                <a:lnTo>
                  <a:pt x="29688" y="860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4" name="Map / Solomon Islands / 1">
            <a:extLst>
              <a:ext uri="{FF2B5EF4-FFF2-40B4-BE49-F238E27FC236}">
                <a16:creationId xmlns:a16="http://schemas.microsoft.com/office/drawing/2014/main" id="{4D119F5B-3B3B-443B-A04D-2C9467F3FE23}"/>
              </a:ext>
            </a:extLst>
          </p:cNvPr>
          <p:cNvSpPr>
            <a:spLocks noGrp="1"/>
          </p:cNvSpPr>
          <p:nvPr/>
        </p:nvSpPr>
        <p:spPr>
          <a:xfrm>
            <a:off x="15301352" y="4720019"/>
            <a:ext cx="39066" cy="45329"/>
          </a:xfrm>
          <a:custGeom>
            <a:avLst/>
            <a:gdLst/>
            <a:ahLst/>
            <a:cxnLst/>
            <a:rect l="0" t="0" r="0" b="0"/>
            <a:pathLst>
              <a:path w="39066" h="45329">
                <a:moveTo>
                  <a:pt x="39066" y="39623"/>
                </a:moveTo>
                <a:lnTo>
                  <a:pt x="32906" y="45329"/>
                </a:lnTo>
                <a:lnTo>
                  <a:pt x="6679" y="18497"/>
                </a:lnTo>
                <a:lnTo>
                  <a:pt x="0" y="0"/>
                </a:lnTo>
                <a:lnTo>
                  <a:pt x="12937" y="0"/>
                </a:lnTo>
                <a:lnTo>
                  <a:pt x="24943" y="24765"/>
                </a:lnTo>
                <a:lnTo>
                  <a:pt x="39066" y="3962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5" name="Map / Solomon Islands / 2">
            <a:extLst>
              <a:ext uri="{FF2B5EF4-FFF2-40B4-BE49-F238E27FC236}">
                <a16:creationId xmlns:a16="http://schemas.microsoft.com/office/drawing/2014/main" id="{A0C4B57F-3269-48E5-87A9-9E84891AAAF2}"/>
              </a:ext>
            </a:extLst>
          </p:cNvPr>
          <p:cNvSpPr>
            <a:spLocks noGrp="1"/>
          </p:cNvSpPr>
          <p:nvPr/>
        </p:nvSpPr>
        <p:spPr>
          <a:xfrm>
            <a:off x="15262744" y="4748590"/>
            <a:ext cx="45552" cy="20192"/>
          </a:xfrm>
          <a:custGeom>
            <a:avLst/>
            <a:gdLst/>
            <a:ahLst/>
            <a:cxnLst/>
            <a:rect l="0" t="0" r="0" b="0"/>
            <a:pathLst>
              <a:path w="45552" h="20192">
                <a:moveTo>
                  <a:pt x="45552" y="19502"/>
                </a:moveTo>
                <a:lnTo>
                  <a:pt x="30682" y="20192"/>
                </a:lnTo>
                <a:lnTo>
                  <a:pt x="7606" y="17059"/>
                </a:lnTo>
                <a:lnTo>
                  <a:pt x="0" y="12291"/>
                </a:lnTo>
                <a:lnTo>
                  <a:pt x="3293" y="0"/>
                </a:lnTo>
                <a:lnTo>
                  <a:pt x="28043" y="4871"/>
                </a:lnTo>
                <a:lnTo>
                  <a:pt x="39944" y="11368"/>
                </a:lnTo>
                <a:lnTo>
                  <a:pt x="45552" y="1950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6" name="Map / Solomon Islands / 3">
            <a:extLst>
              <a:ext uri="{FF2B5EF4-FFF2-40B4-BE49-F238E27FC236}">
                <a16:creationId xmlns:a16="http://schemas.microsoft.com/office/drawing/2014/main" id="{855CBE38-A1BB-4C8A-8531-02C720C52504}"/>
              </a:ext>
            </a:extLst>
          </p:cNvPr>
          <p:cNvSpPr>
            <a:spLocks noGrp="1"/>
          </p:cNvSpPr>
          <p:nvPr/>
        </p:nvSpPr>
        <p:spPr>
          <a:xfrm>
            <a:off x="15212905" y="4689063"/>
            <a:ext cx="62795" cy="37713"/>
          </a:xfrm>
          <a:custGeom>
            <a:avLst/>
            <a:gdLst/>
            <a:ahLst/>
            <a:cxnLst/>
            <a:rect l="0" t="0" r="0" b="0"/>
            <a:pathLst>
              <a:path w="62795" h="37713">
                <a:moveTo>
                  <a:pt x="53271" y="21670"/>
                </a:moveTo>
                <a:lnTo>
                  <a:pt x="61590" y="31492"/>
                </a:lnTo>
                <a:lnTo>
                  <a:pt x="62795" y="37713"/>
                </a:lnTo>
                <a:lnTo>
                  <a:pt x="33823" y="24584"/>
                </a:lnTo>
                <a:lnTo>
                  <a:pt x="13668" y="13460"/>
                </a:lnTo>
                <a:lnTo>
                  <a:pt x="0" y="3153"/>
                </a:lnTo>
                <a:lnTo>
                  <a:pt x="5843" y="0"/>
                </a:lnTo>
                <a:lnTo>
                  <a:pt x="22925" y="7429"/>
                </a:lnTo>
                <a:lnTo>
                  <a:pt x="53271" y="2167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7" name="Map / Solomon Islands / 4">
            <a:extLst>
              <a:ext uri="{FF2B5EF4-FFF2-40B4-BE49-F238E27FC236}">
                <a16:creationId xmlns:a16="http://schemas.microsoft.com/office/drawing/2014/main" id="{28062AEA-51E7-4686-BEE2-6AF35129A424}"/>
              </a:ext>
            </a:extLst>
          </p:cNvPr>
          <p:cNvSpPr>
            <a:spLocks noGrp="1"/>
          </p:cNvSpPr>
          <p:nvPr/>
        </p:nvSpPr>
        <p:spPr>
          <a:xfrm>
            <a:off x="15148548" y="4666753"/>
            <a:ext cx="38884" cy="24933"/>
          </a:xfrm>
          <a:custGeom>
            <a:avLst/>
            <a:gdLst/>
            <a:ahLst/>
            <a:cxnLst/>
            <a:rect l="0" t="0" r="0" b="0"/>
            <a:pathLst>
              <a:path w="38884" h="24933">
                <a:moveTo>
                  <a:pt x="24274" y="13073"/>
                </a:moveTo>
                <a:lnTo>
                  <a:pt x="38884" y="23170"/>
                </a:lnTo>
                <a:lnTo>
                  <a:pt x="31210" y="24933"/>
                </a:lnTo>
                <a:lnTo>
                  <a:pt x="14956" y="17878"/>
                </a:lnTo>
                <a:lnTo>
                  <a:pt x="0" y="5157"/>
                </a:lnTo>
                <a:lnTo>
                  <a:pt x="2222" y="0"/>
                </a:lnTo>
                <a:lnTo>
                  <a:pt x="24274" y="1307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8" name="Map / New Zealand / 0">
            <a:extLst>
              <a:ext uri="{FF2B5EF4-FFF2-40B4-BE49-F238E27FC236}">
                <a16:creationId xmlns:a16="http://schemas.microsoft.com/office/drawing/2014/main" id="{BDC56891-0390-4968-8CA7-3BDBB0E34CBF}"/>
              </a:ext>
            </a:extLst>
          </p:cNvPr>
          <p:cNvSpPr>
            <a:spLocks noGrp="1"/>
          </p:cNvSpPr>
          <p:nvPr/>
        </p:nvSpPr>
        <p:spPr>
          <a:xfrm>
            <a:off x="15617617" y="5528926"/>
            <a:ext cx="190954" cy="224050"/>
          </a:xfrm>
          <a:custGeom>
            <a:avLst/>
            <a:gdLst/>
            <a:ahLst/>
            <a:cxnLst/>
            <a:rect l="0" t="0" r="0" b="0"/>
            <a:pathLst>
              <a:path w="190954" h="224050">
                <a:moveTo>
                  <a:pt x="107737" y="173829"/>
                </a:moveTo>
                <a:lnTo>
                  <a:pt x="88460" y="190509"/>
                </a:lnTo>
                <a:lnTo>
                  <a:pt x="63341" y="211709"/>
                </a:lnTo>
                <a:lnTo>
                  <a:pt x="30845" y="224050"/>
                </a:lnTo>
                <a:lnTo>
                  <a:pt x="27155" y="215927"/>
                </a:lnTo>
                <a:lnTo>
                  <a:pt x="13224" y="211467"/>
                </a:lnTo>
                <a:lnTo>
                  <a:pt x="42638" y="186003"/>
                </a:lnTo>
                <a:lnTo>
                  <a:pt x="35917" y="168968"/>
                </a:lnTo>
                <a:lnTo>
                  <a:pt x="0" y="156583"/>
                </a:lnTo>
                <a:lnTo>
                  <a:pt x="4493" y="145369"/>
                </a:lnTo>
                <a:lnTo>
                  <a:pt x="34531" y="134567"/>
                </a:lnTo>
                <a:lnTo>
                  <a:pt x="47998" y="110735"/>
                </a:lnTo>
                <a:lnTo>
                  <a:pt x="52250" y="90716"/>
                </a:lnTo>
                <a:lnTo>
                  <a:pt x="43314" y="69974"/>
                </a:lnTo>
                <a:lnTo>
                  <a:pt x="45900" y="64518"/>
                </a:lnTo>
                <a:lnTo>
                  <a:pt x="31828" y="51738"/>
                </a:lnTo>
                <a:lnTo>
                  <a:pt x="10320" y="24346"/>
                </a:lnTo>
                <a:lnTo>
                  <a:pt x="810" y="2428"/>
                </a:lnTo>
                <a:lnTo>
                  <a:pt x="15287" y="0"/>
                </a:lnTo>
                <a:lnTo>
                  <a:pt x="30803" y="17197"/>
                </a:lnTo>
                <a:lnTo>
                  <a:pt x="57502" y="25224"/>
                </a:lnTo>
                <a:lnTo>
                  <a:pt x="60163" y="52803"/>
                </a:lnTo>
                <a:lnTo>
                  <a:pt x="77548" y="85391"/>
                </a:lnTo>
                <a:lnTo>
                  <a:pt x="84537" y="64251"/>
                </a:lnTo>
                <a:lnTo>
                  <a:pt x="98817" y="72694"/>
                </a:lnTo>
                <a:lnTo>
                  <a:pt x="97416" y="96110"/>
                </a:lnTo>
                <a:lnTo>
                  <a:pt x="124203" y="106198"/>
                </a:lnTo>
                <a:lnTo>
                  <a:pt x="148485" y="108675"/>
                </a:lnTo>
                <a:lnTo>
                  <a:pt x="173257" y="96867"/>
                </a:lnTo>
                <a:lnTo>
                  <a:pt x="190954" y="100444"/>
                </a:lnTo>
                <a:lnTo>
                  <a:pt x="173525" y="127916"/>
                </a:lnTo>
                <a:lnTo>
                  <a:pt x="156626" y="145980"/>
                </a:lnTo>
                <a:lnTo>
                  <a:pt x="128587" y="145343"/>
                </a:lnTo>
                <a:lnTo>
                  <a:pt x="115766" y="154753"/>
                </a:lnTo>
                <a:lnTo>
                  <a:pt x="115001" y="168070"/>
                </a:lnTo>
                <a:lnTo>
                  <a:pt x="107737" y="17382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29" name="Map / New Zealand / 1">
            <a:extLst>
              <a:ext uri="{FF2B5EF4-FFF2-40B4-BE49-F238E27FC236}">
                <a16:creationId xmlns:a16="http://schemas.microsoft.com/office/drawing/2014/main" id="{B8B68979-039F-437E-ADF6-0E1BD7D28367}"/>
              </a:ext>
            </a:extLst>
          </p:cNvPr>
          <p:cNvSpPr>
            <a:spLocks noGrp="1"/>
          </p:cNvSpPr>
          <p:nvPr/>
        </p:nvSpPr>
        <p:spPr>
          <a:xfrm>
            <a:off x="15285325" y="5716004"/>
            <a:ext cx="329973" cy="190297"/>
          </a:xfrm>
          <a:custGeom>
            <a:avLst/>
            <a:gdLst/>
            <a:ahLst/>
            <a:cxnLst/>
            <a:rect l="0" t="0" r="0" b="0"/>
            <a:pathLst>
              <a:path w="329973" h="190297">
                <a:moveTo>
                  <a:pt x="139299" y="94768"/>
                </a:moveTo>
                <a:lnTo>
                  <a:pt x="176079" y="78558"/>
                </a:lnTo>
                <a:lnTo>
                  <a:pt x="203359" y="62494"/>
                </a:lnTo>
                <a:lnTo>
                  <a:pt x="227137" y="39422"/>
                </a:lnTo>
                <a:lnTo>
                  <a:pt x="243599" y="31589"/>
                </a:lnTo>
                <a:lnTo>
                  <a:pt x="254547" y="14306"/>
                </a:lnTo>
                <a:lnTo>
                  <a:pt x="284922" y="0"/>
                </a:lnTo>
                <a:lnTo>
                  <a:pt x="288963" y="13159"/>
                </a:lnTo>
                <a:lnTo>
                  <a:pt x="293264" y="25942"/>
                </a:lnTo>
                <a:lnTo>
                  <a:pt x="323491" y="13396"/>
                </a:lnTo>
                <a:lnTo>
                  <a:pt x="329973" y="26474"/>
                </a:lnTo>
                <a:lnTo>
                  <a:pt x="325802" y="39502"/>
                </a:lnTo>
                <a:lnTo>
                  <a:pt x="307435" y="53840"/>
                </a:lnTo>
                <a:lnTo>
                  <a:pt x="275901" y="76650"/>
                </a:lnTo>
                <a:lnTo>
                  <a:pt x="252984" y="89102"/>
                </a:lnTo>
                <a:lnTo>
                  <a:pt x="261574" y="103994"/>
                </a:lnTo>
                <a:lnTo>
                  <a:pt x="233117" y="104376"/>
                </a:lnTo>
                <a:lnTo>
                  <a:pt x="197815" y="116041"/>
                </a:lnTo>
                <a:lnTo>
                  <a:pt x="181191" y="136305"/>
                </a:lnTo>
                <a:lnTo>
                  <a:pt x="149728" y="167627"/>
                </a:lnTo>
                <a:lnTo>
                  <a:pt x="116263" y="181460"/>
                </a:lnTo>
                <a:lnTo>
                  <a:pt x="94982" y="190297"/>
                </a:lnTo>
                <a:lnTo>
                  <a:pt x="61548" y="189637"/>
                </a:lnTo>
                <a:lnTo>
                  <a:pt x="41345" y="179430"/>
                </a:lnTo>
                <a:lnTo>
                  <a:pt x="2330" y="177254"/>
                </a:lnTo>
                <a:lnTo>
                  <a:pt x="0" y="165887"/>
                </a:lnTo>
                <a:lnTo>
                  <a:pt x="27300" y="142924"/>
                </a:lnTo>
                <a:lnTo>
                  <a:pt x="83458" y="112372"/>
                </a:lnTo>
                <a:lnTo>
                  <a:pt x="109065" y="106547"/>
                </a:lnTo>
                <a:lnTo>
                  <a:pt x="139299" y="9476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0" name="Map / Australia / 0">
            <a:extLst>
              <a:ext uri="{FF2B5EF4-FFF2-40B4-BE49-F238E27FC236}">
                <a16:creationId xmlns:a16="http://schemas.microsoft.com/office/drawing/2014/main" id="{C7C35289-BC8A-4170-92A0-F64EF130CB87}"/>
              </a:ext>
            </a:extLst>
          </p:cNvPr>
          <p:cNvSpPr>
            <a:spLocks noGrp="1"/>
          </p:cNvSpPr>
          <p:nvPr/>
        </p:nvSpPr>
        <p:spPr>
          <a:xfrm>
            <a:off x="14528226" y="5722505"/>
            <a:ext cx="134099" cy="90721"/>
          </a:xfrm>
          <a:custGeom>
            <a:avLst/>
            <a:gdLst/>
            <a:ahLst/>
            <a:cxnLst/>
            <a:rect l="0" t="0" r="0" b="0"/>
            <a:pathLst>
              <a:path w="134099" h="90721">
                <a:moveTo>
                  <a:pt x="112532" y="3228"/>
                </a:moveTo>
                <a:lnTo>
                  <a:pt x="134099" y="5308"/>
                </a:lnTo>
                <a:lnTo>
                  <a:pt x="126630" y="42053"/>
                </a:lnTo>
                <a:lnTo>
                  <a:pt x="111052" y="52720"/>
                </a:lnTo>
                <a:lnTo>
                  <a:pt x="100261" y="77624"/>
                </a:lnTo>
                <a:lnTo>
                  <a:pt x="89801" y="69147"/>
                </a:lnTo>
                <a:lnTo>
                  <a:pt x="58205" y="90721"/>
                </a:lnTo>
                <a:lnTo>
                  <a:pt x="51071" y="89057"/>
                </a:lnTo>
                <a:lnTo>
                  <a:pt x="28752" y="88094"/>
                </a:lnTo>
                <a:lnTo>
                  <a:pt x="13461" y="61597"/>
                </a:lnTo>
                <a:lnTo>
                  <a:pt x="14015" y="41161"/>
                </a:lnTo>
                <a:lnTo>
                  <a:pt x="0" y="14196"/>
                </a:lnTo>
                <a:lnTo>
                  <a:pt x="4707" y="0"/>
                </a:lnTo>
                <a:lnTo>
                  <a:pt x="28122" y="2742"/>
                </a:lnTo>
                <a:lnTo>
                  <a:pt x="60906" y="13426"/>
                </a:lnTo>
                <a:lnTo>
                  <a:pt x="82129" y="9181"/>
                </a:lnTo>
                <a:lnTo>
                  <a:pt x="112532" y="322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1" name="Map / Australia / 1">
            <a:extLst>
              <a:ext uri="{FF2B5EF4-FFF2-40B4-BE49-F238E27FC236}">
                <a16:creationId xmlns:a16="http://schemas.microsoft.com/office/drawing/2014/main" id="{E36B08BC-D996-45AC-81C1-99C2931EB90B}"/>
              </a:ext>
            </a:extLst>
          </p:cNvPr>
          <p:cNvSpPr>
            <a:spLocks noGrp="1"/>
          </p:cNvSpPr>
          <p:nvPr/>
        </p:nvSpPr>
        <p:spPr>
          <a:xfrm>
            <a:off x="13452524" y="4792710"/>
            <a:ext cx="1500377" cy="878154"/>
          </a:xfrm>
          <a:custGeom>
            <a:avLst/>
            <a:gdLst/>
            <a:ahLst/>
            <a:cxnLst/>
            <a:rect l="0" t="0" r="0" b="0"/>
            <a:pathLst>
              <a:path w="1500377" h="878154">
                <a:moveTo>
                  <a:pt x="449174" y="667038"/>
                </a:moveTo>
                <a:lnTo>
                  <a:pt x="406616" y="682912"/>
                </a:lnTo>
                <a:lnTo>
                  <a:pt x="372922" y="690055"/>
                </a:lnTo>
                <a:lnTo>
                  <a:pt x="362653" y="706287"/>
                </a:lnTo>
                <a:lnTo>
                  <a:pt x="346478" y="718866"/>
                </a:lnTo>
                <a:lnTo>
                  <a:pt x="314715" y="719618"/>
                </a:lnTo>
                <a:lnTo>
                  <a:pt x="290794" y="722371"/>
                </a:lnTo>
                <a:lnTo>
                  <a:pt x="258934" y="716725"/>
                </a:lnTo>
                <a:lnTo>
                  <a:pt x="231512" y="720104"/>
                </a:lnTo>
                <a:lnTo>
                  <a:pt x="205667" y="721525"/>
                </a:lnTo>
                <a:lnTo>
                  <a:pt x="180413" y="738034"/>
                </a:lnTo>
                <a:lnTo>
                  <a:pt x="169822" y="736634"/>
                </a:lnTo>
                <a:lnTo>
                  <a:pt x="149502" y="745384"/>
                </a:lnTo>
                <a:lnTo>
                  <a:pt x="129754" y="755226"/>
                </a:lnTo>
                <a:lnTo>
                  <a:pt x="102846" y="754010"/>
                </a:lnTo>
                <a:lnTo>
                  <a:pt x="77907" y="753999"/>
                </a:lnTo>
                <a:lnTo>
                  <a:pt x="42076" y="734228"/>
                </a:lnTo>
                <a:lnTo>
                  <a:pt x="23125" y="728349"/>
                </a:lnTo>
                <a:lnTo>
                  <a:pt x="27117" y="710608"/>
                </a:lnTo>
                <a:lnTo>
                  <a:pt x="46374" y="706393"/>
                </a:lnTo>
                <a:lnTo>
                  <a:pt x="53948" y="699345"/>
                </a:lnTo>
                <a:lnTo>
                  <a:pt x="54592" y="688225"/>
                </a:lnTo>
                <a:lnTo>
                  <a:pt x="62899" y="666701"/>
                </a:lnTo>
                <a:lnTo>
                  <a:pt x="61848" y="648355"/>
                </a:lnTo>
                <a:lnTo>
                  <a:pt x="47292" y="617064"/>
                </a:lnTo>
                <a:lnTo>
                  <a:pt x="44027" y="599392"/>
                </a:lnTo>
                <a:lnTo>
                  <a:pt x="48447" y="581758"/>
                </a:lnTo>
                <a:lnTo>
                  <a:pt x="36676" y="561610"/>
                </a:lnTo>
                <a:lnTo>
                  <a:pt x="37117" y="552514"/>
                </a:lnTo>
                <a:lnTo>
                  <a:pt x="22373" y="540183"/>
                </a:lnTo>
                <a:lnTo>
                  <a:pt x="21288" y="515935"/>
                </a:lnTo>
                <a:lnTo>
                  <a:pt x="3352" y="491429"/>
                </a:lnTo>
                <a:lnTo>
                  <a:pt x="0" y="478223"/>
                </a:lnTo>
                <a:lnTo>
                  <a:pt x="14632" y="491611"/>
                </a:lnTo>
                <a:lnTo>
                  <a:pt x="5954" y="462892"/>
                </a:lnTo>
                <a:lnTo>
                  <a:pt x="23366" y="471868"/>
                </a:lnTo>
                <a:lnTo>
                  <a:pt x="32812" y="483854"/>
                </a:lnTo>
                <a:lnTo>
                  <a:pt x="34405" y="468000"/>
                </a:lnTo>
                <a:lnTo>
                  <a:pt x="19112" y="443626"/>
                </a:lnTo>
                <a:lnTo>
                  <a:pt x="16802" y="433876"/>
                </a:lnTo>
                <a:lnTo>
                  <a:pt x="9293" y="424614"/>
                </a:lnTo>
                <a:lnTo>
                  <a:pt x="15696" y="406708"/>
                </a:lnTo>
                <a:lnTo>
                  <a:pt x="24390" y="399089"/>
                </a:lnTo>
                <a:lnTo>
                  <a:pt x="31480" y="383604"/>
                </a:lnTo>
                <a:lnTo>
                  <a:pt x="29675" y="365509"/>
                </a:lnTo>
                <a:lnTo>
                  <a:pt x="47936" y="343233"/>
                </a:lnTo>
                <a:lnTo>
                  <a:pt x="47954" y="366810"/>
                </a:lnTo>
                <a:lnTo>
                  <a:pt x="66463" y="345513"/>
                </a:lnTo>
                <a:lnTo>
                  <a:pt x="98359" y="335163"/>
                </a:lnTo>
                <a:lnTo>
                  <a:pt x="118305" y="321961"/>
                </a:lnTo>
                <a:lnTo>
                  <a:pt x="148490" y="310599"/>
                </a:lnTo>
                <a:lnTo>
                  <a:pt x="165948" y="308182"/>
                </a:lnTo>
                <a:lnTo>
                  <a:pt x="175904" y="311999"/>
                </a:lnTo>
                <a:lnTo>
                  <a:pt x="207012" y="300462"/>
                </a:lnTo>
                <a:lnTo>
                  <a:pt x="230328" y="297029"/>
                </a:lnTo>
                <a:lnTo>
                  <a:pt x="236839" y="290246"/>
                </a:lnTo>
                <a:lnTo>
                  <a:pt x="247166" y="287421"/>
                </a:lnTo>
                <a:lnTo>
                  <a:pt x="267977" y="288151"/>
                </a:lnTo>
                <a:lnTo>
                  <a:pt x="308745" y="279087"/>
                </a:lnTo>
                <a:lnTo>
                  <a:pt x="330852" y="265344"/>
                </a:lnTo>
                <a:lnTo>
                  <a:pt x="342335" y="248799"/>
                </a:lnTo>
                <a:lnTo>
                  <a:pt x="366226" y="233084"/>
                </a:lnTo>
                <a:lnTo>
                  <a:pt x="369232" y="220731"/>
                </a:lnTo>
                <a:lnTo>
                  <a:pt x="371953" y="203902"/>
                </a:lnTo>
                <a:lnTo>
                  <a:pt x="401075" y="177596"/>
                </a:lnTo>
                <a:lnTo>
                  <a:pt x="414371" y="204323"/>
                </a:lnTo>
                <a:lnTo>
                  <a:pt x="431120" y="198146"/>
                </a:lnTo>
                <a:lnTo>
                  <a:pt x="419091" y="183519"/>
                </a:lnTo>
                <a:lnTo>
                  <a:pt x="432445" y="168499"/>
                </a:lnTo>
                <a:lnTo>
                  <a:pt x="448520" y="175205"/>
                </a:lnTo>
                <a:lnTo>
                  <a:pt x="455370" y="151651"/>
                </a:lnTo>
                <a:lnTo>
                  <a:pt x="477494" y="136422"/>
                </a:lnTo>
                <a:lnTo>
                  <a:pt x="487736" y="124203"/>
                </a:lnTo>
                <a:lnTo>
                  <a:pt x="507278" y="118930"/>
                </a:lnTo>
                <a:lnTo>
                  <a:pt x="508627" y="110281"/>
                </a:lnTo>
                <a:lnTo>
                  <a:pt x="524986" y="113893"/>
                </a:lnTo>
                <a:lnTo>
                  <a:pt x="526330" y="106112"/>
                </a:lnTo>
                <a:lnTo>
                  <a:pt x="543399" y="101679"/>
                </a:lnTo>
                <a:lnTo>
                  <a:pt x="562097" y="97505"/>
                </a:lnTo>
                <a:lnTo>
                  <a:pt x="588907" y="111712"/>
                </a:lnTo>
                <a:lnTo>
                  <a:pt x="608316" y="130047"/>
                </a:lnTo>
                <a:lnTo>
                  <a:pt x="632038" y="130258"/>
                </a:lnTo>
                <a:lnTo>
                  <a:pt x="655891" y="133161"/>
                </a:lnTo>
                <a:lnTo>
                  <a:pt x="649412" y="116163"/>
                </a:lnTo>
                <a:lnTo>
                  <a:pt x="669771" y="91337"/>
                </a:lnTo>
                <a:lnTo>
                  <a:pt x="687571" y="83247"/>
                </a:lnTo>
                <a:lnTo>
                  <a:pt x="682293" y="75513"/>
                </a:lnTo>
                <a:lnTo>
                  <a:pt x="700215" y="57833"/>
                </a:lnTo>
                <a:lnTo>
                  <a:pt x="724077" y="46913"/>
                </a:lnTo>
                <a:lnTo>
                  <a:pt x="743225" y="50591"/>
                </a:lnTo>
                <a:lnTo>
                  <a:pt x="775598" y="44758"/>
                </a:lnTo>
                <a:lnTo>
                  <a:pt x="776114" y="28939"/>
                </a:lnTo>
                <a:lnTo>
                  <a:pt x="749024" y="18747"/>
                </a:lnTo>
                <a:lnTo>
                  <a:pt x="769585" y="14250"/>
                </a:lnTo>
                <a:lnTo>
                  <a:pt x="794202" y="21924"/>
                </a:lnTo>
                <a:lnTo>
                  <a:pt x="813442" y="34619"/>
                </a:lnTo>
                <a:lnTo>
                  <a:pt x="844829" y="42539"/>
                </a:lnTo>
                <a:lnTo>
                  <a:pt x="855922" y="39407"/>
                </a:lnTo>
                <a:lnTo>
                  <a:pt x="878719" y="48924"/>
                </a:lnTo>
                <a:lnTo>
                  <a:pt x="901617" y="40060"/>
                </a:lnTo>
                <a:lnTo>
                  <a:pt x="915677" y="42755"/>
                </a:lnTo>
                <a:lnTo>
                  <a:pt x="925040" y="36808"/>
                </a:lnTo>
                <a:lnTo>
                  <a:pt x="941256" y="52123"/>
                </a:lnTo>
                <a:lnTo>
                  <a:pt x="929752" y="68693"/>
                </a:lnTo>
                <a:lnTo>
                  <a:pt x="914254" y="81200"/>
                </a:lnTo>
                <a:lnTo>
                  <a:pt x="901116" y="82230"/>
                </a:lnTo>
                <a:lnTo>
                  <a:pt x="904415" y="94605"/>
                </a:lnTo>
                <a:lnTo>
                  <a:pt x="891847" y="110074"/>
                </a:lnTo>
                <a:lnTo>
                  <a:pt x="876931" y="125288"/>
                </a:lnTo>
                <a:lnTo>
                  <a:pt x="878797" y="134027"/>
                </a:lnTo>
                <a:lnTo>
                  <a:pt x="907237" y="151131"/>
                </a:lnTo>
                <a:lnTo>
                  <a:pt x="935413" y="161052"/>
                </a:lnTo>
                <a:lnTo>
                  <a:pt x="953810" y="171711"/>
                </a:lnTo>
                <a:lnTo>
                  <a:pt x="979191" y="190053"/>
                </a:lnTo>
                <a:lnTo>
                  <a:pt x="989877" y="190023"/>
                </a:lnTo>
                <a:lnTo>
                  <a:pt x="1008810" y="197950"/>
                </a:lnTo>
                <a:lnTo>
                  <a:pt x="1013468" y="207513"/>
                </a:lnTo>
                <a:lnTo>
                  <a:pt x="1048386" y="218013"/>
                </a:lnTo>
                <a:lnTo>
                  <a:pt x="1074640" y="207434"/>
                </a:lnTo>
                <a:lnTo>
                  <a:pt x="1083976" y="190810"/>
                </a:lnTo>
                <a:lnTo>
                  <a:pt x="1093213" y="177091"/>
                </a:lnTo>
                <a:lnTo>
                  <a:pt x="1099778" y="160116"/>
                </a:lnTo>
                <a:lnTo>
                  <a:pt x="1113897" y="135487"/>
                </a:lnTo>
                <a:lnTo>
                  <a:pt x="1110144" y="120517"/>
                </a:lnTo>
                <a:lnTo>
                  <a:pt x="1113768" y="111511"/>
                </a:lnTo>
                <a:lnTo>
                  <a:pt x="1111071" y="93794"/>
                </a:lnTo>
                <a:lnTo>
                  <a:pt x="1118171" y="70472"/>
                </a:lnTo>
                <a:lnTo>
                  <a:pt x="1126007" y="64184"/>
                </a:lnTo>
                <a:lnTo>
                  <a:pt x="1120985" y="53846"/>
                </a:lnTo>
                <a:lnTo>
                  <a:pt x="1131531" y="37435"/>
                </a:lnTo>
                <a:lnTo>
                  <a:pt x="1140102" y="20427"/>
                </a:lnTo>
                <a:lnTo>
                  <a:pt x="1141741" y="11595"/>
                </a:lnTo>
                <a:lnTo>
                  <a:pt x="1156732" y="0"/>
                </a:lnTo>
                <a:lnTo>
                  <a:pt x="1166311" y="15143"/>
                </a:lnTo>
                <a:lnTo>
                  <a:pt x="1167410" y="34563"/>
                </a:lnTo>
                <a:lnTo>
                  <a:pt x="1176571" y="38307"/>
                </a:lnTo>
                <a:lnTo>
                  <a:pt x="1177101" y="51309"/>
                </a:lnTo>
                <a:lnTo>
                  <a:pt x="1189534" y="67057"/>
                </a:lnTo>
                <a:lnTo>
                  <a:pt x="1190789" y="84580"/>
                </a:lnTo>
                <a:lnTo>
                  <a:pt x="1188388" y="95824"/>
                </a:lnTo>
                <a:lnTo>
                  <a:pt x="1199677" y="120114"/>
                </a:lnTo>
                <a:lnTo>
                  <a:pt x="1225189" y="108439"/>
                </a:lnTo>
                <a:lnTo>
                  <a:pt x="1236441" y="121543"/>
                </a:lnTo>
                <a:lnTo>
                  <a:pt x="1253392" y="133632"/>
                </a:lnTo>
                <a:lnTo>
                  <a:pt x="1248035" y="147352"/>
                </a:lnTo>
                <a:lnTo>
                  <a:pt x="1253176" y="173896"/>
                </a:lnTo>
                <a:lnTo>
                  <a:pt x="1257140" y="189351"/>
                </a:lnTo>
                <a:lnTo>
                  <a:pt x="1266237" y="193128"/>
                </a:lnTo>
                <a:lnTo>
                  <a:pt x="1273302" y="219587"/>
                </a:lnTo>
                <a:lnTo>
                  <a:pt x="1267618" y="235635"/>
                </a:lnTo>
                <a:lnTo>
                  <a:pt x="1277134" y="256630"/>
                </a:lnTo>
                <a:lnTo>
                  <a:pt x="1315935" y="272803"/>
                </a:lnTo>
                <a:lnTo>
                  <a:pt x="1340600" y="287514"/>
                </a:lnTo>
                <a:lnTo>
                  <a:pt x="1364027" y="300988"/>
                </a:lnTo>
                <a:lnTo>
                  <a:pt x="1357987" y="308488"/>
                </a:lnTo>
                <a:lnTo>
                  <a:pt x="1376704" y="327899"/>
                </a:lnTo>
                <a:lnTo>
                  <a:pt x="1386191" y="361393"/>
                </a:lnTo>
                <a:lnTo>
                  <a:pt x="1402325" y="354591"/>
                </a:lnTo>
                <a:lnTo>
                  <a:pt x="1415486" y="368007"/>
                </a:lnTo>
                <a:lnTo>
                  <a:pt x="1425468" y="363247"/>
                </a:lnTo>
                <a:lnTo>
                  <a:pt x="1426581" y="396056"/>
                </a:lnTo>
                <a:lnTo>
                  <a:pt x="1450083" y="415064"/>
                </a:lnTo>
                <a:lnTo>
                  <a:pt x="1465514" y="426877"/>
                </a:lnTo>
                <a:lnTo>
                  <a:pt x="1490449" y="451940"/>
                </a:lnTo>
                <a:lnTo>
                  <a:pt x="1496412" y="476819"/>
                </a:lnTo>
                <a:lnTo>
                  <a:pt x="1494031" y="494468"/>
                </a:lnTo>
                <a:lnTo>
                  <a:pt x="1487724" y="513630"/>
                </a:lnTo>
                <a:lnTo>
                  <a:pt x="1500377" y="539935"/>
                </a:lnTo>
                <a:lnTo>
                  <a:pt x="1492612" y="567332"/>
                </a:lnTo>
                <a:lnTo>
                  <a:pt x="1483130" y="581668"/>
                </a:lnTo>
                <a:lnTo>
                  <a:pt x="1467137" y="609283"/>
                </a:lnTo>
                <a:lnTo>
                  <a:pt x="1464032" y="627033"/>
                </a:lnTo>
                <a:lnTo>
                  <a:pt x="1451707" y="649223"/>
                </a:lnTo>
                <a:lnTo>
                  <a:pt x="1428839" y="677379"/>
                </a:lnTo>
                <a:lnTo>
                  <a:pt x="1397698" y="692589"/>
                </a:lnTo>
                <a:lnTo>
                  <a:pt x="1378495" y="716570"/>
                </a:lnTo>
                <a:lnTo>
                  <a:pt x="1362456" y="731873"/>
                </a:lnTo>
                <a:lnTo>
                  <a:pt x="1345010" y="758591"/>
                </a:lnTo>
                <a:lnTo>
                  <a:pt x="1326902" y="774021"/>
                </a:lnTo>
                <a:lnTo>
                  <a:pt x="1311784" y="797186"/>
                </a:lnTo>
                <a:lnTo>
                  <a:pt x="1301647" y="818510"/>
                </a:lnTo>
                <a:lnTo>
                  <a:pt x="1301062" y="828299"/>
                </a:lnTo>
                <a:lnTo>
                  <a:pt x="1277062" y="839054"/>
                </a:lnTo>
                <a:lnTo>
                  <a:pt x="1235294" y="840180"/>
                </a:lnTo>
                <a:lnTo>
                  <a:pt x="1197873" y="852877"/>
                </a:lnTo>
                <a:lnTo>
                  <a:pt x="1177794" y="864866"/>
                </a:lnTo>
                <a:lnTo>
                  <a:pt x="1152024" y="878154"/>
                </a:lnTo>
                <a:lnTo>
                  <a:pt x="1124867" y="864471"/>
                </a:lnTo>
                <a:lnTo>
                  <a:pt x="1103562" y="859013"/>
                </a:lnTo>
                <a:lnTo>
                  <a:pt x="1113348" y="842877"/>
                </a:lnTo>
                <a:lnTo>
                  <a:pt x="1091642" y="848732"/>
                </a:lnTo>
                <a:lnTo>
                  <a:pt x="1053611" y="871148"/>
                </a:lnTo>
                <a:lnTo>
                  <a:pt x="1023708" y="862753"/>
                </a:lnTo>
                <a:lnTo>
                  <a:pt x="1003923" y="857855"/>
                </a:lnTo>
                <a:lnTo>
                  <a:pt x="983294" y="855641"/>
                </a:lnTo>
                <a:lnTo>
                  <a:pt x="949618" y="846689"/>
                </a:lnTo>
                <a:lnTo>
                  <a:pt x="930232" y="827608"/>
                </a:lnTo>
                <a:lnTo>
                  <a:pt x="928877" y="804102"/>
                </a:lnTo>
                <a:lnTo>
                  <a:pt x="923865" y="788461"/>
                </a:lnTo>
                <a:lnTo>
                  <a:pt x="908475" y="775905"/>
                </a:lnTo>
                <a:lnTo>
                  <a:pt x="873556" y="772176"/>
                </a:lnTo>
                <a:lnTo>
                  <a:pt x="889136" y="757161"/>
                </a:lnTo>
                <a:lnTo>
                  <a:pt x="885195" y="734175"/>
                </a:lnTo>
                <a:lnTo>
                  <a:pt x="862316" y="755600"/>
                </a:lnTo>
                <a:lnTo>
                  <a:pt x="827965" y="761287"/>
                </a:lnTo>
                <a:lnTo>
                  <a:pt x="851180" y="744162"/>
                </a:lnTo>
                <a:lnTo>
                  <a:pt x="860697" y="726298"/>
                </a:lnTo>
                <a:lnTo>
                  <a:pt x="878338" y="711136"/>
                </a:lnTo>
                <a:lnTo>
                  <a:pt x="880203" y="688214"/>
                </a:lnTo>
                <a:lnTo>
                  <a:pt x="844307" y="714612"/>
                </a:lnTo>
                <a:lnTo>
                  <a:pt x="818775" y="725199"/>
                </a:lnTo>
                <a:lnTo>
                  <a:pt x="799213" y="749820"/>
                </a:lnTo>
                <a:lnTo>
                  <a:pt x="772895" y="737083"/>
                </a:lnTo>
                <a:lnTo>
                  <a:pt x="777538" y="720654"/>
                </a:lnTo>
                <a:lnTo>
                  <a:pt x="758891" y="698206"/>
                </a:lnTo>
                <a:lnTo>
                  <a:pt x="741588" y="686606"/>
                </a:lnTo>
                <a:lnTo>
                  <a:pt x="750051" y="679460"/>
                </a:lnTo>
                <a:lnTo>
                  <a:pt x="705890" y="660700"/>
                </a:lnTo>
                <a:lnTo>
                  <a:pt x="679820" y="659816"/>
                </a:lnTo>
                <a:lnTo>
                  <a:pt x="646808" y="644745"/>
                </a:lnTo>
                <a:lnTo>
                  <a:pt x="579341" y="647674"/>
                </a:lnTo>
                <a:lnTo>
                  <a:pt x="528867" y="658758"/>
                </a:lnTo>
                <a:lnTo>
                  <a:pt x="484411" y="669091"/>
                </a:lnTo>
                <a:lnTo>
                  <a:pt x="449174" y="66703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2" name="Map / Sri Lanka / 0">
            <a:extLst>
              <a:ext uri="{FF2B5EF4-FFF2-40B4-BE49-F238E27FC236}">
                <a16:creationId xmlns:a16="http://schemas.microsoft.com/office/drawing/2014/main" id="{9A5B8B6F-00EE-41BA-8AB8-8DD6D7F5D0E6}"/>
              </a:ext>
            </a:extLst>
          </p:cNvPr>
          <p:cNvSpPr>
            <a:spLocks noGrp="1"/>
          </p:cNvSpPr>
          <p:nvPr/>
        </p:nvSpPr>
        <p:spPr>
          <a:xfrm>
            <a:off x="12223974" y="4158346"/>
            <a:ext cx="80285" cy="119358"/>
          </a:xfrm>
          <a:custGeom>
            <a:avLst/>
            <a:gdLst/>
            <a:ahLst/>
            <a:cxnLst/>
            <a:rect l="0" t="0" r="0" b="0"/>
            <a:pathLst>
              <a:path w="80285" h="119358">
                <a:moveTo>
                  <a:pt x="80285" y="71231"/>
                </a:moveTo>
                <a:lnTo>
                  <a:pt x="75448" y="103465"/>
                </a:lnTo>
                <a:lnTo>
                  <a:pt x="59706" y="112276"/>
                </a:lnTo>
                <a:lnTo>
                  <a:pt x="26766" y="119358"/>
                </a:lnTo>
                <a:lnTo>
                  <a:pt x="8039" y="94745"/>
                </a:lnTo>
                <a:lnTo>
                  <a:pt x="0" y="50249"/>
                </a:lnTo>
                <a:lnTo>
                  <a:pt x="15461" y="0"/>
                </a:lnTo>
                <a:lnTo>
                  <a:pt x="42382" y="17201"/>
                </a:lnTo>
                <a:lnTo>
                  <a:pt x="60855" y="39001"/>
                </a:lnTo>
                <a:lnTo>
                  <a:pt x="80285" y="7123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3" name="Map / China / 0">
            <a:extLst>
              <a:ext uri="{FF2B5EF4-FFF2-40B4-BE49-F238E27FC236}">
                <a16:creationId xmlns:a16="http://schemas.microsoft.com/office/drawing/2014/main" id="{DB6DB30E-1B5C-483D-BB07-AFCA5C3E92AE}"/>
              </a:ext>
            </a:extLst>
          </p:cNvPr>
          <p:cNvSpPr>
            <a:spLocks noGrp="1"/>
          </p:cNvSpPr>
          <p:nvPr/>
        </p:nvSpPr>
        <p:spPr>
          <a:xfrm>
            <a:off x="13299836" y="3840203"/>
            <a:ext cx="89103" cy="58927"/>
          </a:xfrm>
          <a:custGeom>
            <a:avLst/>
            <a:gdLst/>
            <a:ahLst/>
            <a:cxnLst/>
            <a:rect l="0" t="0" r="0" b="0"/>
            <a:pathLst>
              <a:path w="89103" h="58927">
                <a:moveTo>
                  <a:pt x="35674" y="58927"/>
                </a:moveTo>
                <a:lnTo>
                  <a:pt x="3719" y="49331"/>
                </a:lnTo>
                <a:lnTo>
                  <a:pt x="0" y="22702"/>
                </a:lnTo>
                <a:lnTo>
                  <a:pt x="17206" y="8674"/>
                </a:lnTo>
                <a:lnTo>
                  <a:pt x="57599" y="0"/>
                </a:lnTo>
                <a:lnTo>
                  <a:pt x="79410" y="734"/>
                </a:lnTo>
                <a:lnTo>
                  <a:pt x="89103" y="12547"/>
                </a:lnTo>
                <a:lnTo>
                  <a:pt x="73892" y="26170"/>
                </a:lnTo>
                <a:lnTo>
                  <a:pt x="66928" y="44046"/>
                </a:lnTo>
                <a:lnTo>
                  <a:pt x="35674" y="58927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34" name="Map / China / 1">
            <a:extLst>
              <a:ext uri="{FF2B5EF4-FFF2-40B4-BE49-F238E27FC236}">
                <a16:creationId xmlns:a16="http://schemas.microsoft.com/office/drawing/2014/main" id="{12281C83-4215-4AD4-8ED7-D905F3A9B6E0}"/>
              </a:ext>
            </a:extLst>
          </p:cNvPr>
          <p:cNvSpPr>
            <a:spLocks noGrp="1"/>
          </p:cNvSpPr>
          <p:nvPr/>
        </p:nvSpPr>
        <p:spPr>
          <a:xfrm>
            <a:off x="11915598" y="2807579"/>
            <a:ext cx="2195085" cy="1027015"/>
          </a:xfrm>
          <a:custGeom>
            <a:avLst/>
            <a:gdLst/>
            <a:ahLst/>
            <a:cxnLst/>
            <a:rect l="0" t="0" r="0" b="0"/>
            <a:pathLst>
              <a:path w="2195085" h="1027015">
                <a:moveTo>
                  <a:pt x="230195" y="343887"/>
                </a:moveTo>
                <a:lnTo>
                  <a:pt x="224580" y="326240"/>
                </a:lnTo>
                <a:lnTo>
                  <a:pt x="248567" y="318182"/>
                </a:lnTo>
                <a:lnTo>
                  <a:pt x="207132" y="264406"/>
                </a:lnTo>
                <a:lnTo>
                  <a:pt x="277737" y="252039"/>
                </a:lnTo>
                <a:lnTo>
                  <a:pt x="295356" y="245147"/>
                </a:lnTo>
                <a:lnTo>
                  <a:pt x="312449" y="189724"/>
                </a:lnTo>
                <a:lnTo>
                  <a:pt x="386642" y="199911"/>
                </a:lnTo>
                <a:lnTo>
                  <a:pt x="404499" y="185918"/>
                </a:lnTo>
                <a:lnTo>
                  <a:pt x="400720" y="154876"/>
                </a:lnTo>
                <a:lnTo>
                  <a:pt x="430454" y="151983"/>
                </a:lnTo>
                <a:lnTo>
                  <a:pt x="454394" y="131373"/>
                </a:lnTo>
                <a:lnTo>
                  <a:pt x="468157" y="128828"/>
                </a:lnTo>
                <a:lnTo>
                  <a:pt x="481712" y="150427"/>
                </a:lnTo>
                <a:lnTo>
                  <a:pt x="515367" y="166845"/>
                </a:lnTo>
                <a:lnTo>
                  <a:pt x="569548" y="178471"/>
                </a:lnTo>
                <a:lnTo>
                  <a:pt x="599373" y="203403"/>
                </a:lnTo>
                <a:lnTo>
                  <a:pt x="591922" y="239573"/>
                </a:lnTo>
                <a:lnTo>
                  <a:pt x="607523" y="252997"/>
                </a:lnTo>
                <a:lnTo>
                  <a:pt x="652021" y="258290"/>
                </a:lnTo>
                <a:lnTo>
                  <a:pt x="702171" y="262612"/>
                </a:lnTo>
                <a:lnTo>
                  <a:pt x="750038" y="281902"/>
                </a:lnTo>
                <a:lnTo>
                  <a:pt x="773348" y="285338"/>
                </a:lnTo>
                <a:lnTo>
                  <a:pt x="795346" y="313876"/>
                </a:lnTo>
                <a:lnTo>
                  <a:pt x="820291" y="332259"/>
                </a:lnTo>
                <a:lnTo>
                  <a:pt x="860709" y="331539"/>
                </a:lnTo>
                <a:lnTo>
                  <a:pt x="937940" y="338479"/>
                </a:lnTo>
                <a:lnTo>
                  <a:pt x="986061" y="334173"/>
                </a:lnTo>
                <a:lnTo>
                  <a:pt x="1023266" y="338783"/>
                </a:lnTo>
                <a:lnTo>
                  <a:pt x="1081343" y="357586"/>
                </a:lnTo>
                <a:lnTo>
                  <a:pt x="1125906" y="357559"/>
                </a:lnTo>
                <a:lnTo>
                  <a:pt x="1144091" y="367184"/>
                </a:lnTo>
                <a:lnTo>
                  <a:pt x="1183710" y="350563"/>
                </a:lnTo>
                <a:lnTo>
                  <a:pt x="1241015" y="339816"/>
                </a:lnTo>
                <a:lnTo>
                  <a:pt x="1295929" y="338641"/>
                </a:lnTo>
                <a:lnTo>
                  <a:pt x="1336651" y="327751"/>
                </a:lnTo>
                <a:lnTo>
                  <a:pt x="1359523" y="311171"/>
                </a:lnTo>
                <a:lnTo>
                  <a:pt x="1383000" y="300761"/>
                </a:lnTo>
                <a:lnTo>
                  <a:pt x="1374846" y="290544"/>
                </a:lnTo>
                <a:lnTo>
                  <a:pt x="1360542" y="278648"/>
                </a:lnTo>
                <a:lnTo>
                  <a:pt x="1375407" y="258693"/>
                </a:lnTo>
                <a:lnTo>
                  <a:pt x="1396650" y="261492"/>
                </a:lnTo>
                <a:lnTo>
                  <a:pt x="1435723" y="267769"/>
                </a:lnTo>
                <a:lnTo>
                  <a:pt x="1468534" y="251333"/>
                </a:lnTo>
                <a:lnTo>
                  <a:pt x="1521611" y="239340"/>
                </a:lnTo>
                <a:lnTo>
                  <a:pt x="1543632" y="218879"/>
                </a:lnTo>
                <a:lnTo>
                  <a:pt x="1567271" y="210071"/>
                </a:lnTo>
                <a:lnTo>
                  <a:pt x="1619365" y="205964"/>
                </a:lnTo>
                <a:lnTo>
                  <a:pt x="1649040" y="209454"/>
                </a:lnTo>
                <a:lnTo>
                  <a:pt x="1650358" y="198453"/>
                </a:lnTo>
                <a:lnTo>
                  <a:pt x="1611973" y="176814"/>
                </a:lnTo>
                <a:lnTo>
                  <a:pt x="1580282" y="166918"/>
                </a:lnTo>
                <a:lnTo>
                  <a:pt x="1555035" y="178342"/>
                </a:lnTo>
                <a:lnTo>
                  <a:pt x="1517886" y="173522"/>
                </a:lnTo>
                <a:lnTo>
                  <a:pt x="1498179" y="177449"/>
                </a:lnTo>
                <a:lnTo>
                  <a:pt x="1485754" y="164793"/>
                </a:lnTo>
                <a:lnTo>
                  <a:pt x="1503976" y="133861"/>
                </a:lnTo>
                <a:lnTo>
                  <a:pt x="1515913" y="110522"/>
                </a:lnTo>
                <a:lnTo>
                  <a:pt x="1562469" y="122210"/>
                </a:lnTo>
                <a:lnTo>
                  <a:pt x="1608734" y="102648"/>
                </a:lnTo>
                <a:lnTo>
                  <a:pt x="1604910" y="89026"/>
                </a:lnTo>
                <a:lnTo>
                  <a:pt x="1629093" y="56193"/>
                </a:lnTo>
                <a:lnTo>
                  <a:pt x="1646607" y="46270"/>
                </a:lnTo>
                <a:lnTo>
                  <a:pt x="1641602" y="29179"/>
                </a:lnTo>
                <a:lnTo>
                  <a:pt x="1619798" y="21821"/>
                </a:lnTo>
                <a:lnTo>
                  <a:pt x="1645497" y="6420"/>
                </a:lnTo>
                <a:lnTo>
                  <a:pt x="1688842" y="838"/>
                </a:lnTo>
                <a:lnTo>
                  <a:pt x="1736465" y="0"/>
                </a:lnTo>
                <a:lnTo>
                  <a:pt x="1793073" y="9217"/>
                </a:lnTo>
                <a:lnTo>
                  <a:pt x="1827990" y="20617"/>
                </a:lnTo>
                <a:lnTo>
                  <a:pt x="1859056" y="51838"/>
                </a:lnTo>
                <a:lnTo>
                  <a:pt x="1876326" y="65160"/>
                </a:lnTo>
                <a:lnTo>
                  <a:pt x="1894203" y="84170"/>
                </a:lnTo>
                <a:lnTo>
                  <a:pt x="1915936" y="114493"/>
                </a:lnTo>
                <a:lnTo>
                  <a:pt x="1981918" y="124388"/>
                </a:lnTo>
                <a:lnTo>
                  <a:pt x="2031059" y="146396"/>
                </a:lnTo>
                <a:lnTo>
                  <a:pt x="2053743" y="175481"/>
                </a:lnTo>
                <a:lnTo>
                  <a:pt x="2109174" y="175517"/>
                </a:lnTo>
                <a:lnTo>
                  <a:pt x="2137415" y="163305"/>
                </a:lnTo>
                <a:lnTo>
                  <a:pt x="2195085" y="154180"/>
                </a:lnTo>
                <a:lnTo>
                  <a:pt x="2183719" y="182034"/>
                </a:lnTo>
                <a:lnTo>
                  <a:pt x="2172668" y="193363"/>
                </a:lnTo>
                <a:lnTo>
                  <a:pt x="2169369" y="227277"/>
                </a:lnTo>
                <a:lnTo>
                  <a:pt x="2152770" y="257392"/>
                </a:lnTo>
                <a:lnTo>
                  <a:pt x="2106867" y="251911"/>
                </a:lnTo>
                <a:lnTo>
                  <a:pt x="2078265" y="262845"/>
                </a:lnTo>
                <a:lnTo>
                  <a:pt x="2094735" y="289357"/>
                </a:lnTo>
                <a:lnTo>
                  <a:pt x="2098679" y="325932"/>
                </a:lnTo>
                <a:lnTo>
                  <a:pt x="2080102" y="326768"/>
                </a:lnTo>
                <a:lnTo>
                  <a:pt x="2084214" y="342493"/>
                </a:lnTo>
                <a:lnTo>
                  <a:pt x="2055950" y="324218"/>
                </a:lnTo>
                <a:lnTo>
                  <a:pt x="2045588" y="341566"/>
                </a:lnTo>
                <a:lnTo>
                  <a:pt x="1991950" y="354898"/>
                </a:lnTo>
                <a:lnTo>
                  <a:pt x="2001595" y="371228"/>
                </a:lnTo>
                <a:lnTo>
                  <a:pt x="1969460" y="370102"/>
                </a:lnTo>
                <a:lnTo>
                  <a:pt x="1949680" y="360400"/>
                </a:lnTo>
                <a:lnTo>
                  <a:pt x="1929493" y="382355"/>
                </a:lnTo>
                <a:lnTo>
                  <a:pt x="1892649" y="398994"/>
                </a:lnTo>
                <a:lnTo>
                  <a:pt x="1867044" y="418848"/>
                </a:lnTo>
                <a:lnTo>
                  <a:pt x="1817368" y="427847"/>
                </a:lnTo>
                <a:lnTo>
                  <a:pt x="1793290" y="442314"/>
                </a:lnTo>
                <a:lnTo>
                  <a:pt x="1755261" y="450764"/>
                </a:lnTo>
                <a:lnTo>
                  <a:pt x="1771851" y="436420"/>
                </a:lnTo>
                <a:lnTo>
                  <a:pt x="1761512" y="424365"/>
                </a:lnTo>
                <a:lnTo>
                  <a:pt x="1786204" y="403557"/>
                </a:lnTo>
                <a:lnTo>
                  <a:pt x="1763111" y="387337"/>
                </a:lnTo>
                <a:lnTo>
                  <a:pt x="1733361" y="398265"/>
                </a:lnTo>
                <a:lnTo>
                  <a:pt x="1696337" y="419790"/>
                </a:lnTo>
                <a:lnTo>
                  <a:pt x="1677805" y="439779"/>
                </a:lnTo>
                <a:lnTo>
                  <a:pt x="1641846" y="441267"/>
                </a:lnTo>
                <a:lnTo>
                  <a:pt x="1625964" y="455712"/>
                </a:lnTo>
                <a:lnTo>
                  <a:pt x="1649754" y="476643"/>
                </a:lnTo>
                <a:lnTo>
                  <a:pt x="1681113" y="481725"/>
                </a:lnTo>
                <a:lnTo>
                  <a:pt x="1685174" y="495620"/>
                </a:lnTo>
                <a:lnTo>
                  <a:pt x="1716342" y="504662"/>
                </a:lnTo>
                <a:lnTo>
                  <a:pt x="1753370" y="482558"/>
                </a:lnTo>
                <a:lnTo>
                  <a:pt x="1788773" y="494609"/>
                </a:lnTo>
                <a:lnTo>
                  <a:pt x="1812922" y="495434"/>
                </a:lnTo>
                <a:lnTo>
                  <a:pt x="1822285" y="511651"/>
                </a:lnTo>
                <a:lnTo>
                  <a:pt x="1771499" y="520296"/>
                </a:lnTo>
                <a:lnTo>
                  <a:pt x="1757498" y="537009"/>
                </a:lnTo>
                <a:lnTo>
                  <a:pt x="1724413" y="552538"/>
                </a:lnTo>
                <a:lnTo>
                  <a:pt x="1709492" y="574206"/>
                </a:lnTo>
                <a:lnTo>
                  <a:pt x="1752786" y="591217"/>
                </a:lnTo>
                <a:lnTo>
                  <a:pt x="1773129" y="621666"/>
                </a:lnTo>
                <a:lnTo>
                  <a:pt x="1801041" y="650034"/>
                </a:lnTo>
                <a:lnTo>
                  <a:pt x="1830689" y="673813"/>
                </a:lnTo>
                <a:lnTo>
                  <a:pt x="1834151" y="696808"/>
                </a:lnTo>
                <a:lnTo>
                  <a:pt x="1812146" y="705262"/>
                </a:lnTo>
                <a:lnTo>
                  <a:pt x="1823932" y="721772"/>
                </a:lnTo>
                <a:lnTo>
                  <a:pt x="1847601" y="731381"/>
                </a:lnTo>
                <a:lnTo>
                  <a:pt x="1846064" y="756595"/>
                </a:lnTo>
                <a:lnTo>
                  <a:pt x="1840539" y="781128"/>
                </a:lnTo>
                <a:lnTo>
                  <a:pt x="1820022" y="783909"/>
                </a:lnTo>
                <a:lnTo>
                  <a:pt x="1797848" y="817418"/>
                </a:lnTo>
                <a:lnTo>
                  <a:pt x="1773459" y="858046"/>
                </a:lnTo>
                <a:lnTo>
                  <a:pt x="1743736" y="894989"/>
                </a:lnTo>
                <a:lnTo>
                  <a:pt x="1695772" y="923558"/>
                </a:lnTo>
                <a:lnTo>
                  <a:pt x="1646680" y="949612"/>
                </a:lnTo>
                <a:lnTo>
                  <a:pt x="1604620" y="953165"/>
                </a:lnTo>
                <a:lnTo>
                  <a:pt x="1583238" y="966920"/>
                </a:lnTo>
                <a:lnTo>
                  <a:pt x="1568975" y="956872"/>
                </a:lnTo>
                <a:lnTo>
                  <a:pt x="1549482" y="972256"/>
                </a:lnTo>
                <a:lnTo>
                  <a:pt x="1498543" y="987761"/>
                </a:lnTo>
                <a:lnTo>
                  <a:pt x="1459132" y="992509"/>
                </a:lnTo>
                <a:lnTo>
                  <a:pt x="1449832" y="1025202"/>
                </a:lnTo>
                <a:lnTo>
                  <a:pt x="1429083" y="1027015"/>
                </a:lnTo>
                <a:lnTo>
                  <a:pt x="1416748" y="1004548"/>
                </a:lnTo>
                <a:lnTo>
                  <a:pt x="1424365" y="992573"/>
                </a:lnTo>
                <a:lnTo>
                  <a:pt x="1372601" y="982662"/>
                </a:lnTo>
                <a:lnTo>
                  <a:pt x="1355321" y="987703"/>
                </a:lnTo>
                <a:lnTo>
                  <a:pt x="1316425" y="979669"/>
                </a:lnTo>
                <a:lnTo>
                  <a:pt x="1297049" y="967092"/>
                </a:lnTo>
                <a:lnTo>
                  <a:pt x="1300981" y="949259"/>
                </a:lnTo>
                <a:lnTo>
                  <a:pt x="1265856" y="943606"/>
                </a:lnTo>
                <a:lnTo>
                  <a:pt x="1246336" y="931992"/>
                </a:lnTo>
                <a:lnTo>
                  <a:pt x="1216095" y="948489"/>
                </a:lnTo>
                <a:lnTo>
                  <a:pt x="1179825" y="952061"/>
                </a:lnTo>
                <a:lnTo>
                  <a:pt x="1149728" y="951905"/>
                </a:lnTo>
                <a:lnTo>
                  <a:pt x="1130319" y="959459"/>
                </a:lnTo>
                <a:lnTo>
                  <a:pt x="1111253" y="963996"/>
                </a:lnTo>
                <a:lnTo>
                  <a:pt x="1120683" y="999405"/>
                </a:lnTo>
                <a:lnTo>
                  <a:pt x="1100464" y="998560"/>
                </a:lnTo>
                <a:lnTo>
                  <a:pt x="1096317" y="991288"/>
                </a:lnTo>
                <a:lnTo>
                  <a:pt x="1093853" y="978490"/>
                </a:lnTo>
                <a:lnTo>
                  <a:pt x="1067102" y="987503"/>
                </a:lnTo>
                <a:lnTo>
                  <a:pt x="1050166" y="981804"/>
                </a:lnTo>
                <a:lnTo>
                  <a:pt x="1020932" y="970184"/>
                </a:lnTo>
                <a:lnTo>
                  <a:pt x="1029177" y="944468"/>
                </a:lnTo>
                <a:lnTo>
                  <a:pt x="1004651" y="938472"/>
                </a:lnTo>
                <a:lnTo>
                  <a:pt x="992516" y="909975"/>
                </a:lnTo>
                <a:lnTo>
                  <a:pt x="953323" y="915110"/>
                </a:lnTo>
                <a:lnTo>
                  <a:pt x="953686" y="878389"/>
                </a:lnTo>
                <a:lnTo>
                  <a:pt x="986266" y="852538"/>
                </a:lnTo>
                <a:lnTo>
                  <a:pt x="984658" y="827004"/>
                </a:lnTo>
                <a:lnTo>
                  <a:pt x="980577" y="803314"/>
                </a:lnTo>
                <a:lnTo>
                  <a:pt x="963253" y="795934"/>
                </a:lnTo>
                <a:lnTo>
                  <a:pt x="948366" y="777709"/>
                </a:lnTo>
                <a:lnTo>
                  <a:pt x="926726" y="780011"/>
                </a:lnTo>
                <a:lnTo>
                  <a:pt x="885690" y="775385"/>
                </a:lnTo>
                <a:lnTo>
                  <a:pt x="896677" y="762385"/>
                </a:lnTo>
                <a:lnTo>
                  <a:pt x="876584" y="743136"/>
                </a:lnTo>
                <a:lnTo>
                  <a:pt x="851576" y="756171"/>
                </a:lnTo>
                <a:lnTo>
                  <a:pt x="819161" y="748564"/>
                </a:lnTo>
                <a:lnTo>
                  <a:pt x="778464" y="768278"/>
                </a:lnTo>
                <a:lnTo>
                  <a:pt x="747153" y="791301"/>
                </a:lnTo>
                <a:lnTo>
                  <a:pt x="717354" y="795175"/>
                </a:lnTo>
                <a:lnTo>
                  <a:pt x="699931" y="786852"/>
                </a:lnTo>
                <a:lnTo>
                  <a:pt x="680018" y="786098"/>
                </a:lnTo>
                <a:lnTo>
                  <a:pt x="652354" y="778932"/>
                </a:lnTo>
                <a:lnTo>
                  <a:pt x="633026" y="786785"/>
                </a:lnTo>
                <a:lnTo>
                  <a:pt x="610855" y="809800"/>
                </a:lnTo>
                <a:lnTo>
                  <a:pt x="604897" y="785420"/>
                </a:lnTo>
                <a:lnTo>
                  <a:pt x="582768" y="791931"/>
                </a:lnTo>
                <a:lnTo>
                  <a:pt x="538672" y="788906"/>
                </a:lnTo>
                <a:lnTo>
                  <a:pt x="495427" y="781807"/>
                </a:lnTo>
                <a:lnTo>
                  <a:pt x="463443" y="768211"/>
                </a:lnTo>
                <a:lnTo>
                  <a:pt x="433618" y="762109"/>
                </a:lnTo>
                <a:lnTo>
                  <a:pt x="419345" y="747240"/>
                </a:lnTo>
                <a:lnTo>
                  <a:pt x="397787" y="742797"/>
                </a:lnTo>
                <a:lnTo>
                  <a:pt x="357664" y="722628"/>
                </a:lnTo>
                <a:lnTo>
                  <a:pt x="326563" y="713111"/>
                </a:lnTo>
                <a:lnTo>
                  <a:pt x="311897" y="720517"/>
                </a:lnTo>
                <a:lnTo>
                  <a:pt x="257428" y="698871"/>
                </a:lnTo>
                <a:lnTo>
                  <a:pt x="218453" y="679270"/>
                </a:lnTo>
                <a:lnTo>
                  <a:pt x="204004" y="645148"/>
                </a:lnTo>
                <a:lnTo>
                  <a:pt x="231282" y="649308"/>
                </a:lnTo>
                <a:lnTo>
                  <a:pt x="230614" y="633501"/>
                </a:lnTo>
                <a:lnTo>
                  <a:pt x="213863" y="617658"/>
                </a:lnTo>
                <a:lnTo>
                  <a:pt x="214530" y="592406"/>
                </a:lnTo>
                <a:lnTo>
                  <a:pt x="169994" y="556123"/>
                </a:lnTo>
                <a:lnTo>
                  <a:pt x="107294" y="543604"/>
                </a:lnTo>
                <a:lnTo>
                  <a:pt x="93313" y="519817"/>
                </a:lnTo>
                <a:lnTo>
                  <a:pt x="64068" y="505385"/>
                </a:lnTo>
                <a:lnTo>
                  <a:pt x="56337" y="496501"/>
                </a:lnTo>
                <a:lnTo>
                  <a:pt x="48519" y="478856"/>
                </a:lnTo>
                <a:lnTo>
                  <a:pt x="48254" y="466819"/>
                </a:lnTo>
                <a:lnTo>
                  <a:pt x="24856" y="459771"/>
                </a:lnTo>
                <a:lnTo>
                  <a:pt x="13091" y="462888"/>
                </a:lnTo>
                <a:lnTo>
                  <a:pt x="0" y="434241"/>
                </a:lnTo>
                <a:lnTo>
                  <a:pt x="9592" y="427159"/>
                </a:lnTo>
                <a:lnTo>
                  <a:pt x="3545" y="419916"/>
                </a:lnTo>
                <a:lnTo>
                  <a:pt x="36847" y="405291"/>
                </a:lnTo>
                <a:lnTo>
                  <a:pt x="61530" y="399234"/>
                </a:lnTo>
                <a:lnTo>
                  <a:pt x="101177" y="403386"/>
                </a:lnTo>
                <a:lnTo>
                  <a:pt x="112365" y="383620"/>
                </a:lnTo>
                <a:lnTo>
                  <a:pt x="159145" y="379941"/>
                </a:lnTo>
                <a:lnTo>
                  <a:pt x="170507" y="367654"/>
                </a:lnTo>
                <a:lnTo>
                  <a:pt x="226074" y="350885"/>
                </a:lnTo>
                <a:lnTo>
                  <a:pt x="230195" y="343887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35" name="Map / Taiwan / 0">
            <a:extLst>
              <a:ext uri="{FF2B5EF4-FFF2-40B4-BE49-F238E27FC236}">
                <a16:creationId xmlns:a16="http://schemas.microsoft.com/office/drawing/2014/main" id="{AE9B7D30-DC3B-408B-8C7A-155717C339AC}"/>
              </a:ext>
            </a:extLst>
          </p:cNvPr>
          <p:cNvSpPr>
            <a:spLocks noGrp="1"/>
          </p:cNvSpPr>
          <p:nvPr/>
        </p:nvSpPr>
        <p:spPr>
          <a:xfrm>
            <a:off x="13718098" y="3679410"/>
            <a:ext cx="63288" cy="102926"/>
          </a:xfrm>
          <a:custGeom>
            <a:avLst/>
            <a:gdLst/>
            <a:ahLst/>
            <a:cxnLst/>
            <a:rect l="0" t="0" r="0" b="0"/>
            <a:pathLst>
              <a:path w="63288" h="102926">
                <a:moveTo>
                  <a:pt x="59414" y="27897"/>
                </a:moveTo>
                <a:lnTo>
                  <a:pt x="43459" y="77533"/>
                </a:lnTo>
                <a:lnTo>
                  <a:pt x="30557" y="102926"/>
                </a:lnTo>
                <a:lnTo>
                  <a:pt x="7326" y="76790"/>
                </a:lnTo>
                <a:lnTo>
                  <a:pt x="0" y="53839"/>
                </a:lnTo>
                <a:lnTo>
                  <a:pt x="18003" y="23434"/>
                </a:lnTo>
                <a:lnTo>
                  <a:pt x="44789" y="0"/>
                </a:lnTo>
                <a:lnTo>
                  <a:pt x="63288" y="9221"/>
                </a:lnTo>
                <a:lnTo>
                  <a:pt x="59414" y="2789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6" name="Map / Italy / 0">
            <a:extLst>
              <a:ext uri="{FF2B5EF4-FFF2-40B4-BE49-F238E27FC236}">
                <a16:creationId xmlns:a16="http://schemas.microsoft.com/office/drawing/2014/main" id="{B64CDBBD-E463-423E-8F9F-2ACD1F221F35}"/>
              </a:ext>
            </a:extLst>
          </p:cNvPr>
          <p:cNvSpPr>
            <a:spLocks noGrp="1"/>
          </p:cNvSpPr>
          <p:nvPr/>
        </p:nvSpPr>
        <p:spPr>
          <a:xfrm>
            <a:off x="9438994" y="3003947"/>
            <a:ext cx="435140" cy="285000"/>
          </a:xfrm>
          <a:custGeom>
            <a:avLst/>
            <a:gdLst/>
            <a:ahLst/>
            <a:cxnLst/>
            <a:rect l="0" t="0" r="0" b="0"/>
            <a:pathLst>
              <a:path w="435140" h="285000">
                <a:moveTo>
                  <a:pt x="134120" y="6868"/>
                </a:moveTo>
                <a:lnTo>
                  <a:pt x="156352" y="11269"/>
                </a:lnTo>
                <a:lnTo>
                  <a:pt x="160467" y="5381"/>
                </a:lnTo>
                <a:lnTo>
                  <a:pt x="196433" y="0"/>
                </a:lnTo>
                <a:lnTo>
                  <a:pt x="204863" y="10768"/>
                </a:lnTo>
                <a:lnTo>
                  <a:pt x="257338" y="18762"/>
                </a:lnTo>
                <a:lnTo>
                  <a:pt x="253798" y="34009"/>
                </a:lnTo>
                <a:lnTo>
                  <a:pt x="262929" y="47189"/>
                </a:lnTo>
                <a:lnTo>
                  <a:pt x="233666" y="42679"/>
                </a:lnTo>
                <a:lnTo>
                  <a:pt x="204176" y="53666"/>
                </a:lnTo>
                <a:lnTo>
                  <a:pt x="206578" y="69033"/>
                </a:lnTo>
                <a:lnTo>
                  <a:pt x="202303" y="77852"/>
                </a:lnTo>
                <a:lnTo>
                  <a:pt x="214711" y="93613"/>
                </a:lnTo>
                <a:lnTo>
                  <a:pt x="249536" y="109203"/>
                </a:lnTo>
                <a:lnTo>
                  <a:pt x="268696" y="134795"/>
                </a:lnTo>
                <a:lnTo>
                  <a:pt x="310337" y="159742"/>
                </a:lnTo>
                <a:lnTo>
                  <a:pt x="339193" y="159551"/>
                </a:lnTo>
                <a:lnTo>
                  <a:pt x="348375" y="166393"/>
                </a:lnTo>
                <a:lnTo>
                  <a:pt x="338220" y="172560"/>
                </a:lnTo>
                <a:lnTo>
                  <a:pt x="371575" y="183750"/>
                </a:lnTo>
                <a:lnTo>
                  <a:pt x="398948" y="193113"/>
                </a:lnTo>
                <a:lnTo>
                  <a:pt x="431123" y="209257"/>
                </a:lnTo>
                <a:lnTo>
                  <a:pt x="435140" y="215038"/>
                </a:lnTo>
                <a:lnTo>
                  <a:pt x="428603" y="226124"/>
                </a:lnTo>
                <a:lnTo>
                  <a:pt x="407634" y="211670"/>
                </a:lnTo>
                <a:lnTo>
                  <a:pt x="375398" y="206576"/>
                </a:lnTo>
                <a:lnTo>
                  <a:pt x="360454" y="226600"/>
                </a:lnTo>
                <a:lnTo>
                  <a:pt x="387512" y="238075"/>
                </a:lnTo>
                <a:lnTo>
                  <a:pt x="383611" y="254229"/>
                </a:lnTo>
                <a:lnTo>
                  <a:pt x="368207" y="256065"/>
                </a:lnTo>
                <a:lnTo>
                  <a:pt x="349184" y="282615"/>
                </a:lnTo>
                <a:lnTo>
                  <a:pt x="333802" y="285000"/>
                </a:lnTo>
                <a:lnTo>
                  <a:pt x="333690" y="275535"/>
                </a:lnTo>
                <a:lnTo>
                  <a:pt x="340788" y="258932"/>
                </a:lnTo>
                <a:lnTo>
                  <a:pt x="348646" y="252320"/>
                </a:lnTo>
                <a:lnTo>
                  <a:pt x="333699" y="234380"/>
                </a:lnTo>
                <a:lnTo>
                  <a:pt x="321987" y="218769"/>
                </a:lnTo>
                <a:lnTo>
                  <a:pt x="306549" y="214912"/>
                </a:lnTo>
                <a:lnTo>
                  <a:pt x="295290" y="201551"/>
                </a:lnTo>
                <a:lnTo>
                  <a:pt x="271430" y="195923"/>
                </a:lnTo>
                <a:lnTo>
                  <a:pt x="255154" y="183481"/>
                </a:lnTo>
                <a:lnTo>
                  <a:pt x="227823" y="181475"/>
                </a:lnTo>
                <a:lnTo>
                  <a:pt x="198699" y="167500"/>
                </a:lnTo>
                <a:lnTo>
                  <a:pt x="164573" y="147351"/>
                </a:lnTo>
                <a:lnTo>
                  <a:pt x="139191" y="129519"/>
                </a:lnTo>
                <a:lnTo>
                  <a:pt x="127122" y="98917"/>
                </a:lnTo>
                <a:lnTo>
                  <a:pt x="108787" y="95318"/>
                </a:lnTo>
                <a:lnTo>
                  <a:pt x="78747" y="85100"/>
                </a:lnTo>
                <a:lnTo>
                  <a:pt x="61925" y="89283"/>
                </a:lnTo>
                <a:lnTo>
                  <a:pt x="40941" y="103649"/>
                </a:lnTo>
                <a:lnTo>
                  <a:pt x="25712" y="105918"/>
                </a:lnTo>
                <a:lnTo>
                  <a:pt x="29717" y="92482"/>
                </a:lnTo>
                <a:lnTo>
                  <a:pt x="9770" y="88554"/>
                </a:lnTo>
                <a:lnTo>
                  <a:pt x="0" y="64602"/>
                </a:lnTo>
                <a:lnTo>
                  <a:pt x="12573" y="55173"/>
                </a:lnTo>
                <a:lnTo>
                  <a:pt x="1636" y="43550"/>
                </a:lnTo>
                <a:lnTo>
                  <a:pt x="3025" y="34802"/>
                </a:lnTo>
                <a:lnTo>
                  <a:pt x="18864" y="41433"/>
                </a:lnTo>
                <a:lnTo>
                  <a:pt x="36489" y="39962"/>
                </a:lnTo>
                <a:lnTo>
                  <a:pt x="56832" y="29463"/>
                </a:lnTo>
                <a:lnTo>
                  <a:pt x="63255" y="34369"/>
                </a:lnTo>
                <a:lnTo>
                  <a:pt x="80666" y="33385"/>
                </a:lnTo>
                <a:lnTo>
                  <a:pt x="88358" y="20901"/>
                </a:lnTo>
                <a:lnTo>
                  <a:pt x="115489" y="24780"/>
                </a:lnTo>
                <a:lnTo>
                  <a:pt x="131489" y="19559"/>
                </a:lnTo>
                <a:lnTo>
                  <a:pt x="134120" y="686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7" name="Map / Italy / 1">
            <a:extLst>
              <a:ext uri="{FF2B5EF4-FFF2-40B4-BE49-F238E27FC236}">
                <a16:creationId xmlns:a16="http://schemas.microsoft.com/office/drawing/2014/main" id="{B92EFC43-997C-4724-A7E0-AC3DEFE2ADBE}"/>
              </a:ext>
            </a:extLst>
          </p:cNvPr>
          <p:cNvSpPr>
            <a:spLocks noGrp="1"/>
          </p:cNvSpPr>
          <p:nvPr/>
        </p:nvSpPr>
        <p:spPr>
          <a:xfrm>
            <a:off x="9652449" y="3278969"/>
            <a:ext cx="114015" cy="49876"/>
          </a:xfrm>
          <a:custGeom>
            <a:avLst/>
            <a:gdLst/>
            <a:ahLst/>
            <a:cxnLst/>
            <a:rect l="0" t="0" r="0" b="0"/>
            <a:pathLst>
              <a:path w="114015" h="49876">
                <a:moveTo>
                  <a:pt x="85967" y="2702"/>
                </a:moveTo>
                <a:lnTo>
                  <a:pt x="114015" y="0"/>
                </a:lnTo>
                <a:lnTo>
                  <a:pt x="101309" y="24366"/>
                </a:lnTo>
                <a:lnTo>
                  <a:pt x="107107" y="33957"/>
                </a:lnTo>
                <a:lnTo>
                  <a:pt x="99723" y="49876"/>
                </a:lnTo>
                <a:lnTo>
                  <a:pt x="71054" y="38216"/>
                </a:lnTo>
                <a:lnTo>
                  <a:pt x="52109" y="34876"/>
                </a:lnTo>
                <a:lnTo>
                  <a:pt x="0" y="19137"/>
                </a:lnTo>
                <a:lnTo>
                  <a:pt x="4845" y="3243"/>
                </a:lnTo>
                <a:lnTo>
                  <a:pt x="48261" y="6073"/>
                </a:lnTo>
                <a:lnTo>
                  <a:pt x="85967" y="270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8" name="Map / Italy / 2">
            <a:extLst>
              <a:ext uri="{FF2B5EF4-FFF2-40B4-BE49-F238E27FC236}">
                <a16:creationId xmlns:a16="http://schemas.microsoft.com/office/drawing/2014/main" id="{81C09445-4871-41FB-8950-A6A31127AA2F}"/>
              </a:ext>
            </a:extLst>
          </p:cNvPr>
          <p:cNvSpPr>
            <a:spLocks noGrp="1"/>
          </p:cNvSpPr>
          <p:nvPr/>
        </p:nvSpPr>
        <p:spPr>
          <a:xfrm>
            <a:off x="9492630" y="3186756"/>
            <a:ext cx="61113" cy="71304"/>
          </a:xfrm>
          <a:custGeom>
            <a:avLst/>
            <a:gdLst/>
            <a:ahLst/>
            <a:cxnLst/>
            <a:rect l="0" t="0" r="0" b="0"/>
            <a:pathLst>
              <a:path w="61113" h="71304">
                <a:moveTo>
                  <a:pt x="20313" y="9597"/>
                </a:moveTo>
                <a:lnTo>
                  <a:pt x="38597" y="0"/>
                </a:lnTo>
                <a:lnTo>
                  <a:pt x="61113" y="21978"/>
                </a:lnTo>
                <a:lnTo>
                  <a:pt x="56637" y="62922"/>
                </a:lnTo>
                <a:lnTo>
                  <a:pt x="39787" y="60969"/>
                </a:lnTo>
                <a:lnTo>
                  <a:pt x="24863" y="71304"/>
                </a:lnTo>
                <a:lnTo>
                  <a:pt x="10731" y="63093"/>
                </a:lnTo>
                <a:lnTo>
                  <a:pt x="8690" y="25746"/>
                </a:lnTo>
                <a:lnTo>
                  <a:pt x="0" y="8048"/>
                </a:lnTo>
                <a:lnTo>
                  <a:pt x="20313" y="959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39" name="Map / Denmark / 0">
            <a:extLst>
              <a:ext uri="{FF2B5EF4-FFF2-40B4-BE49-F238E27FC236}">
                <a16:creationId xmlns:a16="http://schemas.microsoft.com/office/drawing/2014/main" id="{5B406C67-9EC8-4CD4-8B7B-4E1597BFD39B}"/>
              </a:ext>
            </a:extLst>
          </p:cNvPr>
          <p:cNvSpPr>
            <a:spLocks noGrp="1"/>
          </p:cNvSpPr>
          <p:nvPr/>
        </p:nvSpPr>
        <p:spPr>
          <a:xfrm>
            <a:off x="9481876" y="2675358"/>
            <a:ext cx="101319" cy="89747"/>
          </a:xfrm>
          <a:custGeom>
            <a:avLst/>
            <a:gdLst/>
            <a:ahLst/>
            <a:cxnLst/>
            <a:rect l="0" t="0" r="0" b="0"/>
            <a:pathLst>
              <a:path w="101319" h="89747">
                <a:moveTo>
                  <a:pt x="66830" y="85034"/>
                </a:moveTo>
                <a:lnTo>
                  <a:pt x="43902" y="89747"/>
                </a:lnTo>
                <a:lnTo>
                  <a:pt x="16613" y="85664"/>
                </a:lnTo>
                <a:lnTo>
                  <a:pt x="1683" y="68484"/>
                </a:lnTo>
                <a:lnTo>
                  <a:pt x="0" y="36838"/>
                </a:lnTo>
                <a:lnTo>
                  <a:pt x="5816" y="28481"/>
                </a:lnTo>
                <a:lnTo>
                  <a:pt x="15917" y="19193"/>
                </a:lnTo>
                <a:lnTo>
                  <a:pt x="47448" y="17272"/>
                </a:lnTo>
                <a:lnTo>
                  <a:pt x="59832" y="8732"/>
                </a:lnTo>
                <a:lnTo>
                  <a:pt x="88423" y="0"/>
                </a:lnTo>
                <a:lnTo>
                  <a:pt x="87605" y="15920"/>
                </a:lnTo>
                <a:lnTo>
                  <a:pt x="77238" y="26003"/>
                </a:lnTo>
                <a:lnTo>
                  <a:pt x="81750" y="34672"/>
                </a:lnTo>
                <a:lnTo>
                  <a:pt x="101319" y="39358"/>
                </a:lnTo>
                <a:lnTo>
                  <a:pt x="92839" y="51036"/>
                </a:lnTo>
                <a:lnTo>
                  <a:pt x="82063" y="47673"/>
                </a:lnTo>
                <a:lnTo>
                  <a:pt x="56710" y="69962"/>
                </a:lnTo>
                <a:lnTo>
                  <a:pt x="66830" y="8503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40" name="Map / Denmark / 1">
            <a:extLst>
              <a:ext uri="{FF2B5EF4-FFF2-40B4-BE49-F238E27FC236}">
                <a16:creationId xmlns:a16="http://schemas.microsoft.com/office/drawing/2014/main" id="{721E0DBB-F6A6-4473-8D8E-95155B3D03B0}"/>
              </a:ext>
            </a:extLst>
          </p:cNvPr>
          <p:cNvSpPr>
            <a:spLocks noGrp="1"/>
          </p:cNvSpPr>
          <p:nvPr/>
        </p:nvSpPr>
        <p:spPr>
          <a:xfrm>
            <a:off x="9583429" y="2725464"/>
            <a:ext cx="64333" cy="40596"/>
          </a:xfrm>
          <a:custGeom>
            <a:avLst/>
            <a:gdLst/>
            <a:ahLst/>
            <a:cxnLst/>
            <a:rect l="0" t="0" r="0" b="0"/>
            <a:pathLst>
              <a:path w="64333" h="40596">
                <a:moveTo>
                  <a:pt x="52419" y="0"/>
                </a:moveTo>
                <a:lnTo>
                  <a:pt x="64333" y="15522"/>
                </a:lnTo>
                <a:lnTo>
                  <a:pt x="43461" y="40596"/>
                </a:lnTo>
                <a:lnTo>
                  <a:pt x="5344" y="23110"/>
                </a:lnTo>
                <a:lnTo>
                  <a:pt x="0" y="10261"/>
                </a:lnTo>
                <a:lnTo>
                  <a:pt x="52419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41" name="Map / United Kingdom / 0">
            <a:extLst>
              <a:ext uri="{FF2B5EF4-FFF2-40B4-BE49-F238E27FC236}">
                <a16:creationId xmlns:a16="http://schemas.microsoft.com/office/drawing/2014/main" id="{2ED14FE2-AE0D-44BB-8681-FA54D582957B}"/>
              </a:ext>
            </a:extLst>
          </p:cNvPr>
          <p:cNvSpPr>
            <a:spLocks noGrp="1"/>
          </p:cNvSpPr>
          <p:nvPr/>
        </p:nvSpPr>
        <p:spPr>
          <a:xfrm>
            <a:off x="8918617" y="2754518"/>
            <a:ext cx="69068" cy="40407"/>
          </a:xfrm>
          <a:custGeom>
            <a:avLst/>
            <a:gdLst/>
            <a:ahLst/>
            <a:cxnLst/>
            <a:rect l="0" t="0" r="0" b="0"/>
            <a:pathLst>
              <a:path w="69068" h="40407">
                <a:moveTo>
                  <a:pt x="49465" y="40407"/>
                </a:moveTo>
                <a:lnTo>
                  <a:pt x="22304" y="34026"/>
                </a:lnTo>
                <a:lnTo>
                  <a:pt x="0" y="34451"/>
                </a:lnTo>
                <a:lnTo>
                  <a:pt x="7709" y="17862"/>
                </a:lnTo>
                <a:lnTo>
                  <a:pt x="572" y="1277"/>
                </a:lnTo>
                <a:lnTo>
                  <a:pt x="30753" y="0"/>
                </a:lnTo>
                <a:lnTo>
                  <a:pt x="69068" y="19139"/>
                </a:lnTo>
                <a:lnTo>
                  <a:pt x="49465" y="40407"/>
                </a:lnTo>
                <a:close/>
              </a:path>
            </a:pathLst>
          </a:custGeom>
          <a:solidFill>
            <a:srgbClr val="E8D2B0"/>
          </a:solidFill>
          <a:ln w="7620">
            <a:solidFill>
              <a:srgbClr val="FFFFFF"/>
            </a:solidFill>
          </a:ln>
        </p:spPr>
      </p:sp>
      <p:sp>
        <p:nvSpPr>
          <p:cNvPr id="242" name="Map / United Kingdom / 1">
            <a:extLst>
              <a:ext uri="{FF2B5EF4-FFF2-40B4-BE49-F238E27FC236}">
                <a16:creationId xmlns:a16="http://schemas.microsoft.com/office/drawing/2014/main" id="{1BB5CFBF-DEF6-4653-9583-9868E0D07611}"/>
              </a:ext>
            </a:extLst>
          </p:cNvPr>
          <p:cNvSpPr>
            <a:spLocks noGrp="1"/>
          </p:cNvSpPr>
          <p:nvPr/>
        </p:nvSpPr>
        <p:spPr>
          <a:xfrm>
            <a:off x="8971086" y="2647343"/>
            <a:ext cx="281320" cy="268545"/>
          </a:xfrm>
          <a:custGeom>
            <a:avLst/>
            <a:gdLst/>
            <a:ahLst/>
            <a:cxnLst/>
            <a:rect l="0" t="0" r="0" b="0"/>
            <a:pathLst>
              <a:path w="281320" h="268545">
                <a:moveTo>
                  <a:pt x="108853" y="161915"/>
                </a:moveTo>
                <a:lnTo>
                  <a:pt x="108916" y="161918"/>
                </a:lnTo>
                <a:lnTo>
                  <a:pt x="114344" y="143947"/>
                </a:lnTo>
                <a:lnTo>
                  <a:pt x="90352" y="124879"/>
                </a:lnTo>
                <a:lnTo>
                  <a:pt x="89804" y="124444"/>
                </a:lnTo>
                <a:lnTo>
                  <a:pt x="46136" y="118997"/>
                </a:lnTo>
                <a:lnTo>
                  <a:pt x="37652" y="110619"/>
                </a:lnTo>
                <a:lnTo>
                  <a:pt x="50879" y="96786"/>
                </a:lnTo>
                <a:lnTo>
                  <a:pt x="39155" y="88257"/>
                </a:lnTo>
                <a:lnTo>
                  <a:pt x="19620" y="102894"/>
                </a:lnTo>
                <a:lnTo>
                  <a:pt x="17901" y="73056"/>
                </a:lnTo>
                <a:lnTo>
                  <a:pt x="0" y="57269"/>
                </a:lnTo>
                <a:lnTo>
                  <a:pt x="13458" y="25265"/>
                </a:lnTo>
                <a:lnTo>
                  <a:pt x="41555" y="154"/>
                </a:lnTo>
                <a:lnTo>
                  <a:pt x="70058" y="2605"/>
                </a:lnTo>
                <a:lnTo>
                  <a:pt x="113186" y="0"/>
                </a:lnTo>
                <a:lnTo>
                  <a:pt x="74678" y="33494"/>
                </a:lnTo>
                <a:lnTo>
                  <a:pt x="111187" y="29253"/>
                </a:lnTo>
                <a:lnTo>
                  <a:pt x="150407" y="29415"/>
                </a:lnTo>
                <a:lnTo>
                  <a:pt x="140944" y="54637"/>
                </a:lnTo>
                <a:lnTo>
                  <a:pt x="108509" y="82381"/>
                </a:lnTo>
                <a:lnTo>
                  <a:pt x="145639" y="84356"/>
                </a:lnTo>
                <a:lnTo>
                  <a:pt x="148474" y="87609"/>
                </a:lnTo>
                <a:lnTo>
                  <a:pt x="180384" y="124135"/>
                </a:lnTo>
                <a:lnTo>
                  <a:pt x="205031" y="129107"/>
                </a:lnTo>
                <a:lnTo>
                  <a:pt x="227218" y="164377"/>
                </a:lnTo>
                <a:lnTo>
                  <a:pt x="237521" y="176605"/>
                </a:lnTo>
                <a:lnTo>
                  <a:pt x="281320" y="182502"/>
                </a:lnTo>
                <a:lnTo>
                  <a:pt x="276995" y="202299"/>
                </a:lnTo>
                <a:lnTo>
                  <a:pt x="258580" y="211377"/>
                </a:lnTo>
                <a:lnTo>
                  <a:pt x="273089" y="227391"/>
                </a:lnTo>
                <a:lnTo>
                  <a:pt x="240505" y="243603"/>
                </a:lnTo>
                <a:lnTo>
                  <a:pt x="191969" y="243316"/>
                </a:lnTo>
                <a:lnTo>
                  <a:pt x="130159" y="251829"/>
                </a:lnTo>
                <a:lnTo>
                  <a:pt x="113273" y="245734"/>
                </a:lnTo>
                <a:lnTo>
                  <a:pt x="89170" y="260238"/>
                </a:lnTo>
                <a:lnTo>
                  <a:pt x="55610" y="256725"/>
                </a:lnTo>
                <a:lnTo>
                  <a:pt x="29970" y="268545"/>
                </a:lnTo>
                <a:lnTo>
                  <a:pt x="10734" y="262364"/>
                </a:lnTo>
                <a:lnTo>
                  <a:pt x="64303" y="229850"/>
                </a:lnTo>
                <a:lnTo>
                  <a:pt x="96801" y="223163"/>
                </a:lnTo>
                <a:lnTo>
                  <a:pt x="96516" y="223137"/>
                </a:lnTo>
                <a:lnTo>
                  <a:pt x="39986" y="217979"/>
                </a:lnTo>
                <a:lnTo>
                  <a:pt x="29879" y="205661"/>
                </a:lnTo>
                <a:lnTo>
                  <a:pt x="67793" y="196066"/>
                </a:lnTo>
                <a:lnTo>
                  <a:pt x="48157" y="179391"/>
                </a:lnTo>
                <a:lnTo>
                  <a:pt x="55231" y="159115"/>
                </a:lnTo>
                <a:lnTo>
                  <a:pt x="108853" y="161915"/>
                </a:lnTo>
                <a:close/>
              </a:path>
            </a:pathLst>
          </a:custGeom>
          <a:solidFill>
            <a:srgbClr val="E8D2B0"/>
          </a:solidFill>
          <a:ln w="7620">
            <a:solidFill>
              <a:srgbClr val="FFFFFF"/>
            </a:solidFill>
          </a:ln>
        </p:spPr>
      </p:sp>
      <p:sp>
        <p:nvSpPr>
          <p:cNvPr id="243" name="Map / Iceland / 0">
            <a:extLst>
              <a:ext uri="{FF2B5EF4-FFF2-40B4-BE49-F238E27FC236}">
                <a16:creationId xmlns:a16="http://schemas.microsoft.com/office/drawing/2014/main" id="{0F418D3F-02C4-4F4C-BDA8-51AEB3A25CEC}"/>
              </a:ext>
            </a:extLst>
          </p:cNvPr>
          <p:cNvSpPr>
            <a:spLocks noGrp="1"/>
          </p:cNvSpPr>
          <p:nvPr/>
        </p:nvSpPr>
        <p:spPr>
          <a:xfrm>
            <a:off x="8335532" y="2403042"/>
            <a:ext cx="376618" cy="93810"/>
          </a:xfrm>
          <a:custGeom>
            <a:avLst/>
            <a:gdLst/>
            <a:ahLst/>
            <a:cxnLst/>
            <a:rect l="0" t="0" r="0" b="0"/>
            <a:pathLst>
              <a:path w="376618" h="93810">
                <a:moveTo>
                  <a:pt x="346467" y="2195"/>
                </a:moveTo>
                <a:lnTo>
                  <a:pt x="337601" y="22228"/>
                </a:lnTo>
                <a:lnTo>
                  <a:pt x="376618" y="43342"/>
                </a:lnTo>
                <a:lnTo>
                  <a:pt x="329926" y="66949"/>
                </a:lnTo>
                <a:lnTo>
                  <a:pt x="227181" y="88165"/>
                </a:lnTo>
                <a:lnTo>
                  <a:pt x="196458" y="93810"/>
                </a:lnTo>
                <a:lnTo>
                  <a:pt x="150138" y="89252"/>
                </a:lnTo>
                <a:lnTo>
                  <a:pt x="52074" y="79453"/>
                </a:lnTo>
                <a:lnTo>
                  <a:pt x="87596" y="65772"/>
                </a:lnTo>
                <a:lnTo>
                  <a:pt x="11707" y="50634"/>
                </a:lnTo>
                <a:lnTo>
                  <a:pt x="74457" y="44633"/>
                </a:lnTo>
                <a:lnTo>
                  <a:pt x="73453" y="35544"/>
                </a:lnTo>
                <a:lnTo>
                  <a:pt x="0" y="28344"/>
                </a:lnTo>
                <a:lnTo>
                  <a:pt x="24994" y="8181"/>
                </a:lnTo>
                <a:lnTo>
                  <a:pt x="78513" y="3601"/>
                </a:lnTo>
                <a:lnTo>
                  <a:pt x="132163" y="24600"/>
                </a:lnTo>
                <a:lnTo>
                  <a:pt x="186441" y="7745"/>
                </a:lnTo>
                <a:lnTo>
                  <a:pt x="230256" y="16498"/>
                </a:lnTo>
                <a:lnTo>
                  <a:pt x="288281" y="0"/>
                </a:lnTo>
                <a:lnTo>
                  <a:pt x="346467" y="219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44" name="Map / Azerbaijan / 0">
            <a:extLst>
              <a:ext uri="{FF2B5EF4-FFF2-40B4-BE49-F238E27FC236}">
                <a16:creationId xmlns:a16="http://schemas.microsoft.com/office/drawing/2014/main" id="{F3960742-B8CF-45BB-A3CE-584D08E8740D}"/>
              </a:ext>
            </a:extLst>
          </p:cNvPr>
          <p:cNvSpPr>
            <a:spLocks noGrp="1"/>
          </p:cNvSpPr>
          <p:nvPr/>
        </p:nvSpPr>
        <p:spPr>
          <a:xfrm>
            <a:off x="10849804" y="3166613"/>
            <a:ext cx="202673" cy="111142"/>
          </a:xfrm>
          <a:custGeom>
            <a:avLst/>
            <a:gdLst/>
            <a:ahLst/>
            <a:cxnLst/>
            <a:rect l="0" t="0" r="0" b="0"/>
            <a:pathLst>
              <a:path w="202673" h="111142">
                <a:moveTo>
                  <a:pt x="51187" y="0"/>
                </a:moveTo>
                <a:lnTo>
                  <a:pt x="61632" y="1038"/>
                </a:lnTo>
                <a:lnTo>
                  <a:pt x="88598" y="19841"/>
                </a:lnTo>
                <a:lnTo>
                  <a:pt x="105094" y="21956"/>
                </a:lnTo>
                <a:lnTo>
                  <a:pt x="110727" y="14081"/>
                </a:lnTo>
                <a:lnTo>
                  <a:pt x="131612" y="1604"/>
                </a:lnTo>
                <a:lnTo>
                  <a:pt x="152468" y="17905"/>
                </a:lnTo>
                <a:lnTo>
                  <a:pt x="173215" y="39864"/>
                </a:lnTo>
                <a:lnTo>
                  <a:pt x="190543" y="41312"/>
                </a:lnTo>
                <a:lnTo>
                  <a:pt x="202673" y="49657"/>
                </a:lnTo>
                <a:lnTo>
                  <a:pt x="172482" y="52148"/>
                </a:lnTo>
                <a:lnTo>
                  <a:pt x="168180" y="76189"/>
                </a:lnTo>
                <a:lnTo>
                  <a:pt x="162762" y="87032"/>
                </a:lnTo>
                <a:lnTo>
                  <a:pt x="149817" y="94268"/>
                </a:lnTo>
                <a:lnTo>
                  <a:pt x="152110" y="109598"/>
                </a:lnTo>
                <a:lnTo>
                  <a:pt x="143024" y="111142"/>
                </a:lnTo>
                <a:lnTo>
                  <a:pt x="118573" y="94932"/>
                </a:lnTo>
                <a:lnTo>
                  <a:pt x="130030" y="79617"/>
                </a:lnTo>
                <a:lnTo>
                  <a:pt x="118330" y="70532"/>
                </a:lnTo>
                <a:lnTo>
                  <a:pt x="104662" y="72819"/>
                </a:lnTo>
                <a:lnTo>
                  <a:pt x="62935" y="95657"/>
                </a:lnTo>
                <a:lnTo>
                  <a:pt x="60354" y="74187"/>
                </a:lnTo>
                <a:lnTo>
                  <a:pt x="43341" y="69115"/>
                </a:lnTo>
                <a:lnTo>
                  <a:pt x="26964" y="60695"/>
                </a:lnTo>
                <a:lnTo>
                  <a:pt x="36566" y="50836"/>
                </a:lnTo>
                <a:lnTo>
                  <a:pt x="16021" y="40217"/>
                </a:lnTo>
                <a:lnTo>
                  <a:pt x="22802" y="32454"/>
                </a:lnTo>
                <a:lnTo>
                  <a:pt x="8308" y="27097"/>
                </a:lnTo>
                <a:lnTo>
                  <a:pt x="0" y="18962"/>
                </a:lnTo>
                <a:lnTo>
                  <a:pt x="8610" y="13906"/>
                </a:lnTo>
                <a:lnTo>
                  <a:pt x="36832" y="22809"/>
                </a:lnTo>
                <a:lnTo>
                  <a:pt x="56867" y="24648"/>
                </a:lnTo>
                <a:lnTo>
                  <a:pt x="61582" y="21019"/>
                </a:lnTo>
                <a:lnTo>
                  <a:pt x="41994" y="4268"/>
                </a:lnTo>
                <a:lnTo>
                  <a:pt x="51187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45" name="Map / Azerbaijan / 1">
            <a:extLst>
              <a:ext uri="{FF2B5EF4-FFF2-40B4-BE49-F238E27FC236}">
                <a16:creationId xmlns:a16="http://schemas.microsoft.com/office/drawing/2014/main" id="{C4B019B0-5245-4525-AE83-0C2704EDE5A8}"/>
              </a:ext>
            </a:extLst>
          </p:cNvPr>
          <p:cNvSpPr>
            <a:spLocks noGrp="1"/>
          </p:cNvSpPr>
          <p:nvPr/>
        </p:nvSpPr>
        <p:spPr>
          <a:xfrm>
            <a:off x="10847082" y="3232261"/>
            <a:ext cx="52330" cy="30919"/>
          </a:xfrm>
          <a:custGeom>
            <a:avLst/>
            <a:gdLst/>
            <a:ahLst/>
            <a:cxnLst/>
            <a:rect l="0" t="0" r="0" b="0"/>
            <a:pathLst>
              <a:path w="52330" h="30919">
                <a:moveTo>
                  <a:pt x="52330" y="30919"/>
                </a:moveTo>
                <a:lnTo>
                  <a:pt x="26617" y="26804"/>
                </a:lnTo>
                <a:lnTo>
                  <a:pt x="6798" y="12514"/>
                </a:lnTo>
                <a:lnTo>
                  <a:pt x="0" y="836"/>
                </a:lnTo>
                <a:lnTo>
                  <a:pt x="7620" y="0"/>
                </a:lnTo>
                <a:lnTo>
                  <a:pt x="19234" y="8304"/>
                </a:lnTo>
                <a:lnTo>
                  <a:pt x="35563" y="8235"/>
                </a:lnTo>
                <a:lnTo>
                  <a:pt x="35780" y="13010"/>
                </a:lnTo>
                <a:lnTo>
                  <a:pt x="52330" y="3091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46" name="Map / Georgia / 0">
            <a:extLst>
              <a:ext uri="{FF2B5EF4-FFF2-40B4-BE49-F238E27FC236}">
                <a16:creationId xmlns:a16="http://schemas.microsoft.com/office/drawing/2014/main" id="{8C871325-F0CC-412A-822D-78D9352B2CC2}"/>
              </a:ext>
            </a:extLst>
          </p:cNvPr>
          <p:cNvSpPr>
            <a:spLocks noGrp="1"/>
          </p:cNvSpPr>
          <p:nvPr/>
        </p:nvSpPr>
        <p:spPr>
          <a:xfrm>
            <a:off x="10659718" y="3114222"/>
            <a:ext cx="251669" cy="77040"/>
          </a:xfrm>
          <a:custGeom>
            <a:avLst/>
            <a:gdLst/>
            <a:ahLst/>
            <a:cxnLst/>
            <a:rect l="0" t="0" r="0" b="0"/>
            <a:pathLst>
              <a:path w="251669" h="77040">
                <a:moveTo>
                  <a:pt x="0" y="3656"/>
                </a:moveTo>
                <a:lnTo>
                  <a:pt x="4199" y="0"/>
                </a:lnTo>
                <a:lnTo>
                  <a:pt x="35666" y="5292"/>
                </a:lnTo>
                <a:lnTo>
                  <a:pt x="90172" y="10302"/>
                </a:lnTo>
                <a:lnTo>
                  <a:pt x="141456" y="25145"/>
                </a:lnTo>
                <a:lnTo>
                  <a:pt x="148379" y="30899"/>
                </a:lnTo>
                <a:lnTo>
                  <a:pt x="170283" y="26038"/>
                </a:lnTo>
                <a:lnTo>
                  <a:pt x="205149" y="32514"/>
                </a:lnTo>
                <a:lnTo>
                  <a:pt x="217506" y="45217"/>
                </a:lnTo>
                <a:lnTo>
                  <a:pt x="241273" y="52391"/>
                </a:lnTo>
                <a:lnTo>
                  <a:pt x="232080" y="56659"/>
                </a:lnTo>
                <a:lnTo>
                  <a:pt x="251669" y="73411"/>
                </a:lnTo>
                <a:lnTo>
                  <a:pt x="246954" y="77040"/>
                </a:lnTo>
                <a:lnTo>
                  <a:pt x="226918" y="75200"/>
                </a:lnTo>
                <a:lnTo>
                  <a:pt x="198696" y="66298"/>
                </a:lnTo>
                <a:lnTo>
                  <a:pt x="190086" y="71353"/>
                </a:lnTo>
                <a:lnTo>
                  <a:pt x="139232" y="76182"/>
                </a:lnTo>
                <a:lnTo>
                  <a:pt x="102515" y="60982"/>
                </a:lnTo>
                <a:lnTo>
                  <a:pt x="63364" y="62453"/>
                </a:lnTo>
                <a:lnTo>
                  <a:pt x="67833" y="49225"/>
                </a:lnTo>
                <a:lnTo>
                  <a:pt x="56991" y="28108"/>
                </a:lnTo>
                <a:lnTo>
                  <a:pt x="34841" y="16700"/>
                </a:lnTo>
                <a:lnTo>
                  <a:pt x="14194" y="13140"/>
                </a:lnTo>
                <a:lnTo>
                  <a:pt x="0" y="365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47" name="Map / Philippines / 0">
            <a:extLst>
              <a:ext uri="{FF2B5EF4-FFF2-40B4-BE49-F238E27FC236}">
                <a16:creationId xmlns:a16="http://schemas.microsoft.com/office/drawing/2014/main" id="{B58BB459-FFE5-4BAE-B7D3-41322DD54989}"/>
              </a:ext>
            </a:extLst>
          </p:cNvPr>
          <p:cNvSpPr>
            <a:spLocks noGrp="1"/>
          </p:cNvSpPr>
          <p:nvPr/>
        </p:nvSpPr>
        <p:spPr>
          <a:xfrm>
            <a:off x="13759563" y="4045593"/>
            <a:ext cx="46664" cy="39031"/>
          </a:xfrm>
          <a:custGeom>
            <a:avLst/>
            <a:gdLst/>
            <a:ahLst/>
            <a:cxnLst/>
            <a:rect l="0" t="0" r="0" b="0"/>
            <a:pathLst>
              <a:path w="46664" h="39031">
                <a:moveTo>
                  <a:pt x="21181" y="23586"/>
                </a:moveTo>
                <a:lnTo>
                  <a:pt x="0" y="0"/>
                </a:lnTo>
                <a:lnTo>
                  <a:pt x="32613" y="1137"/>
                </a:lnTo>
                <a:lnTo>
                  <a:pt x="46664" y="12284"/>
                </a:lnTo>
                <a:lnTo>
                  <a:pt x="38575" y="39031"/>
                </a:lnTo>
                <a:lnTo>
                  <a:pt x="21181" y="23586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48" name="Map / Philippines / 1">
            <a:extLst>
              <a:ext uri="{FF2B5EF4-FFF2-40B4-BE49-F238E27FC236}">
                <a16:creationId xmlns:a16="http://schemas.microsoft.com/office/drawing/2014/main" id="{150DC0B2-D5DA-486B-88FF-54EDAB96B91F}"/>
              </a:ext>
            </a:extLst>
          </p:cNvPr>
          <p:cNvSpPr>
            <a:spLocks noGrp="1"/>
          </p:cNvSpPr>
          <p:nvPr/>
        </p:nvSpPr>
        <p:spPr>
          <a:xfrm>
            <a:off x="13845615" y="4114739"/>
            <a:ext cx="61606" cy="68430"/>
          </a:xfrm>
          <a:custGeom>
            <a:avLst/>
            <a:gdLst/>
            <a:ahLst/>
            <a:cxnLst/>
            <a:rect l="0" t="0" r="0" b="0"/>
            <a:pathLst>
              <a:path w="61606" h="68430">
                <a:moveTo>
                  <a:pt x="7350" y="38747"/>
                </a:moveTo>
                <a:lnTo>
                  <a:pt x="16371" y="30076"/>
                </a:lnTo>
                <a:lnTo>
                  <a:pt x="19356" y="10861"/>
                </a:lnTo>
                <a:lnTo>
                  <a:pt x="40198" y="9042"/>
                </a:lnTo>
                <a:lnTo>
                  <a:pt x="35396" y="29883"/>
                </a:lnTo>
                <a:lnTo>
                  <a:pt x="61606" y="0"/>
                </a:lnTo>
                <a:lnTo>
                  <a:pt x="59885" y="29531"/>
                </a:lnTo>
                <a:lnTo>
                  <a:pt x="46843" y="39706"/>
                </a:lnTo>
                <a:lnTo>
                  <a:pt x="36058" y="59264"/>
                </a:lnTo>
                <a:lnTo>
                  <a:pt x="24616" y="68430"/>
                </a:lnTo>
                <a:lnTo>
                  <a:pt x="0" y="47034"/>
                </a:lnTo>
                <a:lnTo>
                  <a:pt x="7350" y="38747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49" name="Map / Philippines / 2">
            <a:extLst>
              <a:ext uri="{FF2B5EF4-FFF2-40B4-BE49-F238E27FC236}">
                <a16:creationId xmlns:a16="http://schemas.microsoft.com/office/drawing/2014/main" id="{B0B86D18-6519-43EE-973C-43727F5602A6}"/>
              </a:ext>
            </a:extLst>
          </p:cNvPr>
          <p:cNvSpPr>
            <a:spLocks noGrp="1"/>
          </p:cNvSpPr>
          <p:nvPr/>
        </p:nvSpPr>
        <p:spPr>
          <a:xfrm>
            <a:off x="13832023" y="4160319"/>
            <a:ext cx="175750" cy="129376"/>
          </a:xfrm>
          <a:custGeom>
            <a:avLst/>
            <a:gdLst/>
            <a:ahLst/>
            <a:cxnLst/>
            <a:rect l="0" t="0" r="0" b="0"/>
            <a:pathLst>
              <a:path w="175750" h="129376">
                <a:moveTo>
                  <a:pt x="167820" y="41656"/>
                </a:moveTo>
                <a:lnTo>
                  <a:pt x="172711" y="62221"/>
                </a:lnTo>
                <a:lnTo>
                  <a:pt x="175750" y="79587"/>
                </a:lnTo>
                <a:lnTo>
                  <a:pt x="163955" y="107915"/>
                </a:lnTo>
                <a:lnTo>
                  <a:pt x="148736" y="76357"/>
                </a:lnTo>
                <a:lnTo>
                  <a:pt x="131614" y="92059"/>
                </a:lnTo>
                <a:lnTo>
                  <a:pt x="144664" y="114869"/>
                </a:lnTo>
                <a:lnTo>
                  <a:pt x="134265" y="129376"/>
                </a:lnTo>
                <a:lnTo>
                  <a:pt x="88822" y="111411"/>
                </a:lnTo>
                <a:lnTo>
                  <a:pt x="77240" y="89005"/>
                </a:lnTo>
                <a:lnTo>
                  <a:pt x="88215" y="74286"/>
                </a:lnTo>
                <a:lnTo>
                  <a:pt x="63438" y="59647"/>
                </a:lnTo>
                <a:lnTo>
                  <a:pt x="52070" y="72483"/>
                </a:lnTo>
                <a:lnTo>
                  <a:pt x="34108" y="71291"/>
                </a:lnTo>
                <a:lnTo>
                  <a:pt x="6681" y="88563"/>
                </a:lnTo>
                <a:lnTo>
                  <a:pt x="0" y="79502"/>
                </a:lnTo>
                <a:lnTo>
                  <a:pt x="13756" y="53411"/>
                </a:lnTo>
                <a:lnTo>
                  <a:pt x="37304" y="44704"/>
                </a:lnTo>
                <a:lnTo>
                  <a:pt x="57457" y="33040"/>
                </a:lnTo>
                <a:lnTo>
                  <a:pt x="71617" y="47054"/>
                </a:lnTo>
                <a:lnTo>
                  <a:pt x="100117" y="38577"/>
                </a:lnTo>
                <a:lnTo>
                  <a:pt x="105592" y="24763"/>
                </a:lnTo>
                <a:lnTo>
                  <a:pt x="132433" y="23940"/>
                </a:lnTo>
                <a:lnTo>
                  <a:pt x="128813" y="0"/>
                </a:lnTo>
                <a:lnTo>
                  <a:pt x="160494" y="14681"/>
                </a:lnTo>
                <a:lnTo>
                  <a:pt x="164550" y="30271"/>
                </a:lnTo>
                <a:lnTo>
                  <a:pt x="167820" y="41656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50" name="Map / Philippines / 3">
            <a:extLst>
              <a:ext uri="{FF2B5EF4-FFF2-40B4-BE49-F238E27FC236}">
                <a16:creationId xmlns:a16="http://schemas.microsoft.com/office/drawing/2014/main" id="{2FD9F9BF-4744-43B9-8873-A37E8BC41D03}"/>
              </a:ext>
            </a:extLst>
          </p:cNvPr>
          <p:cNvSpPr>
            <a:spLocks noGrp="1"/>
          </p:cNvSpPr>
          <p:nvPr/>
        </p:nvSpPr>
        <p:spPr>
          <a:xfrm>
            <a:off x="13649787" y="4110500"/>
            <a:ext cx="91985" cy="92936"/>
          </a:xfrm>
          <a:custGeom>
            <a:avLst/>
            <a:gdLst/>
            <a:ahLst/>
            <a:cxnLst/>
            <a:rect l="0" t="0" r="0" b="0"/>
            <a:pathLst>
              <a:path w="91985" h="92936">
                <a:moveTo>
                  <a:pt x="49120" y="63562"/>
                </a:moveTo>
                <a:lnTo>
                  <a:pt x="0" y="92936"/>
                </a:lnTo>
                <a:lnTo>
                  <a:pt x="17573" y="71285"/>
                </a:lnTo>
                <a:lnTo>
                  <a:pt x="44023" y="52166"/>
                </a:lnTo>
                <a:lnTo>
                  <a:pt x="65618" y="30751"/>
                </a:lnTo>
                <a:lnTo>
                  <a:pt x="83610" y="0"/>
                </a:lnTo>
                <a:lnTo>
                  <a:pt x="91985" y="25241"/>
                </a:lnTo>
                <a:lnTo>
                  <a:pt x="67897" y="42287"/>
                </a:lnTo>
                <a:lnTo>
                  <a:pt x="49120" y="63562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51" name="Map / Philippines / 4">
            <a:extLst>
              <a:ext uri="{FF2B5EF4-FFF2-40B4-BE49-F238E27FC236}">
                <a16:creationId xmlns:a16="http://schemas.microsoft.com/office/drawing/2014/main" id="{3FD29022-8CEF-4F1B-B626-BAAB5C4922D5}"/>
              </a:ext>
            </a:extLst>
          </p:cNvPr>
          <p:cNvSpPr>
            <a:spLocks noGrp="1"/>
          </p:cNvSpPr>
          <p:nvPr/>
        </p:nvSpPr>
        <p:spPr>
          <a:xfrm>
            <a:off x="13735144" y="3889610"/>
            <a:ext cx="172030" cy="184764"/>
          </a:xfrm>
          <a:custGeom>
            <a:avLst/>
            <a:gdLst/>
            <a:ahLst/>
            <a:cxnLst/>
            <a:rect l="0" t="0" r="0" b="0"/>
            <a:pathLst>
              <a:path w="172030" h="184764">
                <a:moveTo>
                  <a:pt x="87123" y="8678"/>
                </a:moveTo>
                <a:lnTo>
                  <a:pt x="82320" y="21513"/>
                </a:lnTo>
                <a:lnTo>
                  <a:pt x="97522" y="43702"/>
                </a:lnTo>
                <a:lnTo>
                  <a:pt x="90067" y="69428"/>
                </a:lnTo>
                <a:lnTo>
                  <a:pt x="68689" y="79688"/>
                </a:lnTo>
                <a:lnTo>
                  <a:pt x="64977" y="104645"/>
                </a:lnTo>
                <a:lnTo>
                  <a:pt x="75594" y="129300"/>
                </a:lnTo>
                <a:lnTo>
                  <a:pt x="95996" y="132710"/>
                </a:lnTo>
                <a:lnTo>
                  <a:pt x="112473" y="129047"/>
                </a:lnTo>
                <a:lnTo>
                  <a:pt x="161311" y="146209"/>
                </a:lnTo>
                <a:lnTo>
                  <a:pt x="159060" y="163061"/>
                </a:lnTo>
                <a:lnTo>
                  <a:pt x="172030" y="170498"/>
                </a:lnTo>
                <a:lnTo>
                  <a:pt x="169178" y="184764"/>
                </a:lnTo>
                <a:lnTo>
                  <a:pt x="138418" y="169569"/>
                </a:lnTo>
                <a:lnTo>
                  <a:pt x="123108" y="153305"/>
                </a:lnTo>
                <a:lnTo>
                  <a:pt x="114241" y="164668"/>
                </a:lnTo>
                <a:lnTo>
                  <a:pt x="88593" y="146137"/>
                </a:lnTo>
                <a:lnTo>
                  <a:pt x="54484" y="150712"/>
                </a:lnTo>
                <a:lnTo>
                  <a:pt x="35042" y="143871"/>
                </a:lnTo>
                <a:lnTo>
                  <a:pt x="35920" y="131075"/>
                </a:lnTo>
                <a:lnTo>
                  <a:pt x="47114" y="123201"/>
                </a:lnTo>
                <a:lnTo>
                  <a:pt x="35180" y="116041"/>
                </a:lnTo>
                <a:lnTo>
                  <a:pt x="31224" y="127198"/>
                </a:lnTo>
                <a:lnTo>
                  <a:pt x="10978" y="109410"/>
                </a:lnTo>
                <a:lnTo>
                  <a:pt x="4125" y="95930"/>
                </a:lnTo>
                <a:lnTo>
                  <a:pt x="0" y="66294"/>
                </a:lnTo>
                <a:lnTo>
                  <a:pt x="16217" y="76480"/>
                </a:lnTo>
                <a:lnTo>
                  <a:pt x="15433" y="28051"/>
                </a:lnTo>
                <a:lnTo>
                  <a:pt x="24841" y="0"/>
                </a:lnTo>
                <a:lnTo>
                  <a:pt x="47757" y="36"/>
                </a:lnTo>
                <a:lnTo>
                  <a:pt x="72028" y="8874"/>
                </a:lnTo>
                <a:lnTo>
                  <a:pt x="82835" y="813"/>
                </a:lnTo>
                <a:lnTo>
                  <a:pt x="87123" y="8678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52" name="Map / Philippines / 5">
            <a:extLst>
              <a:ext uri="{FF2B5EF4-FFF2-40B4-BE49-F238E27FC236}">
                <a16:creationId xmlns:a16="http://schemas.microsoft.com/office/drawing/2014/main" id="{1842963F-2E49-43F0-8F8F-E349318EE698}"/>
              </a:ext>
            </a:extLst>
          </p:cNvPr>
          <p:cNvSpPr>
            <a:spLocks noGrp="1"/>
          </p:cNvSpPr>
          <p:nvPr/>
        </p:nvSpPr>
        <p:spPr>
          <a:xfrm>
            <a:off x="13822432" y="4094338"/>
            <a:ext cx="47793" cy="44909"/>
          </a:xfrm>
          <a:custGeom>
            <a:avLst/>
            <a:gdLst/>
            <a:ahLst/>
            <a:cxnLst/>
            <a:rect l="0" t="0" r="0" b="0"/>
            <a:pathLst>
              <a:path w="47793" h="44909">
                <a:moveTo>
                  <a:pt x="6896" y="14733"/>
                </a:moveTo>
                <a:lnTo>
                  <a:pt x="0" y="0"/>
                </a:lnTo>
                <a:lnTo>
                  <a:pt x="23473" y="9583"/>
                </a:lnTo>
                <a:lnTo>
                  <a:pt x="47653" y="9537"/>
                </a:lnTo>
                <a:lnTo>
                  <a:pt x="47793" y="22469"/>
                </a:lnTo>
                <a:lnTo>
                  <a:pt x="31047" y="35614"/>
                </a:lnTo>
                <a:lnTo>
                  <a:pt x="7487" y="44909"/>
                </a:lnTo>
                <a:lnTo>
                  <a:pt x="5239" y="30525"/>
                </a:lnTo>
                <a:lnTo>
                  <a:pt x="6896" y="14733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53" name="Map / Philippines / 6">
            <a:extLst>
              <a:ext uri="{FF2B5EF4-FFF2-40B4-BE49-F238E27FC236}">
                <a16:creationId xmlns:a16="http://schemas.microsoft.com/office/drawing/2014/main" id="{68B1D0C2-602E-4F85-A5B4-3EB6F6B7075D}"/>
              </a:ext>
            </a:extLst>
          </p:cNvPr>
          <p:cNvSpPr>
            <a:spLocks noGrp="1"/>
          </p:cNvSpPr>
          <p:nvPr/>
        </p:nvSpPr>
        <p:spPr>
          <a:xfrm>
            <a:off x="13911464" y="4073721"/>
            <a:ext cx="60968" cy="75010"/>
          </a:xfrm>
          <a:custGeom>
            <a:avLst/>
            <a:gdLst/>
            <a:ahLst/>
            <a:cxnLst/>
            <a:rect l="0" t="0" r="0" b="0"/>
            <a:pathLst>
              <a:path w="60968" h="75010">
                <a:moveTo>
                  <a:pt x="47855" y="12230"/>
                </a:moveTo>
                <a:lnTo>
                  <a:pt x="60968" y="46795"/>
                </a:lnTo>
                <a:lnTo>
                  <a:pt x="31086" y="38581"/>
                </a:lnTo>
                <a:lnTo>
                  <a:pt x="32581" y="48971"/>
                </a:lnTo>
                <a:lnTo>
                  <a:pt x="43118" y="68074"/>
                </a:lnTo>
                <a:lnTo>
                  <a:pt x="25465" y="75010"/>
                </a:lnTo>
                <a:lnTo>
                  <a:pt x="22501" y="53238"/>
                </a:lnTo>
                <a:lnTo>
                  <a:pt x="10951" y="51630"/>
                </a:lnTo>
                <a:lnTo>
                  <a:pt x="3737" y="32888"/>
                </a:lnTo>
                <a:lnTo>
                  <a:pt x="26271" y="35358"/>
                </a:lnTo>
                <a:lnTo>
                  <a:pt x="24954" y="23637"/>
                </a:lnTo>
                <a:lnTo>
                  <a:pt x="0" y="0"/>
                </a:lnTo>
                <a:lnTo>
                  <a:pt x="36528" y="682"/>
                </a:lnTo>
                <a:lnTo>
                  <a:pt x="47855" y="12230"/>
                </a:lnTo>
                <a:close/>
              </a:path>
            </a:pathLst>
          </a:custGeom>
          <a:solidFill>
            <a:srgbClr val="ACD5D8"/>
          </a:solidFill>
          <a:ln w="7620">
            <a:solidFill>
              <a:srgbClr val="FFFFFF"/>
            </a:solidFill>
          </a:ln>
        </p:spPr>
      </p:sp>
      <p:sp>
        <p:nvSpPr>
          <p:cNvPr id="254" name="Map / Malaysia / 0">
            <a:extLst>
              <a:ext uri="{FF2B5EF4-FFF2-40B4-BE49-F238E27FC236}">
                <a16:creationId xmlns:a16="http://schemas.microsoft.com/office/drawing/2014/main" id="{6C546571-1E94-4DB7-B3C7-D89F0977C73F}"/>
              </a:ext>
            </a:extLst>
          </p:cNvPr>
          <p:cNvSpPr>
            <a:spLocks noGrp="1"/>
          </p:cNvSpPr>
          <p:nvPr/>
        </p:nvSpPr>
        <p:spPr>
          <a:xfrm>
            <a:off x="13001740" y="4256826"/>
            <a:ext cx="161522" cy="167674"/>
          </a:xfrm>
          <a:custGeom>
            <a:avLst/>
            <a:gdLst/>
            <a:ahLst/>
            <a:cxnLst/>
            <a:rect l="0" t="0" r="0" b="0"/>
            <a:pathLst>
              <a:path w="161522" h="167674">
                <a:moveTo>
                  <a:pt x="0" y="5521"/>
                </a:moveTo>
                <a:lnTo>
                  <a:pt x="6441" y="0"/>
                </a:lnTo>
                <a:lnTo>
                  <a:pt x="37929" y="13558"/>
                </a:lnTo>
                <a:lnTo>
                  <a:pt x="41391" y="29453"/>
                </a:lnTo>
                <a:lnTo>
                  <a:pt x="66417" y="25756"/>
                </a:lnTo>
                <a:lnTo>
                  <a:pt x="78484" y="13038"/>
                </a:lnTo>
                <a:lnTo>
                  <a:pt x="87328" y="15931"/>
                </a:lnTo>
                <a:lnTo>
                  <a:pt x="110357" y="34619"/>
                </a:lnTo>
                <a:lnTo>
                  <a:pt x="126872" y="55344"/>
                </a:lnTo>
                <a:lnTo>
                  <a:pt x="129530" y="76190"/>
                </a:lnTo>
                <a:lnTo>
                  <a:pt x="125756" y="90272"/>
                </a:lnTo>
                <a:lnTo>
                  <a:pt x="129653" y="100916"/>
                </a:lnTo>
                <a:lnTo>
                  <a:pt x="132720" y="119237"/>
                </a:lnTo>
                <a:lnTo>
                  <a:pt x="146252" y="127768"/>
                </a:lnTo>
                <a:lnTo>
                  <a:pt x="161522" y="155143"/>
                </a:lnTo>
                <a:lnTo>
                  <a:pt x="160871" y="165609"/>
                </a:lnTo>
                <a:lnTo>
                  <a:pt x="133868" y="167674"/>
                </a:lnTo>
                <a:lnTo>
                  <a:pt x="97640" y="144742"/>
                </a:lnTo>
                <a:lnTo>
                  <a:pt x="52285" y="120173"/>
                </a:lnTo>
                <a:lnTo>
                  <a:pt x="47590" y="104401"/>
                </a:lnTo>
                <a:lnTo>
                  <a:pt x="25202" y="83696"/>
                </a:lnTo>
                <a:lnTo>
                  <a:pt x="19399" y="58060"/>
                </a:lnTo>
                <a:lnTo>
                  <a:pt x="5247" y="41182"/>
                </a:lnTo>
                <a:lnTo>
                  <a:pt x="8795" y="18644"/>
                </a:lnTo>
                <a:lnTo>
                  <a:pt x="0" y="552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55" name="Map / Malaysia / 1">
            <a:extLst>
              <a:ext uri="{FF2B5EF4-FFF2-40B4-BE49-F238E27FC236}">
                <a16:creationId xmlns:a16="http://schemas.microsoft.com/office/drawing/2014/main" id="{FB370182-9093-4F5D-9A49-71976840912F}"/>
              </a:ext>
            </a:extLst>
          </p:cNvPr>
          <p:cNvSpPr>
            <a:spLocks noGrp="1"/>
          </p:cNvSpPr>
          <p:nvPr/>
        </p:nvSpPr>
        <p:spPr>
          <a:xfrm>
            <a:off x="13369462" y="4247996"/>
            <a:ext cx="360366" cy="190533"/>
          </a:xfrm>
          <a:custGeom>
            <a:avLst/>
            <a:gdLst/>
            <a:ahLst/>
            <a:cxnLst/>
            <a:rect l="0" t="0" r="0" b="0"/>
            <a:pathLst>
              <a:path w="360366" h="190533">
                <a:moveTo>
                  <a:pt x="311947" y="86383"/>
                </a:moveTo>
                <a:lnTo>
                  <a:pt x="278806" y="81166"/>
                </a:lnTo>
                <a:lnTo>
                  <a:pt x="235019" y="81152"/>
                </a:lnTo>
                <a:lnTo>
                  <a:pt x="222565" y="116359"/>
                </a:lnTo>
                <a:lnTo>
                  <a:pt x="208078" y="127124"/>
                </a:lnTo>
                <a:lnTo>
                  <a:pt x="189059" y="170178"/>
                </a:lnTo>
                <a:lnTo>
                  <a:pt x="158038" y="176776"/>
                </a:lnTo>
                <a:lnTo>
                  <a:pt x="121931" y="168101"/>
                </a:lnTo>
                <a:lnTo>
                  <a:pt x="103682" y="170814"/>
                </a:lnTo>
                <a:lnTo>
                  <a:pt x="81580" y="186468"/>
                </a:lnTo>
                <a:lnTo>
                  <a:pt x="57246" y="184238"/>
                </a:lnTo>
                <a:lnTo>
                  <a:pt x="32699" y="190533"/>
                </a:lnTo>
                <a:lnTo>
                  <a:pt x="6546" y="173043"/>
                </a:lnTo>
                <a:lnTo>
                  <a:pt x="0" y="152354"/>
                </a:lnTo>
                <a:lnTo>
                  <a:pt x="28025" y="162962"/>
                </a:lnTo>
                <a:lnTo>
                  <a:pt x="57409" y="157178"/>
                </a:lnTo>
                <a:lnTo>
                  <a:pt x="64752" y="130968"/>
                </a:lnTo>
                <a:lnTo>
                  <a:pt x="80924" y="125130"/>
                </a:lnTo>
                <a:lnTo>
                  <a:pt x="126476" y="118428"/>
                </a:lnTo>
                <a:lnTo>
                  <a:pt x="153326" y="93938"/>
                </a:lnTo>
                <a:lnTo>
                  <a:pt x="171572" y="74362"/>
                </a:lnTo>
                <a:lnTo>
                  <a:pt x="189305" y="90405"/>
                </a:lnTo>
                <a:lnTo>
                  <a:pt x="197055" y="79859"/>
                </a:lnTo>
                <a:lnTo>
                  <a:pt x="215280" y="80840"/>
                </a:lnTo>
                <a:lnTo>
                  <a:pt x="216984" y="61071"/>
                </a:lnTo>
                <a:lnTo>
                  <a:pt x="218252" y="45825"/>
                </a:lnTo>
                <a:lnTo>
                  <a:pt x="246867" y="24296"/>
                </a:lnTo>
                <a:lnTo>
                  <a:pt x="265172" y="102"/>
                </a:lnTo>
                <a:lnTo>
                  <a:pt x="280566" y="0"/>
                </a:lnTo>
                <a:lnTo>
                  <a:pt x="300720" y="15660"/>
                </a:lnTo>
                <a:lnTo>
                  <a:pt x="302937" y="29116"/>
                </a:lnTo>
                <a:lnTo>
                  <a:pt x="328303" y="37747"/>
                </a:lnTo>
                <a:lnTo>
                  <a:pt x="360366" y="47060"/>
                </a:lnTo>
                <a:lnTo>
                  <a:pt x="358021" y="59186"/>
                </a:lnTo>
                <a:lnTo>
                  <a:pt x="332514" y="60722"/>
                </a:lnTo>
                <a:lnTo>
                  <a:pt x="339727" y="75838"/>
                </a:lnTo>
                <a:lnTo>
                  <a:pt x="311947" y="8638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56" name="Map / Brunei / 0">
            <a:extLst>
              <a:ext uri="{FF2B5EF4-FFF2-40B4-BE49-F238E27FC236}">
                <a16:creationId xmlns:a16="http://schemas.microsoft.com/office/drawing/2014/main" id="{8D76C0AD-C672-4D29-8843-6848132CADCB}"/>
              </a:ext>
            </a:extLst>
          </p:cNvPr>
          <p:cNvSpPr>
            <a:spLocks noGrp="1"/>
          </p:cNvSpPr>
          <p:nvPr/>
        </p:nvSpPr>
        <p:spPr>
          <a:xfrm>
            <a:off x="13541034" y="4293821"/>
            <a:ext cx="46680" cy="44580"/>
          </a:xfrm>
          <a:custGeom>
            <a:avLst/>
            <a:gdLst/>
            <a:ahLst/>
            <a:cxnLst/>
            <a:rect l="0" t="0" r="0" b="0"/>
            <a:pathLst>
              <a:path w="46680" h="44580">
                <a:moveTo>
                  <a:pt x="46680" y="0"/>
                </a:moveTo>
                <a:lnTo>
                  <a:pt x="45412" y="15246"/>
                </a:lnTo>
                <a:lnTo>
                  <a:pt x="43708" y="35014"/>
                </a:lnTo>
                <a:lnTo>
                  <a:pt x="25483" y="34034"/>
                </a:lnTo>
                <a:lnTo>
                  <a:pt x="17733" y="44580"/>
                </a:lnTo>
                <a:lnTo>
                  <a:pt x="0" y="28537"/>
                </a:lnTo>
                <a:lnTo>
                  <a:pt x="14775" y="16955"/>
                </a:lnTo>
                <a:lnTo>
                  <a:pt x="46680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57" name="Map / Slovenia / 0">
            <a:extLst>
              <a:ext uri="{FF2B5EF4-FFF2-40B4-BE49-F238E27FC236}">
                <a16:creationId xmlns:a16="http://schemas.microsoft.com/office/drawing/2014/main" id="{13565AA5-C41B-472B-A44D-5031D85B7C67}"/>
              </a:ext>
            </a:extLst>
          </p:cNvPr>
          <p:cNvSpPr>
            <a:spLocks noGrp="1"/>
          </p:cNvSpPr>
          <p:nvPr/>
        </p:nvSpPr>
        <p:spPr>
          <a:xfrm>
            <a:off x="9692792" y="3012088"/>
            <a:ext cx="104379" cy="43341"/>
          </a:xfrm>
          <a:custGeom>
            <a:avLst/>
            <a:gdLst/>
            <a:ahLst/>
            <a:cxnLst/>
            <a:rect l="0" t="0" r="0" b="0"/>
            <a:pathLst>
              <a:path w="104379" h="43341">
                <a:moveTo>
                  <a:pt x="3540" y="10620"/>
                </a:moveTo>
                <a:lnTo>
                  <a:pt x="33806" y="13019"/>
                </a:lnTo>
                <a:lnTo>
                  <a:pt x="52040" y="5996"/>
                </a:lnTo>
                <a:lnTo>
                  <a:pt x="83977" y="5225"/>
                </a:lnTo>
                <a:lnTo>
                  <a:pt x="90772" y="0"/>
                </a:lnTo>
                <a:lnTo>
                  <a:pt x="96928" y="342"/>
                </a:lnTo>
                <a:lnTo>
                  <a:pt x="104379" y="10792"/>
                </a:lnTo>
                <a:lnTo>
                  <a:pt x="75540" y="19016"/>
                </a:lnTo>
                <a:lnTo>
                  <a:pt x="72378" y="31521"/>
                </a:lnTo>
                <a:lnTo>
                  <a:pt x="59755" y="34690"/>
                </a:lnTo>
                <a:lnTo>
                  <a:pt x="60156" y="43341"/>
                </a:lnTo>
                <a:lnTo>
                  <a:pt x="45767" y="42741"/>
                </a:lnTo>
                <a:lnTo>
                  <a:pt x="33164" y="37688"/>
                </a:lnTo>
                <a:lnTo>
                  <a:pt x="26609" y="42912"/>
                </a:lnTo>
                <a:lnTo>
                  <a:pt x="1059" y="41855"/>
                </a:lnTo>
                <a:lnTo>
                  <a:pt x="9131" y="39047"/>
                </a:lnTo>
                <a:lnTo>
                  <a:pt x="0" y="25867"/>
                </a:lnTo>
                <a:lnTo>
                  <a:pt x="3540" y="1062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58" name="Map / Finland / 0">
            <a:extLst>
              <a:ext uri="{FF2B5EF4-FFF2-40B4-BE49-F238E27FC236}">
                <a16:creationId xmlns:a16="http://schemas.microsoft.com/office/drawing/2014/main" id="{F2165BE2-D30B-431F-935A-EB1462AD09ED}"/>
              </a:ext>
            </a:extLst>
          </p:cNvPr>
          <p:cNvSpPr>
            <a:spLocks noGrp="1"/>
          </p:cNvSpPr>
          <p:nvPr/>
        </p:nvSpPr>
        <p:spPr>
          <a:xfrm>
            <a:off x="9912433" y="2290442"/>
            <a:ext cx="395044" cy="319401"/>
          </a:xfrm>
          <a:custGeom>
            <a:avLst/>
            <a:gdLst/>
            <a:ahLst/>
            <a:cxnLst/>
            <a:rect l="0" t="0" r="0" b="0"/>
            <a:pathLst>
              <a:path w="395044" h="319401">
                <a:moveTo>
                  <a:pt x="277530" y="34034"/>
                </a:moveTo>
                <a:lnTo>
                  <a:pt x="274036" y="55708"/>
                </a:lnTo>
                <a:lnTo>
                  <a:pt x="329199" y="76335"/>
                </a:lnTo>
                <a:lnTo>
                  <a:pt x="298622" y="99676"/>
                </a:lnTo>
                <a:lnTo>
                  <a:pt x="342154" y="134914"/>
                </a:lnTo>
                <a:lnTo>
                  <a:pt x="320463" y="161453"/>
                </a:lnTo>
                <a:lnTo>
                  <a:pt x="353961" y="184491"/>
                </a:lnTo>
                <a:lnTo>
                  <a:pt x="341048" y="204664"/>
                </a:lnTo>
                <a:lnTo>
                  <a:pt x="395044" y="225872"/>
                </a:lnTo>
                <a:lnTo>
                  <a:pt x="382947" y="241660"/>
                </a:lnTo>
                <a:lnTo>
                  <a:pt x="351356" y="259542"/>
                </a:lnTo>
                <a:lnTo>
                  <a:pt x="278083" y="299058"/>
                </a:lnTo>
                <a:lnTo>
                  <a:pt x="278083" y="299058"/>
                </a:lnTo>
                <a:lnTo>
                  <a:pt x="278083" y="299058"/>
                </a:lnTo>
                <a:lnTo>
                  <a:pt x="213658" y="301521"/>
                </a:lnTo>
                <a:lnTo>
                  <a:pt x="151742" y="312871"/>
                </a:lnTo>
                <a:lnTo>
                  <a:pt x="94153" y="319401"/>
                </a:lnTo>
                <a:lnTo>
                  <a:pt x="72611" y="302513"/>
                </a:lnTo>
                <a:lnTo>
                  <a:pt x="37611" y="292352"/>
                </a:lnTo>
                <a:lnTo>
                  <a:pt x="43921" y="261855"/>
                </a:lnTo>
                <a:lnTo>
                  <a:pt x="25231" y="233930"/>
                </a:lnTo>
                <a:lnTo>
                  <a:pt x="41158" y="215903"/>
                </a:lnTo>
                <a:lnTo>
                  <a:pt x="72148" y="196460"/>
                </a:lnTo>
                <a:lnTo>
                  <a:pt x="150890" y="162887"/>
                </a:lnTo>
                <a:lnTo>
                  <a:pt x="174004" y="156415"/>
                </a:lnTo>
                <a:lnTo>
                  <a:pt x="169498" y="143323"/>
                </a:lnTo>
                <a:lnTo>
                  <a:pt x="119659" y="128693"/>
                </a:lnTo>
                <a:lnTo>
                  <a:pt x="107067" y="116648"/>
                </a:lnTo>
                <a:lnTo>
                  <a:pt x="103251" y="68976"/>
                </a:lnTo>
                <a:lnTo>
                  <a:pt x="47405" y="47900"/>
                </a:lnTo>
                <a:lnTo>
                  <a:pt x="0" y="32750"/>
                </a:lnTo>
                <a:lnTo>
                  <a:pt x="20471" y="24572"/>
                </a:lnTo>
                <a:lnTo>
                  <a:pt x="60202" y="40938"/>
                </a:lnTo>
                <a:lnTo>
                  <a:pt x="105725" y="39406"/>
                </a:lnTo>
                <a:lnTo>
                  <a:pt x="143710" y="46887"/>
                </a:lnTo>
                <a:lnTo>
                  <a:pt x="176119" y="33188"/>
                </a:lnTo>
                <a:lnTo>
                  <a:pt x="191688" y="10491"/>
                </a:lnTo>
                <a:lnTo>
                  <a:pt x="245043" y="0"/>
                </a:lnTo>
                <a:lnTo>
                  <a:pt x="290674" y="12311"/>
                </a:lnTo>
                <a:lnTo>
                  <a:pt x="277530" y="3403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59" name="Map / Slovakia / 0">
            <a:extLst>
              <a:ext uri="{FF2B5EF4-FFF2-40B4-BE49-F238E27FC236}">
                <a16:creationId xmlns:a16="http://schemas.microsoft.com/office/drawing/2014/main" id="{AE668CC2-068D-44A9-8B76-05E98EBC954E}"/>
              </a:ext>
            </a:extLst>
          </p:cNvPr>
          <p:cNvSpPr>
            <a:spLocks noGrp="1"/>
          </p:cNvSpPr>
          <p:nvPr/>
        </p:nvSpPr>
        <p:spPr>
          <a:xfrm>
            <a:off x="9806578" y="2927912"/>
            <a:ext cx="205957" cy="56128"/>
          </a:xfrm>
          <a:custGeom>
            <a:avLst/>
            <a:gdLst/>
            <a:ahLst/>
            <a:cxnLst/>
            <a:rect l="0" t="0" r="0" b="0"/>
            <a:pathLst>
              <a:path w="205957" h="56128">
                <a:moveTo>
                  <a:pt x="205957" y="15040"/>
                </a:moveTo>
                <a:lnTo>
                  <a:pt x="196244" y="23099"/>
                </a:lnTo>
                <a:lnTo>
                  <a:pt x="189714" y="35578"/>
                </a:lnTo>
                <a:lnTo>
                  <a:pt x="182084" y="38745"/>
                </a:lnTo>
                <a:lnTo>
                  <a:pt x="142650" y="29338"/>
                </a:lnTo>
                <a:lnTo>
                  <a:pt x="130794" y="31226"/>
                </a:lnTo>
                <a:lnTo>
                  <a:pt x="122560" y="38510"/>
                </a:lnTo>
                <a:lnTo>
                  <a:pt x="105608" y="42375"/>
                </a:lnTo>
                <a:lnTo>
                  <a:pt x="101587" y="40397"/>
                </a:lnTo>
                <a:lnTo>
                  <a:pt x="84030" y="45202"/>
                </a:lnTo>
                <a:lnTo>
                  <a:pt x="69581" y="46119"/>
                </a:lnTo>
                <a:lnTo>
                  <a:pt x="66887" y="52335"/>
                </a:lnTo>
                <a:lnTo>
                  <a:pt x="36416" y="56128"/>
                </a:lnTo>
                <a:lnTo>
                  <a:pt x="22847" y="52753"/>
                </a:lnTo>
                <a:lnTo>
                  <a:pt x="4011" y="44827"/>
                </a:lnTo>
                <a:lnTo>
                  <a:pt x="0" y="34100"/>
                </a:lnTo>
                <a:lnTo>
                  <a:pt x="2786" y="30170"/>
                </a:lnTo>
                <a:lnTo>
                  <a:pt x="7703" y="23360"/>
                </a:lnTo>
                <a:lnTo>
                  <a:pt x="23852" y="23884"/>
                </a:lnTo>
                <a:lnTo>
                  <a:pt x="36164" y="20682"/>
                </a:lnTo>
                <a:lnTo>
                  <a:pt x="37040" y="17802"/>
                </a:lnTo>
                <a:lnTo>
                  <a:pt x="43952" y="16332"/>
                </a:lnTo>
                <a:lnTo>
                  <a:pt x="46066" y="9289"/>
                </a:lnTo>
                <a:lnTo>
                  <a:pt x="54363" y="7943"/>
                </a:lnTo>
                <a:lnTo>
                  <a:pt x="59781" y="2370"/>
                </a:lnTo>
                <a:lnTo>
                  <a:pt x="70622" y="2332"/>
                </a:lnTo>
                <a:lnTo>
                  <a:pt x="72749" y="4202"/>
                </a:lnTo>
                <a:lnTo>
                  <a:pt x="87529" y="0"/>
                </a:lnTo>
                <a:lnTo>
                  <a:pt x="106326" y="10972"/>
                </a:lnTo>
                <a:lnTo>
                  <a:pt x="127535" y="4338"/>
                </a:lnTo>
                <a:lnTo>
                  <a:pt x="144846" y="7516"/>
                </a:lnTo>
                <a:lnTo>
                  <a:pt x="170830" y="3141"/>
                </a:lnTo>
                <a:lnTo>
                  <a:pt x="205957" y="1504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0" name="Map / Czechia / 0">
            <a:extLst>
              <a:ext uri="{FF2B5EF4-FFF2-40B4-BE49-F238E27FC236}">
                <a16:creationId xmlns:a16="http://schemas.microsoft.com/office/drawing/2014/main" id="{16C00502-07CD-47F1-9299-2D7880441949}"/>
              </a:ext>
            </a:extLst>
          </p:cNvPr>
          <p:cNvSpPr>
            <a:spLocks noGrp="1"/>
          </p:cNvSpPr>
          <p:nvPr/>
        </p:nvSpPr>
        <p:spPr>
          <a:xfrm>
            <a:off x="9636101" y="2880064"/>
            <a:ext cx="241099" cy="79309"/>
          </a:xfrm>
          <a:custGeom>
            <a:avLst/>
            <a:gdLst/>
            <a:ahLst/>
            <a:cxnLst/>
            <a:rect l="0" t="0" r="0" b="0"/>
            <a:pathLst>
              <a:path w="241099" h="79309">
                <a:moveTo>
                  <a:pt x="99993" y="328"/>
                </a:moveTo>
                <a:lnTo>
                  <a:pt x="117513" y="10294"/>
                </a:lnTo>
                <a:lnTo>
                  <a:pt x="144731" y="12987"/>
                </a:lnTo>
                <a:lnTo>
                  <a:pt x="142765" y="21504"/>
                </a:lnTo>
                <a:lnTo>
                  <a:pt x="162716" y="27908"/>
                </a:lnTo>
                <a:lnTo>
                  <a:pt x="167848" y="19914"/>
                </a:lnTo>
                <a:lnTo>
                  <a:pt x="192872" y="23376"/>
                </a:lnTo>
                <a:lnTo>
                  <a:pt x="196684" y="33068"/>
                </a:lnTo>
                <a:lnTo>
                  <a:pt x="223766" y="34938"/>
                </a:lnTo>
                <a:lnTo>
                  <a:pt x="241099" y="50181"/>
                </a:lnTo>
                <a:lnTo>
                  <a:pt x="230258" y="50219"/>
                </a:lnTo>
                <a:lnTo>
                  <a:pt x="224840" y="55791"/>
                </a:lnTo>
                <a:lnTo>
                  <a:pt x="216543" y="57138"/>
                </a:lnTo>
                <a:lnTo>
                  <a:pt x="214429" y="64181"/>
                </a:lnTo>
                <a:lnTo>
                  <a:pt x="207517" y="65651"/>
                </a:lnTo>
                <a:lnTo>
                  <a:pt x="206641" y="68531"/>
                </a:lnTo>
                <a:lnTo>
                  <a:pt x="194329" y="71733"/>
                </a:lnTo>
                <a:lnTo>
                  <a:pt x="178180" y="71209"/>
                </a:lnTo>
                <a:lnTo>
                  <a:pt x="173263" y="78019"/>
                </a:lnTo>
                <a:lnTo>
                  <a:pt x="156270" y="72173"/>
                </a:lnTo>
                <a:lnTo>
                  <a:pt x="139224" y="73780"/>
                </a:lnTo>
                <a:lnTo>
                  <a:pt x="110656" y="64333"/>
                </a:lnTo>
                <a:lnTo>
                  <a:pt x="97919" y="66645"/>
                </a:lnTo>
                <a:lnTo>
                  <a:pt x="77824" y="79309"/>
                </a:lnTo>
                <a:lnTo>
                  <a:pt x="50477" y="69345"/>
                </a:lnTo>
                <a:lnTo>
                  <a:pt x="29557" y="56037"/>
                </a:lnTo>
                <a:lnTo>
                  <a:pt x="10796" y="48597"/>
                </a:lnTo>
                <a:lnTo>
                  <a:pt x="6602" y="35542"/>
                </a:lnTo>
                <a:lnTo>
                  <a:pt x="0" y="26342"/>
                </a:lnTo>
                <a:lnTo>
                  <a:pt x="26202" y="19601"/>
                </a:lnTo>
                <a:lnTo>
                  <a:pt x="39457" y="11888"/>
                </a:lnTo>
                <a:lnTo>
                  <a:pt x="65329" y="5893"/>
                </a:lnTo>
                <a:lnTo>
                  <a:pt x="74241" y="0"/>
                </a:lnTo>
                <a:lnTo>
                  <a:pt x="83915" y="3558"/>
                </a:lnTo>
                <a:lnTo>
                  <a:pt x="99993" y="328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1" name="Map / Eritrea / 0">
            <a:extLst>
              <a:ext uri="{FF2B5EF4-FFF2-40B4-BE49-F238E27FC236}">
                <a16:creationId xmlns:a16="http://schemas.microsoft.com/office/drawing/2014/main" id="{B37A5CEA-2190-4443-9EA5-16F103637756}"/>
              </a:ext>
            </a:extLst>
          </p:cNvPr>
          <p:cNvSpPr>
            <a:spLocks noGrp="1"/>
          </p:cNvSpPr>
          <p:nvPr/>
        </p:nvSpPr>
        <p:spPr>
          <a:xfrm>
            <a:off x="10569553" y="3905302"/>
            <a:ext cx="258247" cy="171587"/>
          </a:xfrm>
          <a:custGeom>
            <a:avLst/>
            <a:gdLst/>
            <a:ahLst/>
            <a:cxnLst/>
            <a:rect l="0" t="0" r="0" b="0"/>
            <a:pathLst>
              <a:path w="258247" h="171587">
                <a:moveTo>
                  <a:pt x="4350" y="110706"/>
                </a:moveTo>
                <a:lnTo>
                  <a:pt x="0" y="98311"/>
                </a:lnTo>
                <a:lnTo>
                  <a:pt x="15085" y="52825"/>
                </a:lnTo>
                <a:lnTo>
                  <a:pt x="18218" y="32249"/>
                </a:lnTo>
                <a:lnTo>
                  <a:pt x="29860" y="22758"/>
                </a:lnTo>
                <a:lnTo>
                  <a:pt x="57597" y="17669"/>
                </a:lnTo>
                <a:lnTo>
                  <a:pt x="76187" y="0"/>
                </a:lnTo>
                <a:lnTo>
                  <a:pt x="99333" y="35837"/>
                </a:lnTo>
                <a:lnTo>
                  <a:pt x="110649" y="64252"/>
                </a:lnTo>
                <a:lnTo>
                  <a:pt x="131884" y="79330"/>
                </a:lnTo>
                <a:lnTo>
                  <a:pt x="184514" y="108571"/>
                </a:lnTo>
                <a:lnTo>
                  <a:pt x="206102" y="126217"/>
                </a:lnTo>
                <a:lnTo>
                  <a:pt x="227166" y="144080"/>
                </a:lnTo>
                <a:lnTo>
                  <a:pt x="239328" y="154716"/>
                </a:lnTo>
                <a:lnTo>
                  <a:pt x="258247" y="164027"/>
                </a:lnTo>
                <a:lnTo>
                  <a:pt x="246990" y="171587"/>
                </a:lnTo>
                <a:lnTo>
                  <a:pt x="230661" y="168900"/>
                </a:lnTo>
                <a:lnTo>
                  <a:pt x="217420" y="158883"/>
                </a:lnTo>
                <a:lnTo>
                  <a:pt x="201325" y="140734"/>
                </a:lnTo>
                <a:lnTo>
                  <a:pt x="184224" y="130789"/>
                </a:lnTo>
                <a:lnTo>
                  <a:pt x="174114" y="120100"/>
                </a:lnTo>
                <a:lnTo>
                  <a:pt x="140741" y="107688"/>
                </a:lnTo>
                <a:lnTo>
                  <a:pt x="114716" y="107318"/>
                </a:lnTo>
                <a:lnTo>
                  <a:pt x="105385" y="100845"/>
                </a:lnTo>
                <a:lnTo>
                  <a:pt x="83335" y="108125"/>
                </a:lnTo>
                <a:lnTo>
                  <a:pt x="59930" y="94072"/>
                </a:lnTo>
                <a:lnTo>
                  <a:pt x="48695" y="117176"/>
                </a:lnTo>
                <a:lnTo>
                  <a:pt x="4350" y="11070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2" name="Map / Japan / 0">
            <a:extLst>
              <a:ext uri="{FF2B5EF4-FFF2-40B4-BE49-F238E27FC236}">
                <a16:creationId xmlns:a16="http://schemas.microsoft.com/office/drawing/2014/main" id="{14C40621-3076-49D7-B18C-DCA8DC88C65E}"/>
              </a:ext>
            </a:extLst>
          </p:cNvPr>
          <p:cNvSpPr>
            <a:spLocks noGrp="1"/>
          </p:cNvSpPr>
          <p:nvPr/>
        </p:nvSpPr>
        <p:spPr>
          <a:xfrm>
            <a:off x="14016871" y="3181537"/>
            <a:ext cx="422547" cy="320366"/>
          </a:xfrm>
          <a:custGeom>
            <a:avLst/>
            <a:gdLst/>
            <a:ahLst/>
            <a:cxnLst/>
            <a:rect l="0" t="0" r="0" b="0"/>
            <a:pathLst>
              <a:path w="422547" h="320366">
                <a:moveTo>
                  <a:pt x="422547" y="68032"/>
                </a:moveTo>
                <a:lnTo>
                  <a:pt x="395998" y="99201"/>
                </a:lnTo>
                <a:lnTo>
                  <a:pt x="404307" y="131146"/>
                </a:lnTo>
                <a:lnTo>
                  <a:pt x="396139" y="155852"/>
                </a:lnTo>
                <a:lnTo>
                  <a:pt x="406205" y="171364"/>
                </a:lnTo>
                <a:lnTo>
                  <a:pt x="391812" y="193181"/>
                </a:lnTo>
                <a:lnTo>
                  <a:pt x="347517" y="207746"/>
                </a:lnTo>
                <a:lnTo>
                  <a:pt x="282499" y="209644"/>
                </a:lnTo>
                <a:lnTo>
                  <a:pt x="236969" y="244980"/>
                </a:lnTo>
                <a:lnTo>
                  <a:pt x="209430" y="233085"/>
                </a:lnTo>
                <a:lnTo>
                  <a:pt x="202973" y="209946"/>
                </a:lnTo>
                <a:lnTo>
                  <a:pt x="139676" y="216775"/>
                </a:lnTo>
                <a:lnTo>
                  <a:pt x="98627" y="231355"/>
                </a:lnTo>
                <a:lnTo>
                  <a:pt x="55133" y="231949"/>
                </a:lnTo>
                <a:lnTo>
                  <a:pt x="97545" y="254726"/>
                </a:lnTo>
                <a:lnTo>
                  <a:pt x="82972" y="307340"/>
                </a:lnTo>
                <a:lnTo>
                  <a:pt x="61277" y="320366"/>
                </a:lnTo>
                <a:lnTo>
                  <a:pt x="40915" y="308334"/>
                </a:lnTo>
                <a:lnTo>
                  <a:pt x="44716" y="280435"/>
                </a:lnTo>
                <a:lnTo>
                  <a:pt x="19333" y="271432"/>
                </a:lnTo>
                <a:lnTo>
                  <a:pt x="0" y="250204"/>
                </a:lnTo>
                <a:lnTo>
                  <a:pt x="33340" y="240667"/>
                </a:lnTo>
                <a:lnTo>
                  <a:pt x="48921" y="221208"/>
                </a:lnTo>
                <a:lnTo>
                  <a:pt x="83041" y="205204"/>
                </a:lnTo>
                <a:lnTo>
                  <a:pt x="105831" y="184040"/>
                </a:lnTo>
                <a:lnTo>
                  <a:pt x="177829" y="174808"/>
                </a:lnTo>
                <a:lnTo>
                  <a:pt x="218967" y="181138"/>
                </a:lnTo>
                <a:lnTo>
                  <a:pt x="245393" y="126103"/>
                </a:lnTo>
                <a:lnTo>
                  <a:pt x="273540" y="140887"/>
                </a:lnTo>
                <a:lnTo>
                  <a:pt x="320703" y="109928"/>
                </a:lnTo>
                <a:lnTo>
                  <a:pt x="338899" y="97902"/>
                </a:lnTo>
                <a:lnTo>
                  <a:pt x="352891" y="60047"/>
                </a:lnTo>
                <a:lnTo>
                  <a:pt x="337813" y="25237"/>
                </a:lnTo>
                <a:lnTo>
                  <a:pt x="348389" y="5682"/>
                </a:lnTo>
                <a:lnTo>
                  <a:pt x="386113" y="0"/>
                </a:lnTo>
                <a:lnTo>
                  <a:pt x="417306" y="42935"/>
                </a:lnTo>
                <a:lnTo>
                  <a:pt x="422547" y="6803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3" name="Map / Japan / 1">
            <a:extLst>
              <a:ext uri="{FF2B5EF4-FFF2-40B4-BE49-F238E27FC236}">
                <a16:creationId xmlns:a16="http://schemas.microsoft.com/office/drawing/2014/main" id="{9B578C5E-6919-489C-BD2C-164B5F78703C}"/>
              </a:ext>
            </a:extLst>
          </p:cNvPr>
          <p:cNvSpPr>
            <a:spLocks noGrp="1"/>
          </p:cNvSpPr>
          <p:nvPr/>
        </p:nvSpPr>
        <p:spPr>
          <a:xfrm>
            <a:off x="14336213" y="3052359"/>
            <a:ext cx="204691" cy="123266"/>
          </a:xfrm>
          <a:custGeom>
            <a:avLst/>
            <a:gdLst/>
            <a:ahLst/>
            <a:cxnLst/>
            <a:rect l="0" t="0" r="0" b="0"/>
            <a:pathLst>
              <a:path w="204691" h="123266">
                <a:moveTo>
                  <a:pt x="164495" y="49239"/>
                </a:moveTo>
                <a:lnTo>
                  <a:pt x="186755" y="36118"/>
                </a:lnTo>
                <a:lnTo>
                  <a:pt x="204691" y="70871"/>
                </a:lnTo>
                <a:lnTo>
                  <a:pt x="152498" y="79345"/>
                </a:lnTo>
                <a:lnTo>
                  <a:pt x="128598" y="110089"/>
                </a:lnTo>
                <a:lnTo>
                  <a:pt x="65055" y="88928"/>
                </a:lnTo>
                <a:lnTo>
                  <a:pt x="53986" y="122800"/>
                </a:lnTo>
                <a:lnTo>
                  <a:pt x="13120" y="123266"/>
                </a:lnTo>
                <a:lnTo>
                  <a:pt x="0" y="92489"/>
                </a:lnTo>
                <a:lnTo>
                  <a:pt x="11837" y="68667"/>
                </a:lnTo>
                <a:lnTo>
                  <a:pt x="50637" y="66948"/>
                </a:lnTo>
                <a:lnTo>
                  <a:pt x="49560" y="24126"/>
                </a:lnTo>
                <a:lnTo>
                  <a:pt x="53618" y="0"/>
                </a:lnTo>
                <a:lnTo>
                  <a:pt x="105764" y="32229"/>
                </a:lnTo>
                <a:lnTo>
                  <a:pt x="136832" y="42639"/>
                </a:lnTo>
                <a:lnTo>
                  <a:pt x="164495" y="4923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4" name="Map / Japan / 2">
            <a:extLst>
              <a:ext uri="{FF2B5EF4-FFF2-40B4-BE49-F238E27FC236}">
                <a16:creationId xmlns:a16="http://schemas.microsoft.com/office/drawing/2014/main" id="{847C74B1-707C-4BBB-893E-16D44FDBFC2E}"/>
              </a:ext>
            </a:extLst>
          </p:cNvPr>
          <p:cNvSpPr>
            <a:spLocks noGrp="1"/>
          </p:cNvSpPr>
          <p:nvPr/>
        </p:nvSpPr>
        <p:spPr>
          <a:xfrm>
            <a:off x="14126286" y="3398653"/>
            <a:ext cx="87079" cy="51399"/>
          </a:xfrm>
          <a:custGeom>
            <a:avLst/>
            <a:gdLst/>
            <a:ahLst/>
            <a:cxnLst/>
            <a:rect l="0" t="0" r="0" b="0"/>
            <a:pathLst>
              <a:path w="87079" h="51399">
                <a:moveTo>
                  <a:pt x="0" y="27901"/>
                </a:moveTo>
                <a:lnTo>
                  <a:pt x="16812" y="9430"/>
                </a:lnTo>
                <a:lnTo>
                  <a:pt x="38739" y="13011"/>
                </a:lnTo>
                <a:lnTo>
                  <a:pt x="51325" y="0"/>
                </a:lnTo>
                <a:lnTo>
                  <a:pt x="80081" y="6677"/>
                </a:lnTo>
                <a:lnTo>
                  <a:pt x="87079" y="17292"/>
                </a:lnTo>
                <a:lnTo>
                  <a:pt x="69977" y="36025"/>
                </a:lnTo>
                <a:lnTo>
                  <a:pt x="52630" y="26094"/>
                </a:lnTo>
                <a:lnTo>
                  <a:pt x="34993" y="33289"/>
                </a:lnTo>
                <a:lnTo>
                  <a:pt x="28760" y="51399"/>
                </a:lnTo>
                <a:lnTo>
                  <a:pt x="2673" y="42582"/>
                </a:lnTo>
                <a:lnTo>
                  <a:pt x="0" y="2790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5" name="Map / Paraguay / 0">
            <a:extLst>
              <a:ext uri="{FF2B5EF4-FFF2-40B4-BE49-F238E27FC236}">
                <a16:creationId xmlns:a16="http://schemas.microsoft.com/office/drawing/2014/main" id="{C8AA7993-73C4-4FFB-B6B0-09CEC8C8B6C7}"/>
              </a:ext>
            </a:extLst>
          </p:cNvPr>
          <p:cNvSpPr>
            <a:spLocks noGrp="1"/>
          </p:cNvSpPr>
          <p:nvPr/>
        </p:nvSpPr>
        <p:spPr>
          <a:xfrm>
            <a:off x="6826440" y="5061241"/>
            <a:ext cx="320954" cy="254019"/>
          </a:xfrm>
          <a:custGeom>
            <a:avLst/>
            <a:gdLst/>
            <a:ahLst/>
            <a:cxnLst/>
            <a:rect l="0" t="0" r="0" b="0"/>
            <a:pathLst>
              <a:path w="320954" h="254019">
                <a:moveTo>
                  <a:pt x="166725" y="25816"/>
                </a:moveTo>
                <a:lnTo>
                  <a:pt x="178874" y="43027"/>
                </a:lnTo>
                <a:lnTo>
                  <a:pt x="178844" y="85050"/>
                </a:lnTo>
                <a:lnTo>
                  <a:pt x="219037" y="90993"/>
                </a:lnTo>
                <a:lnTo>
                  <a:pt x="234077" y="84930"/>
                </a:lnTo>
                <a:lnTo>
                  <a:pt x="260056" y="93308"/>
                </a:lnTo>
                <a:lnTo>
                  <a:pt x="267671" y="102554"/>
                </a:lnTo>
                <a:lnTo>
                  <a:pt x="272907" y="130922"/>
                </a:lnTo>
                <a:lnTo>
                  <a:pt x="278055" y="142838"/>
                </a:lnTo>
                <a:lnTo>
                  <a:pt x="292187" y="144211"/>
                </a:lnTo>
                <a:lnTo>
                  <a:pt x="306007" y="139205"/>
                </a:lnTo>
                <a:lnTo>
                  <a:pt x="319912" y="144822"/>
                </a:lnTo>
                <a:lnTo>
                  <a:pt x="320954" y="161841"/>
                </a:lnTo>
                <a:lnTo>
                  <a:pt x="317023" y="180148"/>
                </a:lnTo>
                <a:lnTo>
                  <a:pt x="310806" y="198012"/>
                </a:lnTo>
                <a:lnTo>
                  <a:pt x="306501" y="225332"/>
                </a:lnTo>
                <a:lnTo>
                  <a:pt x="274093" y="249046"/>
                </a:lnTo>
                <a:lnTo>
                  <a:pt x="244763" y="254019"/>
                </a:lnTo>
                <a:lnTo>
                  <a:pt x="202254" y="249295"/>
                </a:lnTo>
                <a:lnTo>
                  <a:pt x="163762" y="240870"/>
                </a:lnTo>
                <a:lnTo>
                  <a:pt x="197373" y="193814"/>
                </a:lnTo>
                <a:lnTo>
                  <a:pt x="191028" y="180153"/>
                </a:lnTo>
                <a:lnTo>
                  <a:pt x="151434" y="168053"/>
                </a:lnTo>
                <a:lnTo>
                  <a:pt x="103855" y="145186"/>
                </a:lnTo>
                <a:lnTo>
                  <a:pt x="72731" y="140478"/>
                </a:lnTo>
                <a:lnTo>
                  <a:pt x="0" y="89968"/>
                </a:lnTo>
                <a:lnTo>
                  <a:pt x="12483" y="52901"/>
                </a:lnTo>
                <a:lnTo>
                  <a:pt x="12408" y="36249"/>
                </a:lnTo>
                <a:lnTo>
                  <a:pt x="28918" y="9008"/>
                </a:lnTo>
                <a:lnTo>
                  <a:pt x="94311" y="0"/>
                </a:lnTo>
                <a:lnTo>
                  <a:pt x="129453" y="438"/>
                </a:lnTo>
                <a:lnTo>
                  <a:pt x="165548" y="16272"/>
                </a:lnTo>
                <a:lnTo>
                  <a:pt x="166725" y="25816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6" name="Map / Yemen / 0">
            <a:extLst>
              <a:ext uri="{FF2B5EF4-FFF2-40B4-BE49-F238E27FC236}">
                <a16:creationId xmlns:a16="http://schemas.microsoft.com/office/drawing/2014/main" id="{84197ED7-44CD-4D24-A807-9D1A228EF805}"/>
              </a:ext>
            </a:extLst>
          </p:cNvPr>
          <p:cNvSpPr>
            <a:spLocks noGrp="1"/>
          </p:cNvSpPr>
          <p:nvPr/>
        </p:nvSpPr>
        <p:spPr>
          <a:xfrm>
            <a:off x="10807475" y="3874294"/>
            <a:ext cx="396556" cy="198555"/>
          </a:xfrm>
          <a:custGeom>
            <a:avLst/>
            <a:gdLst/>
            <a:ahLst/>
            <a:cxnLst/>
            <a:rect l="0" t="0" r="0" b="0"/>
            <a:pathLst>
              <a:path w="396556" h="198555">
                <a:moveTo>
                  <a:pt x="351318" y="0"/>
                </a:moveTo>
                <a:lnTo>
                  <a:pt x="383256" y="51086"/>
                </a:lnTo>
                <a:lnTo>
                  <a:pt x="396556" y="72715"/>
                </a:lnTo>
                <a:lnTo>
                  <a:pt x="369492" y="81031"/>
                </a:lnTo>
                <a:lnTo>
                  <a:pt x="362717" y="94775"/>
                </a:lnTo>
                <a:lnTo>
                  <a:pt x="362241" y="105331"/>
                </a:lnTo>
                <a:lnTo>
                  <a:pt x="324984" y="118400"/>
                </a:lnTo>
                <a:lnTo>
                  <a:pt x="264894" y="132841"/>
                </a:lnTo>
                <a:lnTo>
                  <a:pt x="231663" y="154682"/>
                </a:lnTo>
                <a:lnTo>
                  <a:pt x="215008" y="156388"/>
                </a:lnTo>
                <a:lnTo>
                  <a:pt x="203562" y="154557"/>
                </a:lnTo>
                <a:lnTo>
                  <a:pt x="181785" y="167405"/>
                </a:lnTo>
                <a:lnTo>
                  <a:pt x="157771" y="173364"/>
                </a:lnTo>
                <a:lnTo>
                  <a:pt x="125948" y="174972"/>
                </a:lnTo>
                <a:lnTo>
                  <a:pt x="116411" y="176731"/>
                </a:lnTo>
                <a:lnTo>
                  <a:pt x="108348" y="184905"/>
                </a:lnTo>
                <a:lnTo>
                  <a:pt x="98459" y="187163"/>
                </a:lnTo>
                <a:lnTo>
                  <a:pt x="92799" y="195037"/>
                </a:lnTo>
                <a:lnTo>
                  <a:pt x="73983" y="194354"/>
                </a:lnTo>
                <a:lnTo>
                  <a:pt x="61964" y="198555"/>
                </a:lnTo>
                <a:lnTo>
                  <a:pt x="35633" y="196981"/>
                </a:lnTo>
                <a:lnTo>
                  <a:pt x="25267" y="178898"/>
                </a:lnTo>
                <a:lnTo>
                  <a:pt x="25875" y="161976"/>
                </a:lnTo>
                <a:lnTo>
                  <a:pt x="19404" y="152843"/>
                </a:lnTo>
                <a:lnTo>
                  <a:pt x="11294" y="129947"/>
                </a:lnTo>
                <a:lnTo>
                  <a:pt x="0" y="117221"/>
                </a:lnTo>
                <a:lnTo>
                  <a:pt x="7543" y="115716"/>
                </a:lnTo>
                <a:lnTo>
                  <a:pt x="3203" y="101571"/>
                </a:lnTo>
                <a:lnTo>
                  <a:pt x="7605" y="95601"/>
                </a:lnTo>
                <a:lnTo>
                  <a:pt x="5476" y="82099"/>
                </a:lnTo>
                <a:lnTo>
                  <a:pt x="21777" y="72224"/>
                </a:lnTo>
                <a:lnTo>
                  <a:pt x="17434" y="59175"/>
                </a:lnTo>
                <a:lnTo>
                  <a:pt x="26923" y="43958"/>
                </a:lnTo>
                <a:lnTo>
                  <a:pt x="42772" y="52007"/>
                </a:lnTo>
                <a:lnTo>
                  <a:pt x="52937" y="49209"/>
                </a:lnTo>
                <a:lnTo>
                  <a:pt x="96617" y="48498"/>
                </a:lnTo>
                <a:lnTo>
                  <a:pt x="103678" y="51594"/>
                </a:lnTo>
                <a:lnTo>
                  <a:pt x="140409" y="54690"/>
                </a:lnTo>
                <a:lnTo>
                  <a:pt x="154869" y="53142"/>
                </a:lnTo>
                <a:lnTo>
                  <a:pt x="164737" y="63460"/>
                </a:lnTo>
                <a:lnTo>
                  <a:pt x="182217" y="58301"/>
                </a:lnTo>
                <a:lnTo>
                  <a:pt x="208039" y="25797"/>
                </a:lnTo>
                <a:lnTo>
                  <a:pt x="242765" y="11867"/>
                </a:lnTo>
                <a:lnTo>
                  <a:pt x="351318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7" name="Map / Saudi Arabia / 0">
            <a:extLst>
              <a:ext uri="{FF2B5EF4-FFF2-40B4-BE49-F238E27FC236}">
                <a16:creationId xmlns:a16="http://schemas.microsoft.com/office/drawing/2014/main" id="{82976D47-8A5E-4E63-A159-26F563D35B95}"/>
              </a:ext>
            </a:extLst>
          </p:cNvPr>
          <p:cNvSpPr>
            <a:spLocks noGrp="1"/>
          </p:cNvSpPr>
          <p:nvPr/>
        </p:nvSpPr>
        <p:spPr>
          <a:xfrm>
            <a:off x="10490956" y="3466878"/>
            <a:ext cx="801492" cy="489515"/>
          </a:xfrm>
          <a:custGeom>
            <a:avLst/>
            <a:gdLst/>
            <a:ahLst/>
            <a:cxnLst/>
            <a:rect l="0" t="0" r="0" b="0"/>
            <a:pathLst>
              <a:path w="801492" h="489515">
                <a:moveTo>
                  <a:pt x="10261" y="86815"/>
                </a:moveTo>
                <a:lnTo>
                  <a:pt x="52197" y="91739"/>
                </a:lnTo>
                <a:lnTo>
                  <a:pt x="67918" y="82212"/>
                </a:lnTo>
                <a:lnTo>
                  <a:pt x="76316" y="71067"/>
                </a:lnTo>
                <a:lnTo>
                  <a:pt x="104663" y="66780"/>
                </a:lnTo>
                <a:lnTo>
                  <a:pt x="110274" y="56413"/>
                </a:lnTo>
                <a:lnTo>
                  <a:pt x="122368" y="51155"/>
                </a:lnTo>
                <a:lnTo>
                  <a:pt x="83430" y="20202"/>
                </a:lnTo>
                <a:lnTo>
                  <a:pt x="157381" y="4668"/>
                </a:lnTo>
                <a:lnTo>
                  <a:pt x="164227" y="0"/>
                </a:lnTo>
                <a:lnTo>
                  <a:pt x="209706" y="8390"/>
                </a:lnTo>
                <a:lnTo>
                  <a:pt x="266687" y="30059"/>
                </a:lnTo>
                <a:lnTo>
                  <a:pt x="376000" y="92315"/>
                </a:lnTo>
                <a:lnTo>
                  <a:pt x="445824" y="94788"/>
                </a:lnTo>
                <a:lnTo>
                  <a:pt x="479410" y="97775"/>
                </a:lnTo>
                <a:lnTo>
                  <a:pt x="489689" y="112524"/>
                </a:lnTo>
                <a:lnTo>
                  <a:pt x="516158" y="111721"/>
                </a:lnTo>
                <a:lnTo>
                  <a:pt x="532553" y="138417"/>
                </a:lnTo>
                <a:lnTo>
                  <a:pt x="551468" y="145488"/>
                </a:lnTo>
                <a:lnTo>
                  <a:pt x="558590" y="156360"/>
                </a:lnTo>
                <a:lnTo>
                  <a:pt x="585009" y="169372"/>
                </a:lnTo>
                <a:lnTo>
                  <a:pt x="588082" y="182146"/>
                </a:lnTo>
                <a:lnTo>
                  <a:pt x="584972" y="192456"/>
                </a:lnTo>
                <a:lnTo>
                  <a:pt x="590365" y="202855"/>
                </a:lnTo>
                <a:lnTo>
                  <a:pt x="601706" y="211530"/>
                </a:lnTo>
                <a:lnTo>
                  <a:pt x="607327" y="221681"/>
                </a:lnTo>
                <a:lnTo>
                  <a:pt x="613408" y="229270"/>
                </a:lnTo>
                <a:lnTo>
                  <a:pt x="625154" y="235412"/>
                </a:lnTo>
                <a:lnTo>
                  <a:pt x="635460" y="233213"/>
                </a:lnTo>
                <a:lnTo>
                  <a:pt x="643314" y="245035"/>
                </a:lnTo>
                <a:lnTo>
                  <a:pt x="645175" y="252194"/>
                </a:lnTo>
                <a:lnTo>
                  <a:pt x="661420" y="283555"/>
                </a:lnTo>
                <a:lnTo>
                  <a:pt x="775695" y="299163"/>
                </a:lnTo>
                <a:lnTo>
                  <a:pt x="782910" y="292619"/>
                </a:lnTo>
                <a:lnTo>
                  <a:pt x="801492" y="314547"/>
                </a:lnTo>
                <a:lnTo>
                  <a:pt x="779740" y="376459"/>
                </a:lnTo>
                <a:lnTo>
                  <a:pt x="667837" y="407415"/>
                </a:lnTo>
                <a:lnTo>
                  <a:pt x="559285" y="419282"/>
                </a:lnTo>
                <a:lnTo>
                  <a:pt x="524558" y="433212"/>
                </a:lnTo>
                <a:lnTo>
                  <a:pt x="498737" y="465716"/>
                </a:lnTo>
                <a:lnTo>
                  <a:pt x="481256" y="470876"/>
                </a:lnTo>
                <a:lnTo>
                  <a:pt x="471388" y="460557"/>
                </a:lnTo>
                <a:lnTo>
                  <a:pt x="456929" y="462105"/>
                </a:lnTo>
                <a:lnTo>
                  <a:pt x="420197" y="459009"/>
                </a:lnTo>
                <a:lnTo>
                  <a:pt x="413136" y="455914"/>
                </a:lnTo>
                <a:lnTo>
                  <a:pt x="369456" y="456625"/>
                </a:lnTo>
                <a:lnTo>
                  <a:pt x="359291" y="459423"/>
                </a:lnTo>
                <a:lnTo>
                  <a:pt x="343442" y="451374"/>
                </a:lnTo>
                <a:lnTo>
                  <a:pt x="333953" y="466590"/>
                </a:lnTo>
                <a:lnTo>
                  <a:pt x="338296" y="479640"/>
                </a:lnTo>
                <a:lnTo>
                  <a:pt x="321995" y="489515"/>
                </a:lnTo>
                <a:lnTo>
                  <a:pt x="316629" y="476304"/>
                </a:lnTo>
                <a:lnTo>
                  <a:pt x="304881" y="466981"/>
                </a:lnTo>
                <a:lnTo>
                  <a:pt x="301527" y="454632"/>
                </a:lnTo>
                <a:lnTo>
                  <a:pt x="281574" y="443540"/>
                </a:lnTo>
                <a:lnTo>
                  <a:pt x="260458" y="417582"/>
                </a:lnTo>
                <a:lnTo>
                  <a:pt x="248843" y="392356"/>
                </a:lnTo>
                <a:lnTo>
                  <a:pt x="221874" y="371053"/>
                </a:lnTo>
                <a:lnTo>
                  <a:pt x="204822" y="365969"/>
                </a:lnTo>
                <a:lnTo>
                  <a:pt x="178648" y="336467"/>
                </a:lnTo>
                <a:lnTo>
                  <a:pt x="173414" y="314953"/>
                </a:lnTo>
                <a:lnTo>
                  <a:pt x="174264" y="296603"/>
                </a:lnTo>
                <a:lnTo>
                  <a:pt x="151180" y="262279"/>
                </a:lnTo>
                <a:lnTo>
                  <a:pt x="132990" y="250198"/>
                </a:lnTo>
                <a:lnTo>
                  <a:pt x="112366" y="243796"/>
                </a:lnTo>
                <a:lnTo>
                  <a:pt x="99217" y="226059"/>
                </a:lnTo>
                <a:lnTo>
                  <a:pt x="100968" y="219061"/>
                </a:lnTo>
                <a:lnTo>
                  <a:pt x="89803" y="203013"/>
                </a:lnTo>
                <a:lnTo>
                  <a:pt x="78512" y="196101"/>
                </a:lnTo>
                <a:lnTo>
                  <a:pt x="62799" y="173072"/>
                </a:lnTo>
                <a:lnTo>
                  <a:pt x="38790" y="148110"/>
                </a:lnTo>
                <a:lnTo>
                  <a:pt x="18671" y="126848"/>
                </a:lnTo>
                <a:lnTo>
                  <a:pt x="0" y="126997"/>
                </a:lnTo>
                <a:lnTo>
                  <a:pt x="5049" y="110006"/>
                </a:lnTo>
                <a:lnTo>
                  <a:pt x="6207" y="99169"/>
                </a:lnTo>
                <a:lnTo>
                  <a:pt x="10261" y="8681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8" name="Map / Northern Cyprus / 0">
            <a:extLst>
              <a:ext uri="{FF2B5EF4-FFF2-40B4-BE49-F238E27FC236}">
                <a16:creationId xmlns:a16="http://schemas.microsoft.com/office/drawing/2014/main" id="{ED6CCE36-694C-47E9-9E19-2E47A221F092}"/>
              </a:ext>
            </a:extLst>
          </p:cNvPr>
          <p:cNvSpPr>
            <a:spLocks noGrp="1"/>
          </p:cNvSpPr>
          <p:nvPr/>
        </p:nvSpPr>
        <p:spPr>
          <a:xfrm>
            <a:off x="10409159" y="3358204"/>
            <a:ext cx="67697" cy="20779"/>
          </a:xfrm>
          <a:custGeom>
            <a:avLst/>
            <a:gdLst/>
            <a:ahLst/>
            <a:cxnLst/>
            <a:rect l="0" t="0" r="0" b="0"/>
            <a:pathLst>
              <a:path w="67697" h="20779">
                <a:moveTo>
                  <a:pt x="0" y="16455"/>
                </a:moveTo>
                <a:lnTo>
                  <a:pt x="2621" y="16286"/>
                </a:lnTo>
                <a:lnTo>
                  <a:pt x="7599" y="8819"/>
                </a:lnTo>
                <a:lnTo>
                  <a:pt x="34404" y="9237"/>
                </a:lnTo>
                <a:lnTo>
                  <a:pt x="67697" y="0"/>
                </a:lnTo>
                <a:lnTo>
                  <a:pt x="43306" y="13182"/>
                </a:lnTo>
                <a:lnTo>
                  <a:pt x="46331" y="18979"/>
                </a:lnTo>
                <a:lnTo>
                  <a:pt x="42284" y="17893"/>
                </a:lnTo>
                <a:lnTo>
                  <a:pt x="35304" y="20237"/>
                </a:lnTo>
                <a:lnTo>
                  <a:pt x="29700" y="19592"/>
                </a:lnTo>
                <a:lnTo>
                  <a:pt x="27908" y="20779"/>
                </a:lnTo>
                <a:lnTo>
                  <a:pt x="27000" y="17650"/>
                </a:lnTo>
                <a:lnTo>
                  <a:pt x="24217" y="15753"/>
                </a:lnTo>
                <a:lnTo>
                  <a:pt x="17026" y="15431"/>
                </a:lnTo>
                <a:lnTo>
                  <a:pt x="7071" y="18071"/>
                </a:lnTo>
                <a:lnTo>
                  <a:pt x="0" y="1645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69" name="Map / Cyprus / 0">
            <a:extLst>
              <a:ext uri="{FF2B5EF4-FFF2-40B4-BE49-F238E27FC236}">
                <a16:creationId xmlns:a16="http://schemas.microsoft.com/office/drawing/2014/main" id="{573DD94D-F884-4A2E-A62F-97EB90ADA4B0}"/>
              </a:ext>
            </a:extLst>
          </p:cNvPr>
          <p:cNvSpPr>
            <a:spLocks noGrp="1"/>
          </p:cNvSpPr>
          <p:nvPr/>
        </p:nvSpPr>
        <p:spPr>
          <a:xfrm>
            <a:off x="10391545" y="3373634"/>
            <a:ext cx="65243" cy="18613"/>
          </a:xfrm>
          <a:custGeom>
            <a:avLst/>
            <a:gdLst/>
            <a:ahLst/>
            <a:cxnLst/>
            <a:rect l="0" t="0" r="0" b="0"/>
            <a:pathLst>
              <a:path w="65243" h="18613">
                <a:moveTo>
                  <a:pt x="17614" y="1025"/>
                </a:moveTo>
                <a:lnTo>
                  <a:pt x="24685" y="2640"/>
                </a:lnTo>
                <a:lnTo>
                  <a:pt x="34640" y="0"/>
                </a:lnTo>
                <a:lnTo>
                  <a:pt x="41831" y="322"/>
                </a:lnTo>
                <a:lnTo>
                  <a:pt x="44614" y="2220"/>
                </a:lnTo>
                <a:lnTo>
                  <a:pt x="45522" y="5349"/>
                </a:lnTo>
                <a:lnTo>
                  <a:pt x="47314" y="4162"/>
                </a:lnTo>
                <a:lnTo>
                  <a:pt x="52918" y="4806"/>
                </a:lnTo>
                <a:lnTo>
                  <a:pt x="59898" y="2462"/>
                </a:lnTo>
                <a:lnTo>
                  <a:pt x="63945" y="3548"/>
                </a:lnTo>
                <a:lnTo>
                  <a:pt x="65243" y="6037"/>
                </a:lnTo>
                <a:lnTo>
                  <a:pt x="27766" y="18613"/>
                </a:lnTo>
                <a:lnTo>
                  <a:pt x="9336" y="14595"/>
                </a:lnTo>
                <a:lnTo>
                  <a:pt x="0" y="2164"/>
                </a:lnTo>
                <a:lnTo>
                  <a:pt x="17614" y="102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0" name="Map / Morocco / 0">
            <a:extLst>
              <a:ext uri="{FF2B5EF4-FFF2-40B4-BE49-F238E27FC236}">
                <a16:creationId xmlns:a16="http://schemas.microsoft.com/office/drawing/2014/main" id="{783F4DE5-5152-4FF8-A322-168CD3413D14}"/>
              </a:ext>
            </a:extLst>
          </p:cNvPr>
          <p:cNvSpPr>
            <a:spLocks noGrp="1"/>
          </p:cNvSpPr>
          <p:nvPr/>
        </p:nvSpPr>
        <p:spPr>
          <a:xfrm>
            <a:off x="8548971" y="3355467"/>
            <a:ext cx="600689" cy="443890"/>
          </a:xfrm>
          <a:custGeom>
            <a:avLst/>
            <a:gdLst/>
            <a:ahLst/>
            <a:cxnLst/>
            <a:rect l="0" t="0" r="0" b="0"/>
            <a:pathLst>
              <a:path w="600689" h="443890">
                <a:moveTo>
                  <a:pt x="561942" y="18313"/>
                </a:moveTo>
                <a:lnTo>
                  <a:pt x="575906" y="38140"/>
                </a:lnTo>
                <a:lnTo>
                  <a:pt x="578071" y="56968"/>
                </a:lnTo>
                <a:lnTo>
                  <a:pt x="590870" y="89648"/>
                </a:lnTo>
                <a:lnTo>
                  <a:pt x="600689" y="96226"/>
                </a:lnTo>
                <a:lnTo>
                  <a:pt x="593823" y="108257"/>
                </a:lnTo>
                <a:lnTo>
                  <a:pt x="544942" y="113475"/>
                </a:lnTo>
                <a:lnTo>
                  <a:pt x="527997" y="124924"/>
                </a:lnTo>
                <a:lnTo>
                  <a:pt x="506369" y="127623"/>
                </a:lnTo>
                <a:lnTo>
                  <a:pt x="504642" y="150541"/>
                </a:lnTo>
                <a:lnTo>
                  <a:pt x="460832" y="162793"/>
                </a:lnTo>
                <a:lnTo>
                  <a:pt x="446408" y="178294"/>
                </a:lnTo>
                <a:lnTo>
                  <a:pt x="415696" y="186613"/>
                </a:lnTo>
                <a:lnTo>
                  <a:pt x="378254" y="191333"/>
                </a:lnTo>
                <a:lnTo>
                  <a:pt x="317500" y="214177"/>
                </a:lnTo>
                <a:lnTo>
                  <a:pt x="317399" y="250856"/>
                </a:lnTo>
                <a:lnTo>
                  <a:pt x="311685" y="250856"/>
                </a:lnTo>
                <a:lnTo>
                  <a:pt x="312359" y="267440"/>
                </a:lnTo>
                <a:lnTo>
                  <a:pt x="289132" y="268437"/>
                </a:lnTo>
                <a:lnTo>
                  <a:pt x="276940" y="275481"/>
                </a:lnTo>
                <a:lnTo>
                  <a:pt x="259882" y="275481"/>
                </a:lnTo>
                <a:lnTo>
                  <a:pt x="246343" y="271461"/>
                </a:lnTo>
                <a:lnTo>
                  <a:pt x="214696" y="274785"/>
                </a:lnTo>
                <a:lnTo>
                  <a:pt x="202110" y="298910"/>
                </a:lnTo>
                <a:lnTo>
                  <a:pt x="190327" y="301177"/>
                </a:lnTo>
                <a:lnTo>
                  <a:pt x="172064" y="340205"/>
                </a:lnTo>
                <a:lnTo>
                  <a:pt x="119201" y="373610"/>
                </a:lnTo>
                <a:lnTo>
                  <a:pt x="106100" y="416356"/>
                </a:lnTo>
                <a:lnTo>
                  <a:pt x="90430" y="430262"/>
                </a:lnTo>
                <a:lnTo>
                  <a:pt x="85727" y="441417"/>
                </a:lnTo>
                <a:lnTo>
                  <a:pt x="659" y="443890"/>
                </a:lnTo>
                <a:lnTo>
                  <a:pt x="0" y="443841"/>
                </a:lnTo>
                <a:lnTo>
                  <a:pt x="2032" y="429495"/>
                </a:lnTo>
                <a:lnTo>
                  <a:pt x="16676" y="421059"/>
                </a:lnTo>
                <a:lnTo>
                  <a:pt x="29303" y="404928"/>
                </a:lnTo>
                <a:lnTo>
                  <a:pt x="27056" y="394451"/>
                </a:lnTo>
                <a:lnTo>
                  <a:pt x="40406" y="372609"/>
                </a:lnTo>
                <a:lnTo>
                  <a:pt x="61725" y="352928"/>
                </a:lnTo>
                <a:lnTo>
                  <a:pt x="74491" y="347940"/>
                </a:lnTo>
                <a:lnTo>
                  <a:pt x="84771" y="329884"/>
                </a:lnTo>
                <a:lnTo>
                  <a:pt x="85956" y="313393"/>
                </a:lnTo>
                <a:lnTo>
                  <a:pt x="99871" y="294257"/>
                </a:lnTo>
                <a:lnTo>
                  <a:pt x="125103" y="282974"/>
                </a:lnTo>
                <a:lnTo>
                  <a:pt x="149450" y="251360"/>
                </a:lnTo>
                <a:lnTo>
                  <a:pt x="150145" y="250926"/>
                </a:lnTo>
                <a:lnTo>
                  <a:pt x="169212" y="239038"/>
                </a:lnTo>
                <a:lnTo>
                  <a:pt x="204154" y="235619"/>
                </a:lnTo>
                <a:lnTo>
                  <a:pt x="234021" y="214460"/>
                </a:lnTo>
                <a:lnTo>
                  <a:pt x="252931" y="206212"/>
                </a:lnTo>
                <a:lnTo>
                  <a:pt x="284554" y="180364"/>
                </a:lnTo>
                <a:lnTo>
                  <a:pt x="275735" y="141849"/>
                </a:lnTo>
                <a:lnTo>
                  <a:pt x="290306" y="115216"/>
                </a:lnTo>
                <a:lnTo>
                  <a:pt x="295540" y="98915"/>
                </a:lnTo>
                <a:lnTo>
                  <a:pt x="319820" y="78002"/>
                </a:lnTo>
                <a:lnTo>
                  <a:pt x="357400" y="63860"/>
                </a:lnTo>
                <a:lnTo>
                  <a:pt x="385177" y="51063"/>
                </a:lnTo>
                <a:lnTo>
                  <a:pt x="410383" y="19011"/>
                </a:lnTo>
                <a:lnTo>
                  <a:pt x="422259" y="0"/>
                </a:lnTo>
                <a:lnTo>
                  <a:pt x="449617" y="149"/>
                </a:lnTo>
                <a:lnTo>
                  <a:pt x="471925" y="13289"/>
                </a:lnTo>
                <a:lnTo>
                  <a:pt x="507301" y="11148"/>
                </a:lnTo>
                <a:lnTo>
                  <a:pt x="545786" y="17982"/>
                </a:lnTo>
                <a:lnTo>
                  <a:pt x="561942" y="1831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1" name="Map / Egypt / 0">
            <a:extLst>
              <a:ext uri="{FF2B5EF4-FFF2-40B4-BE49-F238E27FC236}">
                <a16:creationId xmlns:a16="http://schemas.microsoft.com/office/drawing/2014/main" id="{74DE2124-B66D-4C0F-950E-41CCCD60209B}"/>
              </a:ext>
            </a:extLst>
          </p:cNvPr>
          <p:cNvSpPr>
            <a:spLocks noGrp="1"/>
          </p:cNvSpPr>
          <p:nvPr/>
        </p:nvSpPr>
        <p:spPr>
          <a:xfrm>
            <a:off x="10116260" y="3484688"/>
            <a:ext cx="466672" cy="296737"/>
          </a:xfrm>
          <a:custGeom>
            <a:avLst/>
            <a:gdLst/>
            <a:ahLst/>
            <a:cxnLst/>
            <a:rect l="0" t="0" r="0" b="0"/>
            <a:pathLst>
              <a:path w="466672" h="296737">
                <a:moveTo>
                  <a:pt x="466672" y="296737"/>
                </a:moveTo>
                <a:lnTo>
                  <a:pt x="316989" y="296737"/>
                </a:lnTo>
                <a:lnTo>
                  <a:pt x="170561" y="296737"/>
                </a:lnTo>
                <a:lnTo>
                  <a:pt x="18848" y="296737"/>
                </a:lnTo>
                <a:lnTo>
                  <a:pt x="15632" y="182740"/>
                </a:lnTo>
                <a:lnTo>
                  <a:pt x="12089" y="72655"/>
                </a:lnTo>
                <a:lnTo>
                  <a:pt x="0" y="47719"/>
                </a:lnTo>
                <a:lnTo>
                  <a:pt x="8968" y="28606"/>
                </a:lnTo>
                <a:lnTo>
                  <a:pt x="2709" y="15366"/>
                </a:lnTo>
                <a:lnTo>
                  <a:pt x="15699" y="512"/>
                </a:lnTo>
                <a:lnTo>
                  <a:pt x="65396" y="0"/>
                </a:lnTo>
                <a:lnTo>
                  <a:pt x="101681" y="8185"/>
                </a:lnTo>
                <a:lnTo>
                  <a:pt x="139168" y="17333"/>
                </a:lnTo>
                <a:lnTo>
                  <a:pt x="156682" y="22153"/>
                </a:lnTo>
                <a:lnTo>
                  <a:pt x="185056" y="12346"/>
                </a:lnTo>
                <a:lnTo>
                  <a:pt x="200056" y="3476"/>
                </a:lnTo>
                <a:lnTo>
                  <a:pt x="232899" y="923"/>
                </a:lnTo>
                <a:lnTo>
                  <a:pt x="259649" y="4832"/>
                </a:lnTo>
                <a:lnTo>
                  <a:pt x="270541" y="20186"/>
                </a:lnTo>
                <a:lnTo>
                  <a:pt x="278749" y="10071"/>
                </a:lnTo>
                <a:lnTo>
                  <a:pt x="309056" y="17385"/>
                </a:lnTo>
                <a:lnTo>
                  <a:pt x="338287" y="19138"/>
                </a:lnTo>
                <a:lnTo>
                  <a:pt x="356301" y="11340"/>
                </a:lnTo>
                <a:lnTo>
                  <a:pt x="356301" y="11340"/>
                </a:lnTo>
                <a:lnTo>
                  <a:pt x="379381" y="56483"/>
                </a:lnTo>
                <a:lnTo>
                  <a:pt x="383489" y="64524"/>
                </a:lnTo>
                <a:lnTo>
                  <a:pt x="373558" y="76965"/>
                </a:lnTo>
                <a:lnTo>
                  <a:pt x="366574" y="100351"/>
                </a:lnTo>
                <a:lnTo>
                  <a:pt x="357095" y="116469"/>
                </a:lnTo>
                <a:lnTo>
                  <a:pt x="348583" y="121874"/>
                </a:lnTo>
                <a:lnTo>
                  <a:pt x="335638" y="111886"/>
                </a:lnTo>
                <a:lnTo>
                  <a:pt x="318099" y="98070"/>
                </a:lnTo>
                <a:lnTo>
                  <a:pt x="289383" y="53697"/>
                </a:lnTo>
                <a:lnTo>
                  <a:pt x="285661" y="56503"/>
                </a:lnTo>
                <a:lnTo>
                  <a:pt x="302635" y="89168"/>
                </a:lnTo>
                <a:lnTo>
                  <a:pt x="327023" y="120289"/>
                </a:lnTo>
                <a:lnTo>
                  <a:pt x="357468" y="168508"/>
                </a:lnTo>
                <a:lnTo>
                  <a:pt x="372059" y="185339"/>
                </a:lnTo>
                <a:lnTo>
                  <a:pt x="384867" y="202823"/>
                </a:lnTo>
                <a:lnTo>
                  <a:pt x="420054" y="237093"/>
                </a:lnTo>
                <a:lnTo>
                  <a:pt x="412784" y="242490"/>
                </a:lnTo>
                <a:lnTo>
                  <a:pt x="414794" y="262609"/>
                </a:lnTo>
                <a:lnTo>
                  <a:pt x="459803" y="290395"/>
                </a:lnTo>
                <a:lnTo>
                  <a:pt x="466672" y="29673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2" name="Map / Libya / 0">
            <a:extLst>
              <a:ext uri="{FF2B5EF4-FFF2-40B4-BE49-F238E27FC236}">
                <a16:creationId xmlns:a16="http://schemas.microsoft.com/office/drawing/2014/main" id="{9E8D957B-602E-45DE-9405-8A7D16291460}"/>
              </a:ext>
            </a:extLst>
          </p:cNvPr>
          <p:cNvSpPr>
            <a:spLocks noGrp="1"/>
          </p:cNvSpPr>
          <p:nvPr/>
        </p:nvSpPr>
        <p:spPr>
          <a:xfrm>
            <a:off x="9541990" y="3436665"/>
            <a:ext cx="594666" cy="419659"/>
          </a:xfrm>
          <a:custGeom>
            <a:avLst/>
            <a:gdLst/>
            <a:ahLst/>
            <a:cxnLst/>
            <a:rect l="0" t="0" r="0" b="0"/>
            <a:pathLst>
              <a:path w="594666" h="419659">
                <a:moveTo>
                  <a:pt x="593119" y="344760"/>
                </a:moveTo>
                <a:lnTo>
                  <a:pt x="594666" y="406578"/>
                </a:lnTo>
                <a:lnTo>
                  <a:pt x="551196" y="406672"/>
                </a:lnTo>
                <a:lnTo>
                  <a:pt x="551023" y="419659"/>
                </a:lnTo>
                <a:lnTo>
                  <a:pt x="399054" y="360390"/>
                </a:lnTo>
                <a:lnTo>
                  <a:pt x="247467" y="301120"/>
                </a:lnTo>
                <a:lnTo>
                  <a:pt x="209691" y="318046"/>
                </a:lnTo>
                <a:lnTo>
                  <a:pt x="183188" y="329551"/>
                </a:lnTo>
                <a:lnTo>
                  <a:pt x="161722" y="312549"/>
                </a:lnTo>
                <a:lnTo>
                  <a:pt x="101899" y="299202"/>
                </a:lnTo>
                <a:lnTo>
                  <a:pt x="85107" y="279816"/>
                </a:lnTo>
                <a:lnTo>
                  <a:pt x="55197" y="265433"/>
                </a:lnTo>
                <a:lnTo>
                  <a:pt x="37661" y="271105"/>
                </a:lnTo>
                <a:lnTo>
                  <a:pt x="24070" y="253843"/>
                </a:lnTo>
                <a:lnTo>
                  <a:pt x="22500" y="240578"/>
                </a:lnTo>
                <a:lnTo>
                  <a:pt x="0" y="218015"/>
                </a:lnTo>
                <a:lnTo>
                  <a:pt x="14765" y="205079"/>
                </a:lnTo>
                <a:lnTo>
                  <a:pt x="11251" y="185615"/>
                </a:lnTo>
                <a:lnTo>
                  <a:pt x="15810" y="168672"/>
                </a:lnTo>
                <a:lnTo>
                  <a:pt x="12920" y="154559"/>
                </a:lnTo>
                <a:lnTo>
                  <a:pt x="19195" y="129304"/>
                </a:lnTo>
                <a:lnTo>
                  <a:pt x="16965" y="114921"/>
                </a:lnTo>
                <a:lnTo>
                  <a:pt x="4486" y="87589"/>
                </a:lnTo>
                <a:lnTo>
                  <a:pt x="22643" y="80414"/>
                </a:lnTo>
                <a:lnTo>
                  <a:pt x="25693" y="67335"/>
                </a:lnTo>
                <a:lnTo>
                  <a:pt x="21532" y="54512"/>
                </a:lnTo>
                <a:lnTo>
                  <a:pt x="47012" y="42583"/>
                </a:lnTo>
                <a:lnTo>
                  <a:pt x="58354" y="32664"/>
                </a:lnTo>
                <a:lnTo>
                  <a:pt x="76406" y="23777"/>
                </a:lnTo>
                <a:lnTo>
                  <a:pt x="78104" y="0"/>
                </a:lnTo>
                <a:lnTo>
                  <a:pt x="122112" y="10656"/>
                </a:lnTo>
                <a:lnTo>
                  <a:pt x="137728" y="7992"/>
                </a:lnTo>
                <a:lnTo>
                  <a:pt x="169003" y="13158"/>
                </a:lnTo>
                <a:lnTo>
                  <a:pt x="218834" y="26991"/>
                </a:lnTo>
                <a:lnTo>
                  <a:pt x="236955" y="54506"/>
                </a:lnTo>
                <a:lnTo>
                  <a:pt x="270651" y="60514"/>
                </a:lnTo>
                <a:lnTo>
                  <a:pt x="323679" y="73472"/>
                </a:lnTo>
                <a:lnTo>
                  <a:pt x="363942" y="88863"/>
                </a:lnTo>
                <a:lnTo>
                  <a:pt x="381969" y="80832"/>
                </a:lnTo>
                <a:lnTo>
                  <a:pt x="399494" y="66594"/>
                </a:lnTo>
                <a:lnTo>
                  <a:pt x="390097" y="42881"/>
                </a:lnTo>
                <a:lnTo>
                  <a:pt x="401366" y="27823"/>
                </a:lnTo>
                <a:lnTo>
                  <a:pt x="427815" y="13317"/>
                </a:lnTo>
                <a:lnTo>
                  <a:pt x="453367" y="9095"/>
                </a:lnTo>
                <a:lnTo>
                  <a:pt x="504056" y="15429"/>
                </a:lnTo>
                <a:lnTo>
                  <a:pt x="517265" y="29269"/>
                </a:lnTo>
                <a:lnTo>
                  <a:pt x="531172" y="29400"/>
                </a:lnTo>
                <a:lnTo>
                  <a:pt x="543247" y="34681"/>
                </a:lnTo>
                <a:lnTo>
                  <a:pt x="580489" y="38313"/>
                </a:lnTo>
                <a:lnTo>
                  <a:pt x="589969" y="48535"/>
                </a:lnTo>
                <a:lnTo>
                  <a:pt x="576979" y="63389"/>
                </a:lnTo>
                <a:lnTo>
                  <a:pt x="583239" y="76629"/>
                </a:lnTo>
                <a:lnTo>
                  <a:pt x="574270" y="95742"/>
                </a:lnTo>
                <a:lnTo>
                  <a:pt x="586359" y="120678"/>
                </a:lnTo>
                <a:lnTo>
                  <a:pt x="589903" y="230763"/>
                </a:lnTo>
                <a:lnTo>
                  <a:pt x="593119" y="34476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3" name="Map / Ethiopia / 0">
            <a:extLst>
              <a:ext uri="{FF2B5EF4-FFF2-40B4-BE49-F238E27FC236}">
                <a16:creationId xmlns:a16="http://schemas.microsoft.com/office/drawing/2014/main" id="{129E00B8-8DC4-402F-BF13-4F9C7EF688BD}"/>
              </a:ext>
            </a:extLst>
          </p:cNvPr>
          <p:cNvSpPr>
            <a:spLocks noGrp="1"/>
          </p:cNvSpPr>
          <p:nvPr/>
        </p:nvSpPr>
        <p:spPr>
          <a:xfrm>
            <a:off x="10445675" y="3999375"/>
            <a:ext cx="564422" cy="357154"/>
          </a:xfrm>
          <a:custGeom>
            <a:avLst/>
            <a:gdLst/>
            <a:ahLst/>
            <a:cxnLst/>
            <a:rect l="0" t="0" r="0" b="0"/>
            <a:pathLst>
              <a:path w="564422" h="357154">
                <a:moveTo>
                  <a:pt x="564422" y="215345"/>
                </a:moveTo>
                <a:lnTo>
                  <a:pt x="458215" y="308256"/>
                </a:lnTo>
                <a:lnTo>
                  <a:pt x="408620" y="309621"/>
                </a:lnTo>
                <a:lnTo>
                  <a:pt x="374891" y="331444"/>
                </a:lnTo>
                <a:lnTo>
                  <a:pt x="350481" y="332015"/>
                </a:lnTo>
                <a:lnTo>
                  <a:pt x="340144" y="341773"/>
                </a:lnTo>
                <a:lnTo>
                  <a:pt x="314119" y="341768"/>
                </a:lnTo>
                <a:lnTo>
                  <a:pt x="298672" y="331306"/>
                </a:lnTo>
                <a:lnTo>
                  <a:pt x="263980" y="344253"/>
                </a:lnTo>
                <a:lnTo>
                  <a:pt x="252813" y="357154"/>
                </a:lnTo>
                <a:lnTo>
                  <a:pt x="227395" y="354718"/>
                </a:lnTo>
                <a:lnTo>
                  <a:pt x="218939" y="351148"/>
                </a:lnTo>
                <a:lnTo>
                  <a:pt x="210025" y="352001"/>
                </a:lnTo>
                <a:lnTo>
                  <a:pt x="197985" y="351689"/>
                </a:lnTo>
                <a:lnTo>
                  <a:pt x="149579" y="325399"/>
                </a:lnTo>
                <a:lnTo>
                  <a:pt x="123072" y="325399"/>
                </a:lnTo>
                <a:lnTo>
                  <a:pt x="109979" y="315211"/>
                </a:lnTo>
                <a:lnTo>
                  <a:pt x="109825" y="297836"/>
                </a:lnTo>
                <a:lnTo>
                  <a:pt x="89998" y="292643"/>
                </a:lnTo>
                <a:lnTo>
                  <a:pt x="67150" y="258956"/>
                </a:lnTo>
                <a:lnTo>
                  <a:pt x="49685" y="251778"/>
                </a:lnTo>
                <a:lnTo>
                  <a:pt x="42871" y="239400"/>
                </a:lnTo>
                <a:lnTo>
                  <a:pt x="23398" y="224312"/>
                </a:lnTo>
                <a:lnTo>
                  <a:pt x="0" y="222094"/>
                </a:lnTo>
                <a:lnTo>
                  <a:pt x="12732" y="204461"/>
                </a:lnTo>
                <a:lnTo>
                  <a:pt x="32913" y="203700"/>
                </a:lnTo>
                <a:lnTo>
                  <a:pt x="38467" y="194246"/>
                </a:lnTo>
                <a:lnTo>
                  <a:pt x="37540" y="166416"/>
                </a:lnTo>
                <a:lnTo>
                  <a:pt x="48247" y="134020"/>
                </a:lnTo>
                <a:lnTo>
                  <a:pt x="66098" y="125350"/>
                </a:lnTo>
                <a:lnTo>
                  <a:pt x="69680" y="112695"/>
                </a:lnTo>
                <a:lnTo>
                  <a:pt x="85506" y="89048"/>
                </a:lnTo>
                <a:lnTo>
                  <a:pt x="108091" y="73711"/>
                </a:lnTo>
                <a:lnTo>
                  <a:pt x="122835" y="43218"/>
                </a:lnTo>
                <a:lnTo>
                  <a:pt x="128228" y="16633"/>
                </a:lnTo>
                <a:lnTo>
                  <a:pt x="172573" y="23104"/>
                </a:lnTo>
                <a:lnTo>
                  <a:pt x="183808" y="0"/>
                </a:lnTo>
                <a:lnTo>
                  <a:pt x="207213" y="14053"/>
                </a:lnTo>
                <a:lnTo>
                  <a:pt x="229263" y="6773"/>
                </a:lnTo>
                <a:lnTo>
                  <a:pt x="238594" y="13246"/>
                </a:lnTo>
                <a:lnTo>
                  <a:pt x="264619" y="13616"/>
                </a:lnTo>
                <a:lnTo>
                  <a:pt x="297992" y="26028"/>
                </a:lnTo>
                <a:lnTo>
                  <a:pt x="308102" y="36717"/>
                </a:lnTo>
                <a:lnTo>
                  <a:pt x="325203" y="46662"/>
                </a:lnTo>
                <a:lnTo>
                  <a:pt x="341298" y="64810"/>
                </a:lnTo>
                <a:lnTo>
                  <a:pt x="354539" y="74827"/>
                </a:lnTo>
                <a:lnTo>
                  <a:pt x="341528" y="88517"/>
                </a:lnTo>
                <a:lnTo>
                  <a:pt x="329026" y="103030"/>
                </a:lnTo>
                <a:lnTo>
                  <a:pt x="332182" y="111576"/>
                </a:lnTo>
                <a:lnTo>
                  <a:pt x="333002" y="120993"/>
                </a:lnTo>
                <a:lnTo>
                  <a:pt x="354244" y="121510"/>
                </a:lnTo>
                <a:lnTo>
                  <a:pt x="363346" y="119315"/>
                </a:lnTo>
                <a:lnTo>
                  <a:pt x="371907" y="124833"/>
                </a:lnTo>
                <a:lnTo>
                  <a:pt x="363860" y="135800"/>
                </a:lnTo>
                <a:lnTo>
                  <a:pt x="378267" y="152846"/>
                </a:lnTo>
                <a:lnTo>
                  <a:pt x="392599" y="167750"/>
                </a:lnTo>
                <a:lnTo>
                  <a:pt x="407337" y="178799"/>
                </a:lnTo>
                <a:lnTo>
                  <a:pt x="532421" y="215534"/>
                </a:lnTo>
                <a:lnTo>
                  <a:pt x="564422" y="215345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4" name="Map / Djibouti / 0">
            <a:extLst>
              <a:ext uri="{FF2B5EF4-FFF2-40B4-BE49-F238E27FC236}">
                <a16:creationId xmlns:a16="http://schemas.microsoft.com/office/drawing/2014/main" id="{0E25745C-C14B-442A-A67A-D538B3E72D57}"/>
              </a:ext>
            </a:extLst>
          </p:cNvPr>
          <p:cNvSpPr>
            <a:spLocks noGrp="1"/>
          </p:cNvSpPr>
          <p:nvPr/>
        </p:nvSpPr>
        <p:spPr>
          <a:xfrm>
            <a:off x="10774701" y="4069329"/>
            <a:ext cx="62337" cy="54878"/>
          </a:xfrm>
          <a:custGeom>
            <a:avLst/>
            <a:gdLst/>
            <a:ahLst/>
            <a:cxnLst/>
            <a:rect l="0" t="0" r="0" b="0"/>
            <a:pathLst>
              <a:path w="62337" h="54878">
                <a:moveTo>
                  <a:pt x="25513" y="4873"/>
                </a:moveTo>
                <a:lnTo>
                  <a:pt x="41842" y="7560"/>
                </a:lnTo>
                <a:lnTo>
                  <a:pt x="53099" y="0"/>
                </a:lnTo>
                <a:lnTo>
                  <a:pt x="62337" y="9581"/>
                </a:lnTo>
                <a:lnTo>
                  <a:pt x="61470" y="22434"/>
                </a:lnTo>
                <a:lnTo>
                  <a:pt x="39976" y="29842"/>
                </a:lnTo>
                <a:lnTo>
                  <a:pt x="56498" y="38311"/>
                </a:lnTo>
                <a:lnTo>
                  <a:pt x="42881" y="54878"/>
                </a:lnTo>
                <a:lnTo>
                  <a:pt x="34320" y="49361"/>
                </a:lnTo>
                <a:lnTo>
                  <a:pt x="25218" y="51556"/>
                </a:lnTo>
                <a:lnTo>
                  <a:pt x="3977" y="51038"/>
                </a:lnTo>
                <a:lnTo>
                  <a:pt x="3156" y="41622"/>
                </a:lnTo>
                <a:lnTo>
                  <a:pt x="0" y="33075"/>
                </a:lnTo>
                <a:lnTo>
                  <a:pt x="12503" y="18563"/>
                </a:lnTo>
                <a:lnTo>
                  <a:pt x="25513" y="4873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5" name="Map / Somaliland / 0">
            <a:extLst>
              <a:ext uri="{FF2B5EF4-FFF2-40B4-BE49-F238E27FC236}">
                <a16:creationId xmlns:a16="http://schemas.microsoft.com/office/drawing/2014/main" id="{6BA371FD-1111-4B30-B626-3AC30A69EA91}"/>
              </a:ext>
            </a:extLst>
          </p:cNvPr>
          <p:cNvSpPr>
            <a:spLocks noGrp="1"/>
          </p:cNvSpPr>
          <p:nvPr/>
        </p:nvSpPr>
        <p:spPr>
          <a:xfrm>
            <a:off x="10809535" y="4107641"/>
            <a:ext cx="243342" cy="107268"/>
          </a:xfrm>
          <a:custGeom>
            <a:avLst/>
            <a:gdLst/>
            <a:ahLst/>
            <a:cxnLst/>
            <a:rect l="0" t="0" r="0" b="0"/>
            <a:pathLst>
              <a:path w="243342" h="107268">
                <a:moveTo>
                  <a:pt x="242224" y="1592"/>
                </a:moveTo>
                <a:lnTo>
                  <a:pt x="242224" y="1592"/>
                </a:lnTo>
                <a:lnTo>
                  <a:pt x="242003" y="2098"/>
                </a:lnTo>
                <a:lnTo>
                  <a:pt x="242207" y="14850"/>
                </a:lnTo>
                <a:lnTo>
                  <a:pt x="242973" y="46080"/>
                </a:lnTo>
                <a:lnTo>
                  <a:pt x="243342" y="62231"/>
                </a:lnTo>
                <a:lnTo>
                  <a:pt x="226583" y="81242"/>
                </a:lnTo>
                <a:lnTo>
                  <a:pt x="200561" y="107079"/>
                </a:lnTo>
                <a:lnTo>
                  <a:pt x="168560" y="107268"/>
                </a:lnTo>
                <a:lnTo>
                  <a:pt x="43477" y="70533"/>
                </a:lnTo>
                <a:lnTo>
                  <a:pt x="28739" y="59484"/>
                </a:lnTo>
                <a:lnTo>
                  <a:pt x="14407" y="44580"/>
                </a:lnTo>
                <a:lnTo>
                  <a:pt x="0" y="27534"/>
                </a:lnTo>
                <a:lnTo>
                  <a:pt x="8047" y="16567"/>
                </a:lnTo>
                <a:lnTo>
                  <a:pt x="21664" y="0"/>
                </a:lnTo>
                <a:lnTo>
                  <a:pt x="34165" y="5706"/>
                </a:lnTo>
                <a:lnTo>
                  <a:pt x="41913" y="18508"/>
                </a:lnTo>
                <a:lnTo>
                  <a:pt x="59357" y="31467"/>
                </a:lnTo>
                <a:lnTo>
                  <a:pt x="78233" y="31570"/>
                </a:lnTo>
                <a:lnTo>
                  <a:pt x="113887" y="23651"/>
                </a:lnTo>
                <a:lnTo>
                  <a:pt x="155175" y="19982"/>
                </a:lnTo>
                <a:lnTo>
                  <a:pt x="188392" y="10365"/>
                </a:lnTo>
                <a:lnTo>
                  <a:pt x="207188" y="8326"/>
                </a:lnTo>
                <a:lnTo>
                  <a:pt x="220614" y="2680"/>
                </a:lnTo>
                <a:lnTo>
                  <a:pt x="242225" y="1592"/>
                </a:lnTo>
                <a:lnTo>
                  <a:pt x="242224" y="159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6" name="Map / Uganda / 0">
            <a:extLst>
              <a:ext uri="{FF2B5EF4-FFF2-40B4-BE49-F238E27FC236}">
                <a16:creationId xmlns:a16="http://schemas.microsoft.com/office/drawing/2014/main" id="{B0C77D81-3C16-4AEF-8279-605C90FE8948}"/>
              </a:ext>
            </a:extLst>
          </p:cNvPr>
          <p:cNvSpPr>
            <a:spLocks noGrp="1"/>
          </p:cNvSpPr>
          <p:nvPr/>
        </p:nvSpPr>
        <p:spPr>
          <a:xfrm>
            <a:off x="10318563" y="4330902"/>
            <a:ext cx="207838" cy="176240"/>
          </a:xfrm>
          <a:custGeom>
            <a:avLst/>
            <a:gdLst/>
            <a:ahLst/>
            <a:cxnLst/>
            <a:rect l="0" t="0" r="0" b="0"/>
            <a:pathLst>
              <a:path w="207838" h="176240">
                <a:moveTo>
                  <a:pt x="164771" y="160969"/>
                </a:moveTo>
                <a:lnTo>
                  <a:pt x="87138" y="163364"/>
                </a:lnTo>
                <a:lnTo>
                  <a:pt x="45370" y="162967"/>
                </a:lnTo>
                <a:lnTo>
                  <a:pt x="32001" y="166685"/>
                </a:lnTo>
                <a:lnTo>
                  <a:pt x="9216" y="176240"/>
                </a:lnTo>
                <a:lnTo>
                  <a:pt x="0" y="173083"/>
                </a:lnTo>
                <a:lnTo>
                  <a:pt x="351" y="149744"/>
                </a:lnTo>
                <a:lnTo>
                  <a:pt x="9185" y="137916"/>
                </a:lnTo>
                <a:lnTo>
                  <a:pt x="11322" y="113068"/>
                </a:lnTo>
                <a:lnTo>
                  <a:pt x="19319" y="98675"/>
                </a:lnTo>
                <a:lnTo>
                  <a:pt x="33855" y="82532"/>
                </a:lnTo>
                <a:lnTo>
                  <a:pt x="48470" y="74310"/>
                </a:lnTo>
                <a:lnTo>
                  <a:pt x="60683" y="63319"/>
                </a:lnTo>
                <a:lnTo>
                  <a:pt x="45400" y="59126"/>
                </a:lnTo>
                <a:lnTo>
                  <a:pt x="47546" y="22930"/>
                </a:lnTo>
                <a:lnTo>
                  <a:pt x="47546" y="22930"/>
                </a:lnTo>
                <a:lnTo>
                  <a:pt x="63181" y="14487"/>
                </a:lnTo>
                <a:lnTo>
                  <a:pt x="87441" y="21410"/>
                </a:lnTo>
                <a:lnTo>
                  <a:pt x="118061" y="14164"/>
                </a:lnTo>
                <a:lnTo>
                  <a:pt x="144860" y="14236"/>
                </a:lnTo>
                <a:lnTo>
                  <a:pt x="168190" y="0"/>
                </a:lnTo>
                <a:lnTo>
                  <a:pt x="186389" y="21492"/>
                </a:lnTo>
                <a:lnTo>
                  <a:pt x="190929" y="37028"/>
                </a:lnTo>
                <a:lnTo>
                  <a:pt x="207838" y="72563"/>
                </a:lnTo>
                <a:lnTo>
                  <a:pt x="194033" y="95127"/>
                </a:lnTo>
                <a:lnTo>
                  <a:pt x="175314" y="115618"/>
                </a:lnTo>
                <a:lnTo>
                  <a:pt x="164407" y="128161"/>
                </a:lnTo>
                <a:lnTo>
                  <a:pt x="164771" y="160969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7" name="Map / Rwanda / 0">
            <a:extLst>
              <a:ext uri="{FF2B5EF4-FFF2-40B4-BE49-F238E27FC236}">
                <a16:creationId xmlns:a16="http://schemas.microsoft.com/office/drawing/2014/main" id="{A48F40B5-DFFD-4127-BAEC-8461ED110434}"/>
              </a:ext>
            </a:extLst>
          </p:cNvPr>
          <p:cNvSpPr>
            <a:spLocks noGrp="1"/>
          </p:cNvSpPr>
          <p:nvPr/>
        </p:nvSpPr>
        <p:spPr>
          <a:xfrm>
            <a:off x="10297298" y="4497587"/>
            <a:ext cx="68354" cy="55201"/>
          </a:xfrm>
          <a:custGeom>
            <a:avLst/>
            <a:gdLst/>
            <a:ahLst/>
            <a:cxnLst/>
            <a:rect l="0" t="0" r="0" b="0"/>
            <a:pathLst>
              <a:path w="68354" h="55201">
                <a:moveTo>
                  <a:pt x="53265" y="0"/>
                </a:moveTo>
                <a:lnTo>
                  <a:pt x="68354" y="17467"/>
                </a:lnTo>
                <a:lnTo>
                  <a:pt x="66097" y="35680"/>
                </a:lnTo>
                <a:lnTo>
                  <a:pt x="55087" y="39598"/>
                </a:lnTo>
                <a:lnTo>
                  <a:pt x="55087" y="39599"/>
                </a:lnTo>
                <a:lnTo>
                  <a:pt x="34854" y="37576"/>
                </a:lnTo>
                <a:lnTo>
                  <a:pt x="23122" y="55201"/>
                </a:lnTo>
                <a:lnTo>
                  <a:pt x="0" y="52768"/>
                </a:lnTo>
                <a:lnTo>
                  <a:pt x="3587" y="35833"/>
                </a:lnTo>
                <a:lnTo>
                  <a:pt x="8828" y="33447"/>
                </a:lnTo>
                <a:lnTo>
                  <a:pt x="10290" y="15026"/>
                </a:lnTo>
                <a:lnTo>
                  <a:pt x="21264" y="6397"/>
                </a:lnTo>
                <a:lnTo>
                  <a:pt x="30480" y="9555"/>
                </a:lnTo>
                <a:lnTo>
                  <a:pt x="53265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8" name="Map / Bosnia and Herzegovina / 0">
            <a:extLst>
              <a:ext uri="{FF2B5EF4-FFF2-40B4-BE49-F238E27FC236}">
                <a16:creationId xmlns:a16="http://schemas.microsoft.com/office/drawing/2014/main" id="{D90D6578-EF49-479D-9D98-667D79C04495}"/>
              </a:ext>
            </a:extLst>
          </p:cNvPr>
          <p:cNvSpPr>
            <a:spLocks noGrp="1"/>
          </p:cNvSpPr>
          <p:nvPr/>
        </p:nvSpPr>
        <p:spPr>
          <a:xfrm>
            <a:off x="9769027" y="3062194"/>
            <a:ext cx="142058" cy="79984"/>
          </a:xfrm>
          <a:custGeom>
            <a:avLst/>
            <a:gdLst/>
            <a:ahLst/>
            <a:cxnLst/>
            <a:rect l="0" t="0" r="0" b="0"/>
            <a:pathLst>
              <a:path w="142058" h="79984">
                <a:moveTo>
                  <a:pt x="105420" y="79984"/>
                </a:moveTo>
                <a:lnTo>
                  <a:pt x="72465" y="68265"/>
                </a:lnTo>
                <a:lnTo>
                  <a:pt x="58155" y="55332"/>
                </a:lnTo>
                <a:lnTo>
                  <a:pt x="43925" y="48479"/>
                </a:lnTo>
                <a:lnTo>
                  <a:pt x="26672" y="36916"/>
                </a:lnTo>
                <a:lnTo>
                  <a:pt x="18411" y="27323"/>
                </a:lnTo>
                <a:lnTo>
                  <a:pt x="0" y="12849"/>
                </a:lnTo>
                <a:lnTo>
                  <a:pt x="7269" y="0"/>
                </a:lnTo>
                <a:lnTo>
                  <a:pt x="20643" y="7109"/>
                </a:lnTo>
                <a:lnTo>
                  <a:pt x="28378" y="686"/>
                </a:lnTo>
                <a:lnTo>
                  <a:pt x="45472" y="0"/>
                </a:lnTo>
                <a:lnTo>
                  <a:pt x="77146" y="5140"/>
                </a:lnTo>
                <a:lnTo>
                  <a:pt x="102468" y="4711"/>
                </a:lnTo>
                <a:lnTo>
                  <a:pt x="119298" y="11563"/>
                </a:lnTo>
                <a:lnTo>
                  <a:pt x="119298" y="11564"/>
                </a:lnTo>
                <a:lnTo>
                  <a:pt x="132585" y="11478"/>
                </a:lnTo>
                <a:lnTo>
                  <a:pt x="123916" y="25096"/>
                </a:lnTo>
                <a:lnTo>
                  <a:pt x="142058" y="37002"/>
                </a:lnTo>
                <a:lnTo>
                  <a:pt x="137255" y="51563"/>
                </a:lnTo>
                <a:lnTo>
                  <a:pt x="128655" y="52933"/>
                </a:lnTo>
                <a:lnTo>
                  <a:pt x="121893" y="55760"/>
                </a:lnTo>
                <a:lnTo>
                  <a:pt x="110203" y="62955"/>
                </a:lnTo>
                <a:lnTo>
                  <a:pt x="105420" y="7998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79" name="Map / North Macedonia / 0">
            <a:extLst>
              <a:ext uri="{FF2B5EF4-FFF2-40B4-BE49-F238E27FC236}">
                <a16:creationId xmlns:a16="http://schemas.microsoft.com/office/drawing/2014/main" id="{212084A2-BB35-41A2-A2AA-D582F9E1494D}"/>
              </a:ext>
            </a:extLst>
          </p:cNvPr>
          <p:cNvSpPr>
            <a:spLocks noGrp="1"/>
          </p:cNvSpPr>
          <p:nvPr/>
        </p:nvSpPr>
        <p:spPr>
          <a:xfrm>
            <a:off x="9945810" y="3152386"/>
            <a:ext cx="91974" cy="45739"/>
          </a:xfrm>
          <a:custGeom>
            <a:avLst/>
            <a:gdLst/>
            <a:ahLst/>
            <a:cxnLst/>
            <a:rect l="0" t="0" r="0" b="0"/>
            <a:pathLst>
              <a:path w="91974" h="45739">
                <a:moveTo>
                  <a:pt x="69625" y="0"/>
                </a:moveTo>
                <a:lnTo>
                  <a:pt x="88487" y="9936"/>
                </a:lnTo>
                <a:lnTo>
                  <a:pt x="91974" y="30407"/>
                </a:lnTo>
                <a:lnTo>
                  <a:pt x="84990" y="31435"/>
                </a:lnTo>
                <a:lnTo>
                  <a:pt x="79151" y="36831"/>
                </a:lnTo>
                <a:lnTo>
                  <a:pt x="59142" y="36231"/>
                </a:lnTo>
                <a:lnTo>
                  <a:pt x="45353" y="42998"/>
                </a:lnTo>
                <a:lnTo>
                  <a:pt x="21328" y="45739"/>
                </a:lnTo>
                <a:lnTo>
                  <a:pt x="5738" y="38201"/>
                </a:lnTo>
                <a:lnTo>
                  <a:pt x="0" y="24925"/>
                </a:lnTo>
                <a:lnTo>
                  <a:pt x="4280" y="14390"/>
                </a:lnTo>
                <a:lnTo>
                  <a:pt x="4280" y="14390"/>
                </a:lnTo>
                <a:lnTo>
                  <a:pt x="8971" y="14647"/>
                </a:lnTo>
                <a:lnTo>
                  <a:pt x="10377" y="8309"/>
                </a:lnTo>
                <a:lnTo>
                  <a:pt x="31932" y="3512"/>
                </a:lnTo>
                <a:lnTo>
                  <a:pt x="40128" y="2323"/>
                </a:lnTo>
                <a:lnTo>
                  <a:pt x="52587" y="514"/>
                </a:lnTo>
                <a:lnTo>
                  <a:pt x="69625" y="0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80" name="Map / Republic of Serbia / 0">
            <a:extLst>
              <a:ext uri="{FF2B5EF4-FFF2-40B4-BE49-F238E27FC236}">
                <a16:creationId xmlns:a16="http://schemas.microsoft.com/office/drawing/2014/main" id="{63C25AC5-6493-4612-A70D-65FEBCA42E57}"/>
              </a:ext>
            </a:extLst>
          </p:cNvPr>
          <p:cNvSpPr>
            <a:spLocks noGrp="1"/>
          </p:cNvSpPr>
          <p:nvPr/>
        </p:nvSpPr>
        <p:spPr>
          <a:xfrm>
            <a:off x="9880671" y="3033159"/>
            <a:ext cx="155850" cy="121550"/>
          </a:xfrm>
          <a:custGeom>
            <a:avLst/>
            <a:gdLst/>
            <a:ahLst/>
            <a:cxnLst/>
            <a:rect l="0" t="0" r="0" b="0"/>
            <a:pathLst>
              <a:path w="155850" h="121550">
                <a:moveTo>
                  <a:pt x="0" y="8137"/>
                </a:moveTo>
                <a:lnTo>
                  <a:pt x="0" y="8137"/>
                </a:lnTo>
                <a:lnTo>
                  <a:pt x="27718" y="0"/>
                </a:lnTo>
                <a:lnTo>
                  <a:pt x="50603" y="1370"/>
                </a:lnTo>
                <a:lnTo>
                  <a:pt x="70935" y="13533"/>
                </a:lnTo>
                <a:lnTo>
                  <a:pt x="75450" y="23383"/>
                </a:lnTo>
                <a:lnTo>
                  <a:pt x="98072" y="30664"/>
                </a:lnTo>
                <a:lnTo>
                  <a:pt x="101491" y="43425"/>
                </a:lnTo>
                <a:lnTo>
                  <a:pt x="123259" y="52418"/>
                </a:lnTo>
                <a:lnTo>
                  <a:pt x="134469" y="45481"/>
                </a:lnTo>
                <a:lnTo>
                  <a:pt x="143687" y="49336"/>
                </a:lnTo>
                <a:lnTo>
                  <a:pt x="135419" y="54560"/>
                </a:lnTo>
                <a:lnTo>
                  <a:pt x="142376" y="59956"/>
                </a:lnTo>
                <a:lnTo>
                  <a:pt x="133629" y="66979"/>
                </a:lnTo>
                <a:lnTo>
                  <a:pt x="137414" y="78286"/>
                </a:lnTo>
                <a:lnTo>
                  <a:pt x="155850" y="91648"/>
                </a:lnTo>
                <a:lnTo>
                  <a:pt x="142254" y="101326"/>
                </a:lnTo>
                <a:lnTo>
                  <a:pt x="136487" y="111177"/>
                </a:lnTo>
                <a:lnTo>
                  <a:pt x="140633" y="114859"/>
                </a:lnTo>
                <a:lnTo>
                  <a:pt x="134764" y="119227"/>
                </a:lnTo>
                <a:lnTo>
                  <a:pt x="117726" y="119742"/>
                </a:lnTo>
                <a:lnTo>
                  <a:pt x="105268" y="121550"/>
                </a:lnTo>
                <a:lnTo>
                  <a:pt x="103947" y="119227"/>
                </a:lnTo>
                <a:lnTo>
                  <a:pt x="108199" y="115545"/>
                </a:lnTo>
                <a:lnTo>
                  <a:pt x="112016" y="108007"/>
                </a:lnTo>
                <a:lnTo>
                  <a:pt x="106798" y="108178"/>
                </a:lnTo>
                <a:lnTo>
                  <a:pt x="99415" y="102440"/>
                </a:lnTo>
                <a:lnTo>
                  <a:pt x="93308" y="100984"/>
                </a:lnTo>
                <a:lnTo>
                  <a:pt x="88299" y="96059"/>
                </a:lnTo>
                <a:lnTo>
                  <a:pt x="81351" y="94131"/>
                </a:lnTo>
                <a:lnTo>
                  <a:pt x="75956" y="89763"/>
                </a:lnTo>
                <a:lnTo>
                  <a:pt x="69430" y="91476"/>
                </a:lnTo>
                <a:lnTo>
                  <a:pt x="64748" y="101754"/>
                </a:lnTo>
                <a:lnTo>
                  <a:pt x="56037" y="103981"/>
                </a:lnTo>
                <a:lnTo>
                  <a:pt x="58958" y="101326"/>
                </a:lnTo>
                <a:lnTo>
                  <a:pt x="44694" y="94902"/>
                </a:lnTo>
                <a:lnTo>
                  <a:pt x="32490" y="91567"/>
                </a:lnTo>
                <a:lnTo>
                  <a:pt x="26959" y="87279"/>
                </a:lnTo>
                <a:lnTo>
                  <a:pt x="17011" y="81969"/>
                </a:lnTo>
                <a:lnTo>
                  <a:pt x="25611" y="80599"/>
                </a:lnTo>
                <a:lnTo>
                  <a:pt x="30414" y="66038"/>
                </a:lnTo>
                <a:lnTo>
                  <a:pt x="12272" y="54132"/>
                </a:lnTo>
                <a:lnTo>
                  <a:pt x="20941" y="40513"/>
                </a:lnTo>
                <a:lnTo>
                  <a:pt x="7654" y="40599"/>
                </a:lnTo>
                <a:lnTo>
                  <a:pt x="7654" y="40599"/>
                </a:lnTo>
                <a:lnTo>
                  <a:pt x="21321" y="28951"/>
                </a:lnTo>
                <a:lnTo>
                  <a:pt x="9347" y="20128"/>
                </a:lnTo>
                <a:lnTo>
                  <a:pt x="0" y="8137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81" name="Map / Montenegro / 0">
            <a:extLst>
              <a:ext uri="{FF2B5EF4-FFF2-40B4-BE49-F238E27FC236}">
                <a16:creationId xmlns:a16="http://schemas.microsoft.com/office/drawing/2014/main" id="{1CD951A7-FD5F-4071-977F-9ABF9A606149}"/>
              </a:ext>
            </a:extLst>
          </p:cNvPr>
          <p:cNvSpPr>
            <a:spLocks noGrp="1"/>
          </p:cNvSpPr>
          <p:nvPr/>
        </p:nvSpPr>
        <p:spPr>
          <a:xfrm>
            <a:off x="9870584" y="3115128"/>
            <a:ext cx="69045" cy="50963"/>
          </a:xfrm>
          <a:custGeom>
            <a:avLst/>
            <a:gdLst/>
            <a:ahLst/>
            <a:cxnLst/>
            <a:rect l="0" t="0" r="0" b="0"/>
            <a:pathLst>
              <a:path w="69045" h="50963">
                <a:moveTo>
                  <a:pt x="59514" y="28951"/>
                </a:moveTo>
                <a:lnTo>
                  <a:pt x="49715" y="31691"/>
                </a:lnTo>
                <a:lnTo>
                  <a:pt x="47159" y="25867"/>
                </a:lnTo>
                <a:lnTo>
                  <a:pt x="31764" y="41113"/>
                </a:lnTo>
                <a:lnTo>
                  <a:pt x="34598" y="50963"/>
                </a:lnTo>
                <a:lnTo>
                  <a:pt x="26802" y="48565"/>
                </a:lnTo>
                <a:lnTo>
                  <a:pt x="16120" y="38458"/>
                </a:lnTo>
                <a:lnTo>
                  <a:pt x="0" y="32314"/>
                </a:lnTo>
                <a:lnTo>
                  <a:pt x="3863" y="27051"/>
                </a:lnTo>
                <a:lnTo>
                  <a:pt x="8646" y="10021"/>
                </a:lnTo>
                <a:lnTo>
                  <a:pt x="20336" y="2827"/>
                </a:lnTo>
                <a:lnTo>
                  <a:pt x="27098" y="0"/>
                </a:lnTo>
                <a:lnTo>
                  <a:pt x="37046" y="5311"/>
                </a:lnTo>
                <a:lnTo>
                  <a:pt x="42576" y="9598"/>
                </a:lnTo>
                <a:lnTo>
                  <a:pt x="54781" y="12934"/>
                </a:lnTo>
                <a:lnTo>
                  <a:pt x="69045" y="19358"/>
                </a:lnTo>
                <a:lnTo>
                  <a:pt x="66123" y="22013"/>
                </a:lnTo>
                <a:lnTo>
                  <a:pt x="59514" y="28951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82" name="Map / Kosovo / 0">
            <a:extLst>
              <a:ext uri="{FF2B5EF4-FFF2-40B4-BE49-F238E27FC236}">
                <a16:creationId xmlns:a16="http://schemas.microsoft.com/office/drawing/2014/main" id="{5019BFC0-54D0-4D4C-912C-CCF2570E6951}"/>
              </a:ext>
            </a:extLst>
          </p:cNvPr>
          <p:cNvSpPr>
            <a:spLocks noGrp="1"/>
          </p:cNvSpPr>
          <p:nvPr/>
        </p:nvSpPr>
        <p:spPr>
          <a:xfrm>
            <a:off x="9930097" y="3122922"/>
            <a:ext cx="62589" cy="44111"/>
          </a:xfrm>
          <a:custGeom>
            <a:avLst/>
            <a:gdLst/>
            <a:ahLst/>
            <a:cxnLst/>
            <a:rect l="0" t="0" r="0" b="0"/>
            <a:pathLst>
              <a:path w="62589" h="44111">
                <a:moveTo>
                  <a:pt x="19993" y="43854"/>
                </a:moveTo>
                <a:lnTo>
                  <a:pt x="17083" y="32633"/>
                </a:lnTo>
                <a:lnTo>
                  <a:pt x="8157" y="29464"/>
                </a:lnTo>
                <a:lnTo>
                  <a:pt x="0" y="21156"/>
                </a:lnTo>
                <a:lnTo>
                  <a:pt x="6610" y="14218"/>
                </a:lnTo>
                <a:lnTo>
                  <a:pt x="15321" y="11991"/>
                </a:lnTo>
                <a:lnTo>
                  <a:pt x="20003" y="1713"/>
                </a:lnTo>
                <a:lnTo>
                  <a:pt x="26529" y="0"/>
                </a:lnTo>
                <a:lnTo>
                  <a:pt x="31924" y="4368"/>
                </a:lnTo>
                <a:lnTo>
                  <a:pt x="38872" y="6295"/>
                </a:lnTo>
                <a:lnTo>
                  <a:pt x="43881" y="11220"/>
                </a:lnTo>
                <a:lnTo>
                  <a:pt x="49988" y="12677"/>
                </a:lnTo>
                <a:lnTo>
                  <a:pt x="57371" y="18415"/>
                </a:lnTo>
                <a:lnTo>
                  <a:pt x="62589" y="18244"/>
                </a:lnTo>
                <a:lnTo>
                  <a:pt x="58773" y="25781"/>
                </a:lnTo>
                <a:lnTo>
                  <a:pt x="54520" y="29464"/>
                </a:lnTo>
                <a:lnTo>
                  <a:pt x="55841" y="31787"/>
                </a:lnTo>
                <a:lnTo>
                  <a:pt x="47645" y="32976"/>
                </a:lnTo>
                <a:lnTo>
                  <a:pt x="26090" y="37773"/>
                </a:lnTo>
                <a:lnTo>
                  <a:pt x="24683" y="44111"/>
                </a:lnTo>
                <a:lnTo>
                  <a:pt x="19993" y="4385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83" name="Map / Trinidad and Tobago / 0">
            <a:extLst>
              <a:ext uri="{FF2B5EF4-FFF2-40B4-BE49-F238E27FC236}">
                <a16:creationId xmlns:a16="http://schemas.microsoft.com/office/drawing/2014/main" id="{15660374-3AA8-4668-A959-B01E0F0FE030}"/>
              </a:ext>
            </a:extLst>
          </p:cNvPr>
          <p:cNvSpPr>
            <a:spLocks noGrp="1"/>
          </p:cNvSpPr>
          <p:nvPr/>
        </p:nvSpPr>
        <p:spPr>
          <a:xfrm>
            <a:off x="6836076" y="4125349"/>
            <a:ext cx="40847" cy="27551"/>
          </a:xfrm>
          <a:custGeom>
            <a:avLst/>
            <a:gdLst/>
            <a:ahLst/>
            <a:cxnLst/>
            <a:rect l="0" t="0" r="0" b="0"/>
            <a:pathLst>
              <a:path w="40847" h="27551">
                <a:moveTo>
                  <a:pt x="10913" y="4024"/>
                </a:moveTo>
                <a:lnTo>
                  <a:pt x="32899" y="0"/>
                </a:lnTo>
                <a:lnTo>
                  <a:pt x="40847" y="1083"/>
                </a:lnTo>
                <a:lnTo>
                  <a:pt x="38612" y="24146"/>
                </a:lnTo>
                <a:lnTo>
                  <a:pt x="6760" y="27551"/>
                </a:lnTo>
                <a:lnTo>
                  <a:pt x="0" y="24765"/>
                </a:lnTo>
                <a:lnTo>
                  <a:pt x="11287" y="16252"/>
                </a:lnTo>
                <a:lnTo>
                  <a:pt x="10913" y="4024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84" name="Map / South Sudan / 0">
            <a:extLst>
              <a:ext uri="{FF2B5EF4-FFF2-40B4-BE49-F238E27FC236}">
                <a16:creationId xmlns:a16="http://schemas.microsoft.com/office/drawing/2014/main" id="{3ACF6106-A75B-456A-A6B9-20F1065A5E8E}"/>
              </a:ext>
            </a:extLst>
          </p:cNvPr>
          <p:cNvSpPr>
            <a:spLocks noGrp="1"/>
          </p:cNvSpPr>
          <p:nvPr/>
        </p:nvSpPr>
        <p:spPr>
          <a:xfrm>
            <a:off x="10100383" y="4083310"/>
            <a:ext cx="435290" cy="270522"/>
          </a:xfrm>
          <a:custGeom>
            <a:avLst/>
            <a:gdLst/>
            <a:ahLst/>
            <a:cxnLst/>
            <a:rect l="0" t="0" r="0" b="0"/>
            <a:pathLst>
              <a:path w="435290" h="270522">
                <a:moveTo>
                  <a:pt x="265726" y="270522"/>
                </a:moveTo>
                <a:lnTo>
                  <a:pt x="232077" y="249950"/>
                </a:lnTo>
                <a:lnTo>
                  <a:pt x="222948" y="236729"/>
                </a:lnTo>
                <a:lnTo>
                  <a:pt x="201780" y="243277"/>
                </a:lnTo>
                <a:lnTo>
                  <a:pt x="184156" y="241240"/>
                </a:lnTo>
                <a:lnTo>
                  <a:pt x="173993" y="246438"/>
                </a:lnTo>
                <a:lnTo>
                  <a:pt x="156870" y="242684"/>
                </a:lnTo>
                <a:lnTo>
                  <a:pt x="133635" y="217129"/>
                </a:lnTo>
                <a:lnTo>
                  <a:pt x="127441" y="207316"/>
                </a:lnTo>
                <a:lnTo>
                  <a:pt x="98888" y="195064"/>
                </a:lnTo>
                <a:lnTo>
                  <a:pt x="89127" y="176494"/>
                </a:lnTo>
                <a:lnTo>
                  <a:pt x="73148" y="163099"/>
                </a:lnTo>
                <a:lnTo>
                  <a:pt x="47407" y="146978"/>
                </a:lnTo>
                <a:lnTo>
                  <a:pt x="46963" y="136917"/>
                </a:lnTo>
                <a:lnTo>
                  <a:pt x="26006" y="124408"/>
                </a:lnTo>
                <a:lnTo>
                  <a:pt x="0" y="112318"/>
                </a:lnTo>
                <a:lnTo>
                  <a:pt x="11649" y="108945"/>
                </a:lnTo>
                <a:lnTo>
                  <a:pt x="24649" y="103099"/>
                </a:lnTo>
                <a:lnTo>
                  <a:pt x="34133" y="75464"/>
                </a:lnTo>
                <a:lnTo>
                  <a:pt x="44403" y="61115"/>
                </a:lnTo>
                <a:lnTo>
                  <a:pt x="71762" y="56864"/>
                </a:lnTo>
                <a:lnTo>
                  <a:pt x="78399" y="65367"/>
                </a:lnTo>
                <a:lnTo>
                  <a:pt x="98210" y="83436"/>
                </a:lnTo>
                <a:lnTo>
                  <a:pt x="108689" y="86093"/>
                </a:lnTo>
                <a:lnTo>
                  <a:pt x="122334" y="80779"/>
                </a:lnTo>
                <a:lnTo>
                  <a:pt x="149768" y="81841"/>
                </a:lnTo>
                <a:lnTo>
                  <a:pt x="155074" y="88219"/>
                </a:lnTo>
                <a:lnTo>
                  <a:pt x="192944" y="88219"/>
                </a:lnTo>
                <a:lnTo>
                  <a:pt x="194165" y="81841"/>
                </a:lnTo>
                <a:lnTo>
                  <a:pt x="213670" y="75996"/>
                </a:lnTo>
                <a:lnTo>
                  <a:pt x="217458" y="66961"/>
                </a:lnTo>
                <a:lnTo>
                  <a:pt x="231724" y="60584"/>
                </a:lnTo>
                <a:lnTo>
                  <a:pt x="263977" y="78653"/>
                </a:lnTo>
                <a:lnTo>
                  <a:pt x="283516" y="75464"/>
                </a:lnTo>
                <a:lnTo>
                  <a:pt x="302097" y="53144"/>
                </a:lnTo>
                <a:lnTo>
                  <a:pt x="322693" y="36138"/>
                </a:lnTo>
                <a:lnTo>
                  <a:pt x="319100" y="17537"/>
                </a:lnTo>
                <a:lnTo>
                  <a:pt x="309802" y="8503"/>
                </a:lnTo>
                <a:lnTo>
                  <a:pt x="332599" y="6909"/>
                </a:lnTo>
                <a:lnTo>
                  <a:pt x="335075" y="0"/>
                </a:lnTo>
                <a:lnTo>
                  <a:pt x="352725" y="2126"/>
                </a:lnTo>
                <a:lnTo>
                  <a:pt x="348592" y="24978"/>
                </a:lnTo>
                <a:lnTo>
                  <a:pt x="353556" y="47298"/>
                </a:lnTo>
                <a:lnTo>
                  <a:pt x="373344" y="59521"/>
                </a:lnTo>
                <a:lnTo>
                  <a:pt x="378090" y="70150"/>
                </a:lnTo>
                <a:lnTo>
                  <a:pt x="377684" y="85561"/>
                </a:lnTo>
                <a:lnTo>
                  <a:pt x="382958" y="86174"/>
                </a:lnTo>
                <a:lnTo>
                  <a:pt x="383760" y="110311"/>
                </a:lnTo>
                <a:lnTo>
                  <a:pt x="378206" y="119765"/>
                </a:lnTo>
                <a:lnTo>
                  <a:pt x="358024" y="120526"/>
                </a:lnTo>
                <a:lnTo>
                  <a:pt x="345292" y="138159"/>
                </a:lnTo>
                <a:lnTo>
                  <a:pt x="368690" y="140376"/>
                </a:lnTo>
                <a:lnTo>
                  <a:pt x="388163" y="155464"/>
                </a:lnTo>
                <a:lnTo>
                  <a:pt x="394977" y="167843"/>
                </a:lnTo>
                <a:lnTo>
                  <a:pt x="412443" y="175020"/>
                </a:lnTo>
                <a:lnTo>
                  <a:pt x="435290" y="208707"/>
                </a:lnTo>
                <a:lnTo>
                  <a:pt x="409659" y="229104"/>
                </a:lnTo>
                <a:lnTo>
                  <a:pt x="386370" y="247592"/>
                </a:lnTo>
                <a:lnTo>
                  <a:pt x="363040" y="261828"/>
                </a:lnTo>
                <a:lnTo>
                  <a:pt x="336241" y="261756"/>
                </a:lnTo>
                <a:lnTo>
                  <a:pt x="305621" y="269002"/>
                </a:lnTo>
                <a:lnTo>
                  <a:pt x="281361" y="262079"/>
                </a:lnTo>
                <a:lnTo>
                  <a:pt x="265726" y="270522"/>
                </a:lnTo>
                <a:close/>
              </a:path>
            </a:pathLst>
          </a:custGeom>
          <a:solidFill>
            <a:srgbClr val="E6E8E9"/>
          </a:solidFill>
          <a:ln w="7620">
            <a:solidFill>
              <a:srgbClr val="FFFFFF"/>
            </a:solidFill>
          </a:ln>
        </p:spPr>
      </p:sp>
      <p:sp>
        <p:nvSpPr>
          <p:cNvPr id="285" name="Pin point 01">
            <a:extLst>
              <a:ext uri="{FF2B5EF4-FFF2-40B4-BE49-F238E27FC236}">
                <a16:creationId xmlns:a16="http://schemas.microsoft.com/office/drawing/2014/main" id="{E1858314-1A95-42B6-BDF5-3FA8793E09D9}"/>
              </a:ext>
            </a:extLst>
          </p:cNvPr>
          <p:cNvSpPr>
            <a:spLocks noGrp="1"/>
          </p:cNvSpPr>
          <p:nvPr/>
        </p:nvSpPr>
        <p:spPr>
          <a:xfrm>
            <a:off x="5260632" y="2490788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735284"/>
          </a:solidFill>
          <a:ln w="0">
            <a:noFill/>
          </a:ln>
        </p:spPr>
      </p:sp>
      <p:sp>
        <p:nvSpPr>
          <p:cNvPr id="286" name="Pin 01">
            <a:extLst>
              <a:ext uri="{FF2B5EF4-FFF2-40B4-BE49-F238E27FC236}">
                <a16:creationId xmlns:a16="http://schemas.microsoft.com/office/drawing/2014/main" id="{48D17C5A-7802-4388-B932-C3663D2770DC}"/>
              </a:ext>
            </a:extLst>
          </p:cNvPr>
          <p:cNvSpPr>
            <a:spLocks noGrp="1"/>
          </p:cNvSpPr>
          <p:nvPr/>
        </p:nvSpPr>
        <p:spPr>
          <a:xfrm>
            <a:off x="5193957" y="2224088"/>
            <a:ext cx="381000" cy="381000"/>
          </a:xfrm>
          <a:prstGeom prst="ellipse">
            <a:avLst/>
          </a:prstGeom>
          <a:solidFill>
            <a:srgbClr val="735284"/>
          </a:solidFill>
          <a:ln w="0">
            <a:noFill/>
          </a:ln>
        </p:spPr>
      </p:sp>
      <p:sp>
        <p:nvSpPr>
          <p:cNvPr id="287" name="Pin centre 01">
            <a:extLst>
              <a:ext uri="{FF2B5EF4-FFF2-40B4-BE49-F238E27FC236}">
                <a16:creationId xmlns:a16="http://schemas.microsoft.com/office/drawing/2014/main" id="{252FC729-50F6-452F-86AE-672590264164}"/>
              </a:ext>
            </a:extLst>
          </p:cNvPr>
          <p:cNvSpPr>
            <a:spLocks noGrp="1"/>
          </p:cNvSpPr>
          <p:nvPr/>
        </p:nvSpPr>
        <p:spPr>
          <a:xfrm>
            <a:off x="5251107" y="2281238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88" name="01">
            <a:extLst>
              <a:ext uri="{FF2B5EF4-FFF2-40B4-BE49-F238E27FC236}">
                <a16:creationId xmlns:a16="http://schemas.microsoft.com/office/drawing/2014/main" id="{6694E641-05B7-46FA-B0C9-0BDC8A75D68F}"/>
              </a:ext>
            </a:extLst>
          </p:cNvPr>
          <p:cNvSpPr>
            <a:spLocks noGrp="1"/>
          </p:cNvSpPr>
          <p:nvPr/>
        </p:nvSpPr>
        <p:spPr>
          <a:xfrm>
            <a:off x="5146332" y="2290763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7352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2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9" name="Pin point 02">
            <a:extLst>
              <a:ext uri="{FF2B5EF4-FFF2-40B4-BE49-F238E27FC236}">
                <a16:creationId xmlns:a16="http://schemas.microsoft.com/office/drawing/2014/main" id="{76CED0DC-6DE9-4ADA-B9F4-03B68BFABAB3}"/>
              </a:ext>
            </a:extLst>
          </p:cNvPr>
          <p:cNvSpPr>
            <a:spLocks noGrp="1"/>
          </p:cNvSpPr>
          <p:nvPr/>
        </p:nvSpPr>
        <p:spPr>
          <a:xfrm>
            <a:off x="5399848" y="304800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735284"/>
          </a:solidFill>
          <a:ln w="0">
            <a:noFill/>
          </a:ln>
        </p:spPr>
      </p:sp>
      <p:sp>
        <p:nvSpPr>
          <p:cNvPr id="290" name="Pin 02">
            <a:extLst>
              <a:ext uri="{FF2B5EF4-FFF2-40B4-BE49-F238E27FC236}">
                <a16:creationId xmlns:a16="http://schemas.microsoft.com/office/drawing/2014/main" id="{49A0D79B-6BC0-43A5-95E1-7E5E8962F971}"/>
              </a:ext>
            </a:extLst>
          </p:cNvPr>
          <p:cNvSpPr>
            <a:spLocks noGrp="1"/>
          </p:cNvSpPr>
          <p:nvPr/>
        </p:nvSpPr>
        <p:spPr>
          <a:xfrm>
            <a:off x="5333173" y="2781300"/>
            <a:ext cx="381000" cy="381000"/>
          </a:xfrm>
          <a:prstGeom prst="ellipse">
            <a:avLst/>
          </a:prstGeom>
          <a:solidFill>
            <a:srgbClr val="735284"/>
          </a:solidFill>
          <a:ln w="0">
            <a:noFill/>
          </a:ln>
        </p:spPr>
      </p:sp>
      <p:sp>
        <p:nvSpPr>
          <p:cNvPr id="291" name="Pin centre 02">
            <a:extLst>
              <a:ext uri="{FF2B5EF4-FFF2-40B4-BE49-F238E27FC236}">
                <a16:creationId xmlns:a16="http://schemas.microsoft.com/office/drawing/2014/main" id="{BBB26284-908A-4B6B-874D-7282610AED00}"/>
              </a:ext>
            </a:extLst>
          </p:cNvPr>
          <p:cNvSpPr>
            <a:spLocks noGrp="1"/>
          </p:cNvSpPr>
          <p:nvPr/>
        </p:nvSpPr>
        <p:spPr>
          <a:xfrm>
            <a:off x="5390323" y="28384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92" name="02">
            <a:extLst>
              <a:ext uri="{FF2B5EF4-FFF2-40B4-BE49-F238E27FC236}">
                <a16:creationId xmlns:a16="http://schemas.microsoft.com/office/drawing/2014/main" id="{AA01F07A-E7B9-42B8-90F6-11EA3175C60E}"/>
              </a:ext>
            </a:extLst>
          </p:cNvPr>
          <p:cNvSpPr>
            <a:spLocks noGrp="1"/>
          </p:cNvSpPr>
          <p:nvPr/>
        </p:nvSpPr>
        <p:spPr>
          <a:xfrm>
            <a:off x="5285548" y="28479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7352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2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93" name="Pin point 03">
            <a:extLst>
              <a:ext uri="{FF2B5EF4-FFF2-40B4-BE49-F238E27FC236}">
                <a16:creationId xmlns:a16="http://schemas.microsoft.com/office/drawing/2014/main" id="{DB77864C-673B-438F-BFC7-F12544E1085C}"/>
              </a:ext>
            </a:extLst>
          </p:cNvPr>
          <p:cNvSpPr>
            <a:spLocks noGrp="1"/>
          </p:cNvSpPr>
          <p:nvPr/>
        </p:nvSpPr>
        <p:spPr>
          <a:xfrm>
            <a:off x="5221761" y="3512344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735284"/>
          </a:solidFill>
          <a:ln w="0">
            <a:noFill/>
          </a:ln>
        </p:spPr>
      </p:sp>
      <p:sp>
        <p:nvSpPr>
          <p:cNvPr id="294" name="Pin 03">
            <a:extLst>
              <a:ext uri="{FF2B5EF4-FFF2-40B4-BE49-F238E27FC236}">
                <a16:creationId xmlns:a16="http://schemas.microsoft.com/office/drawing/2014/main" id="{2FC37D05-A3D7-4249-B24B-01E734AC9CBE}"/>
              </a:ext>
            </a:extLst>
          </p:cNvPr>
          <p:cNvSpPr>
            <a:spLocks noGrp="1"/>
          </p:cNvSpPr>
          <p:nvPr/>
        </p:nvSpPr>
        <p:spPr>
          <a:xfrm>
            <a:off x="5155086" y="3245644"/>
            <a:ext cx="381000" cy="381000"/>
          </a:xfrm>
          <a:prstGeom prst="ellipse">
            <a:avLst/>
          </a:prstGeom>
          <a:solidFill>
            <a:srgbClr val="735284"/>
          </a:solidFill>
          <a:ln w="0">
            <a:noFill/>
          </a:ln>
        </p:spPr>
      </p:sp>
      <p:sp>
        <p:nvSpPr>
          <p:cNvPr id="295" name="Pin centre 03">
            <a:extLst>
              <a:ext uri="{FF2B5EF4-FFF2-40B4-BE49-F238E27FC236}">
                <a16:creationId xmlns:a16="http://schemas.microsoft.com/office/drawing/2014/main" id="{1F9A0884-9AA8-464B-965F-6E9895F8BCC2}"/>
              </a:ext>
            </a:extLst>
          </p:cNvPr>
          <p:cNvSpPr>
            <a:spLocks noGrp="1"/>
          </p:cNvSpPr>
          <p:nvPr/>
        </p:nvSpPr>
        <p:spPr>
          <a:xfrm>
            <a:off x="5212236" y="3302794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96" name="03">
            <a:extLst>
              <a:ext uri="{FF2B5EF4-FFF2-40B4-BE49-F238E27FC236}">
                <a16:creationId xmlns:a16="http://schemas.microsoft.com/office/drawing/2014/main" id="{7805709B-265F-4F24-A5AF-2CFAF1713C01}"/>
              </a:ext>
            </a:extLst>
          </p:cNvPr>
          <p:cNvSpPr>
            <a:spLocks noGrp="1"/>
          </p:cNvSpPr>
          <p:nvPr/>
        </p:nvSpPr>
        <p:spPr>
          <a:xfrm>
            <a:off x="5107461" y="3312319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7352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2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7" name="Pin point 04">
            <a:extLst>
              <a:ext uri="{FF2B5EF4-FFF2-40B4-BE49-F238E27FC236}">
                <a16:creationId xmlns:a16="http://schemas.microsoft.com/office/drawing/2014/main" id="{D3D68398-4C05-4B0E-BCF9-2D24C7261F51}"/>
              </a:ext>
            </a:extLst>
          </p:cNvPr>
          <p:cNvSpPr>
            <a:spLocks noGrp="1"/>
          </p:cNvSpPr>
          <p:nvPr/>
        </p:nvSpPr>
        <p:spPr>
          <a:xfrm>
            <a:off x="6287381" y="4100513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735284"/>
          </a:solidFill>
          <a:ln w="0">
            <a:noFill/>
          </a:ln>
        </p:spPr>
      </p:sp>
      <p:sp>
        <p:nvSpPr>
          <p:cNvPr id="298" name="Pin 04">
            <a:extLst>
              <a:ext uri="{FF2B5EF4-FFF2-40B4-BE49-F238E27FC236}">
                <a16:creationId xmlns:a16="http://schemas.microsoft.com/office/drawing/2014/main" id="{8D953C65-57A7-4DC1-B6F0-DAEF6F380E57}"/>
              </a:ext>
            </a:extLst>
          </p:cNvPr>
          <p:cNvSpPr>
            <a:spLocks noGrp="1"/>
          </p:cNvSpPr>
          <p:nvPr/>
        </p:nvSpPr>
        <p:spPr>
          <a:xfrm>
            <a:off x="6220706" y="3833813"/>
            <a:ext cx="381000" cy="381000"/>
          </a:xfrm>
          <a:prstGeom prst="ellipse">
            <a:avLst/>
          </a:prstGeom>
          <a:solidFill>
            <a:srgbClr val="735284"/>
          </a:solidFill>
          <a:ln w="0">
            <a:noFill/>
          </a:ln>
        </p:spPr>
      </p:sp>
      <p:sp>
        <p:nvSpPr>
          <p:cNvPr id="299" name="Pin centre 04">
            <a:extLst>
              <a:ext uri="{FF2B5EF4-FFF2-40B4-BE49-F238E27FC236}">
                <a16:creationId xmlns:a16="http://schemas.microsoft.com/office/drawing/2014/main" id="{BEB7491A-8C2C-4403-9A4E-1F71ABCA55A4}"/>
              </a:ext>
            </a:extLst>
          </p:cNvPr>
          <p:cNvSpPr>
            <a:spLocks noGrp="1"/>
          </p:cNvSpPr>
          <p:nvPr/>
        </p:nvSpPr>
        <p:spPr>
          <a:xfrm>
            <a:off x="6277856" y="3890963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00" name="04">
            <a:extLst>
              <a:ext uri="{FF2B5EF4-FFF2-40B4-BE49-F238E27FC236}">
                <a16:creationId xmlns:a16="http://schemas.microsoft.com/office/drawing/2014/main" id="{86D46347-B9F4-4605-BA4D-A177EAC4209B}"/>
              </a:ext>
            </a:extLst>
          </p:cNvPr>
          <p:cNvSpPr>
            <a:spLocks noGrp="1"/>
          </p:cNvSpPr>
          <p:nvPr/>
        </p:nvSpPr>
        <p:spPr>
          <a:xfrm>
            <a:off x="6173081" y="3900488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7352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2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1" name="Pin point 05">
            <a:extLst>
              <a:ext uri="{FF2B5EF4-FFF2-40B4-BE49-F238E27FC236}">
                <a16:creationId xmlns:a16="http://schemas.microsoft.com/office/drawing/2014/main" id="{0CFBFD06-3527-4322-999B-216B66F3F6CD}"/>
              </a:ext>
            </a:extLst>
          </p:cNvPr>
          <p:cNvSpPr>
            <a:spLocks noGrp="1"/>
          </p:cNvSpPr>
          <p:nvPr/>
        </p:nvSpPr>
        <p:spPr>
          <a:xfrm>
            <a:off x="7092228" y="4595813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735284"/>
          </a:solidFill>
          <a:ln w="0">
            <a:noFill/>
          </a:ln>
        </p:spPr>
      </p:sp>
      <p:sp>
        <p:nvSpPr>
          <p:cNvPr id="302" name="Pin 05">
            <a:extLst>
              <a:ext uri="{FF2B5EF4-FFF2-40B4-BE49-F238E27FC236}">
                <a16:creationId xmlns:a16="http://schemas.microsoft.com/office/drawing/2014/main" id="{87A14D1F-5CDA-4675-B237-D80C2179158E}"/>
              </a:ext>
            </a:extLst>
          </p:cNvPr>
          <p:cNvSpPr>
            <a:spLocks noGrp="1"/>
          </p:cNvSpPr>
          <p:nvPr/>
        </p:nvSpPr>
        <p:spPr>
          <a:xfrm>
            <a:off x="7025553" y="4329113"/>
            <a:ext cx="381000" cy="381000"/>
          </a:xfrm>
          <a:prstGeom prst="ellipse">
            <a:avLst/>
          </a:prstGeom>
          <a:solidFill>
            <a:srgbClr val="735284"/>
          </a:solidFill>
          <a:ln w="0">
            <a:noFill/>
          </a:ln>
        </p:spPr>
      </p:sp>
      <p:sp>
        <p:nvSpPr>
          <p:cNvPr id="303" name="Pin centre 05">
            <a:extLst>
              <a:ext uri="{FF2B5EF4-FFF2-40B4-BE49-F238E27FC236}">
                <a16:creationId xmlns:a16="http://schemas.microsoft.com/office/drawing/2014/main" id="{2B3983F9-A51C-463C-9B5F-B98F712A115F}"/>
              </a:ext>
            </a:extLst>
          </p:cNvPr>
          <p:cNvSpPr>
            <a:spLocks noGrp="1"/>
          </p:cNvSpPr>
          <p:nvPr/>
        </p:nvSpPr>
        <p:spPr>
          <a:xfrm>
            <a:off x="7082703" y="4386263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04" name="05">
            <a:extLst>
              <a:ext uri="{FF2B5EF4-FFF2-40B4-BE49-F238E27FC236}">
                <a16:creationId xmlns:a16="http://schemas.microsoft.com/office/drawing/2014/main" id="{96710F36-D52F-4A4D-9FB5-07939565E01A}"/>
              </a:ext>
            </a:extLst>
          </p:cNvPr>
          <p:cNvSpPr>
            <a:spLocks noGrp="1"/>
          </p:cNvSpPr>
          <p:nvPr/>
        </p:nvSpPr>
        <p:spPr>
          <a:xfrm>
            <a:off x="6977928" y="4395788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7352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2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5" name="Leader line">
            <a:extLst>
              <a:ext uri="{FF2B5EF4-FFF2-40B4-BE49-F238E27FC236}">
                <a16:creationId xmlns:a16="http://schemas.microsoft.com/office/drawing/2014/main" id="{74AF24ED-D749-4E42-B76E-F896D55CCE41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699408" cy="552450"/>
          </a:xfrm>
          <a:custGeom>
            <a:avLst/>
            <a:gdLst/>
            <a:ahLst/>
            <a:cxnLst/>
            <a:rect l="0" t="0" r="0" b="0"/>
            <a:pathLst>
              <a:path w="699408" h="552450">
                <a:moveTo>
                  <a:pt x="699408" y="5524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B98132"/>
            </a:solidFill>
          </a:ln>
        </p:spPr>
      </p:sp>
      <p:sp>
        <p:nvSpPr>
          <p:cNvPr id="306" name="Country location">
            <a:extLst>
              <a:ext uri="{FF2B5EF4-FFF2-40B4-BE49-F238E27FC236}">
                <a16:creationId xmlns:a16="http://schemas.microsoft.com/office/drawing/2014/main" id="{313AA3C9-CD6C-4D57-8CAD-76FEBC099F2F}"/>
              </a:ext>
            </a:extLst>
          </p:cNvPr>
          <p:cNvSpPr>
            <a:spLocks noGrp="1"/>
          </p:cNvSpPr>
          <p:nvPr/>
        </p:nvSpPr>
        <p:spPr>
          <a:xfrm>
            <a:off x="9090933" y="2762250"/>
            <a:ext cx="57150" cy="5715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07" name="Pin point 06">
            <a:extLst>
              <a:ext uri="{FF2B5EF4-FFF2-40B4-BE49-F238E27FC236}">
                <a16:creationId xmlns:a16="http://schemas.microsoft.com/office/drawing/2014/main" id="{1737D0FB-77AA-4BC5-891E-11B78E4DED22}"/>
              </a:ext>
            </a:extLst>
          </p:cNvPr>
          <p:cNvSpPr>
            <a:spLocks noGrp="1"/>
          </p:cNvSpPr>
          <p:nvPr/>
        </p:nvSpPr>
        <p:spPr>
          <a:xfrm>
            <a:off x="8296275" y="20002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B98132"/>
          </a:solidFill>
          <a:ln w="0">
            <a:noFill/>
          </a:ln>
        </p:spPr>
      </p:sp>
      <p:sp>
        <p:nvSpPr>
          <p:cNvPr id="308" name="Pin 06">
            <a:extLst>
              <a:ext uri="{FF2B5EF4-FFF2-40B4-BE49-F238E27FC236}">
                <a16:creationId xmlns:a16="http://schemas.microsoft.com/office/drawing/2014/main" id="{5FDC5D44-1957-4283-A85E-1951F8B79A51}"/>
              </a:ext>
            </a:extLst>
          </p:cNvPr>
          <p:cNvSpPr>
            <a:spLocks noGrp="1"/>
          </p:cNvSpPr>
          <p:nvPr/>
        </p:nvSpPr>
        <p:spPr>
          <a:xfrm>
            <a:off x="8229600" y="1733550"/>
            <a:ext cx="381000" cy="38100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09" name="Pin centre 06">
            <a:extLst>
              <a:ext uri="{FF2B5EF4-FFF2-40B4-BE49-F238E27FC236}">
                <a16:creationId xmlns:a16="http://schemas.microsoft.com/office/drawing/2014/main" id="{F69689D4-167C-4E76-81CB-4248B6594B52}"/>
              </a:ext>
            </a:extLst>
          </p:cNvPr>
          <p:cNvSpPr>
            <a:spLocks noGrp="1"/>
          </p:cNvSpPr>
          <p:nvPr/>
        </p:nvSpPr>
        <p:spPr>
          <a:xfrm>
            <a:off x="8286750" y="179070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0" name="06">
            <a:extLst>
              <a:ext uri="{FF2B5EF4-FFF2-40B4-BE49-F238E27FC236}">
                <a16:creationId xmlns:a16="http://schemas.microsoft.com/office/drawing/2014/main" id="{76D80C2C-5B29-4A7B-84D0-8964F7F3BAFE}"/>
              </a:ext>
            </a:extLst>
          </p:cNvPr>
          <p:cNvSpPr>
            <a:spLocks noGrp="1"/>
          </p:cNvSpPr>
          <p:nvPr/>
        </p:nvSpPr>
        <p:spPr>
          <a:xfrm>
            <a:off x="8181975" y="18002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B981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81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1" name="Leader line">
            <a:extLst>
              <a:ext uri="{FF2B5EF4-FFF2-40B4-BE49-F238E27FC236}">
                <a16:creationId xmlns:a16="http://schemas.microsoft.com/office/drawing/2014/main" id="{6DE3A2C2-8974-4FF7-B83A-03DACBBDF079}"/>
              </a:ext>
            </a:extLst>
          </p:cNvPr>
          <p:cNvSpPr>
            <a:spLocks noGrp="1"/>
          </p:cNvSpPr>
          <p:nvPr/>
        </p:nvSpPr>
        <p:spPr>
          <a:xfrm>
            <a:off x="8924925" y="2238375"/>
            <a:ext cx="629340" cy="645319"/>
          </a:xfrm>
          <a:custGeom>
            <a:avLst/>
            <a:gdLst/>
            <a:ahLst/>
            <a:cxnLst/>
            <a:rect l="0" t="0" r="0" b="0"/>
            <a:pathLst>
              <a:path w="629340" h="645319">
                <a:moveTo>
                  <a:pt x="629340" y="64531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B98132"/>
            </a:solidFill>
          </a:ln>
        </p:spPr>
      </p:sp>
      <p:sp>
        <p:nvSpPr>
          <p:cNvPr id="312" name="Country location">
            <a:extLst>
              <a:ext uri="{FF2B5EF4-FFF2-40B4-BE49-F238E27FC236}">
                <a16:creationId xmlns:a16="http://schemas.microsoft.com/office/drawing/2014/main" id="{27EDF05D-A5E2-45C5-95E4-41118D21CDAF}"/>
              </a:ext>
            </a:extLst>
          </p:cNvPr>
          <p:cNvSpPr>
            <a:spLocks noGrp="1"/>
          </p:cNvSpPr>
          <p:nvPr/>
        </p:nvSpPr>
        <p:spPr>
          <a:xfrm>
            <a:off x="9525690" y="2855119"/>
            <a:ext cx="57150" cy="5715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13" name="Pin point 07">
            <a:extLst>
              <a:ext uri="{FF2B5EF4-FFF2-40B4-BE49-F238E27FC236}">
                <a16:creationId xmlns:a16="http://schemas.microsoft.com/office/drawing/2014/main" id="{D9EFEA78-43BB-4B58-B060-6D605EC44481}"/>
              </a:ext>
            </a:extLst>
          </p:cNvPr>
          <p:cNvSpPr>
            <a:spLocks noGrp="1"/>
          </p:cNvSpPr>
          <p:nvPr/>
        </p:nvSpPr>
        <p:spPr>
          <a:xfrm>
            <a:off x="8801100" y="20002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B98132"/>
          </a:solidFill>
          <a:ln w="0">
            <a:noFill/>
          </a:ln>
        </p:spPr>
      </p:sp>
      <p:sp>
        <p:nvSpPr>
          <p:cNvPr id="314" name="Pin 07">
            <a:extLst>
              <a:ext uri="{FF2B5EF4-FFF2-40B4-BE49-F238E27FC236}">
                <a16:creationId xmlns:a16="http://schemas.microsoft.com/office/drawing/2014/main" id="{4A25E0CB-1840-4195-919A-DAAA0A60C842}"/>
              </a:ext>
            </a:extLst>
          </p:cNvPr>
          <p:cNvSpPr>
            <a:spLocks noGrp="1"/>
          </p:cNvSpPr>
          <p:nvPr/>
        </p:nvSpPr>
        <p:spPr>
          <a:xfrm>
            <a:off x="8734425" y="1733550"/>
            <a:ext cx="381000" cy="38100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15" name="Pin centre 07">
            <a:extLst>
              <a:ext uri="{FF2B5EF4-FFF2-40B4-BE49-F238E27FC236}">
                <a16:creationId xmlns:a16="http://schemas.microsoft.com/office/drawing/2014/main" id="{B7B78DC6-0793-4F5E-8B70-7B4DB560E1CB}"/>
              </a:ext>
            </a:extLst>
          </p:cNvPr>
          <p:cNvSpPr>
            <a:spLocks noGrp="1"/>
          </p:cNvSpPr>
          <p:nvPr/>
        </p:nvSpPr>
        <p:spPr>
          <a:xfrm>
            <a:off x="8791575" y="179070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16" name="07">
            <a:extLst>
              <a:ext uri="{FF2B5EF4-FFF2-40B4-BE49-F238E27FC236}">
                <a16:creationId xmlns:a16="http://schemas.microsoft.com/office/drawing/2014/main" id="{F60EABEC-E5B2-444F-8878-3BAB0B381320}"/>
              </a:ext>
            </a:extLst>
          </p:cNvPr>
          <p:cNvSpPr>
            <a:spLocks noGrp="1"/>
          </p:cNvSpPr>
          <p:nvPr/>
        </p:nvSpPr>
        <p:spPr>
          <a:xfrm>
            <a:off x="8686800" y="18002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B981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813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7" name="Leader line">
            <a:extLst>
              <a:ext uri="{FF2B5EF4-FFF2-40B4-BE49-F238E27FC236}">
                <a16:creationId xmlns:a16="http://schemas.microsoft.com/office/drawing/2014/main" id="{1EA24911-37EF-4F9E-BB3F-FCD10E69A088}"/>
              </a:ext>
            </a:extLst>
          </p:cNvPr>
          <p:cNvSpPr>
            <a:spLocks noGrp="1"/>
          </p:cNvSpPr>
          <p:nvPr/>
        </p:nvSpPr>
        <p:spPr>
          <a:xfrm>
            <a:off x="9429750" y="2238375"/>
            <a:ext cx="449606" cy="614363"/>
          </a:xfrm>
          <a:custGeom>
            <a:avLst/>
            <a:gdLst/>
            <a:ahLst/>
            <a:cxnLst/>
            <a:rect l="0" t="0" r="0" b="0"/>
            <a:pathLst>
              <a:path w="449606" h="614363">
                <a:moveTo>
                  <a:pt x="449606" y="614363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B98132"/>
            </a:solidFill>
          </a:ln>
        </p:spPr>
      </p:sp>
      <p:sp>
        <p:nvSpPr>
          <p:cNvPr id="318" name="Country location">
            <a:extLst>
              <a:ext uri="{FF2B5EF4-FFF2-40B4-BE49-F238E27FC236}">
                <a16:creationId xmlns:a16="http://schemas.microsoft.com/office/drawing/2014/main" id="{0DA1575F-20F2-4ADA-AB92-47BD9197ADDE}"/>
              </a:ext>
            </a:extLst>
          </p:cNvPr>
          <p:cNvSpPr>
            <a:spLocks noGrp="1"/>
          </p:cNvSpPr>
          <p:nvPr/>
        </p:nvSpPr>
        <p:spPr>
          <a:xfrm>
            <a:off x="9850781" y="2824163"/>
            <a:ext cx="57150" cy="5715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19" name="Pin point 08">
            <a:extLst>
              <a:ext uri="{FF2B5EF4-FFF2-40B4-BE49-F238E27FC236}">
                <a16:creationId xmlns:a16="http://schemas.microsoft.com/office/drawing/2014/main" id="{A070F326-A45A-43C1-80DD-6BB2078F034A}"/>
              </a:ext>
            </a:extLst>
          </p:cNvPr>
          <p:cNvSpPr>
            <a:spLocks noGrp="1"/>
          </p:cNvSpPr>
          <p:nvPr/>
        </p:nvSpPr>
        <p:spPr>
          <a:xfrm>
            <a:off x="9305925" y="20002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B98132"/>
          </a:solidFill>
          <a:ln w="0">
            <a:noFill/>
          </a:ln>
        </p:spPr>
      </p:sp>
      <p:sp>
        <p:nvSpPr>
          <p:cNvPr id="320" name="Pin 08">
            <a:extLst>
              <a:ext uri="{FF2B5EF4-FFF2-40B4-BE49-F238E27FC236}">
                <a16:creationId xmlns:a16="http://schemas.microsoft.com/office/drawing/2014/main" id="{556159B4-A714-468D-9FEC-5349963420BF}"/>
              </a:ext>
            </a:extLst>
          </p:cNvPr>
          <p:cNvSpPr>
            <a:spLocks noGrp="1"/>
          </p:cNvSpPr>
          <p:nvPr/>
        </p:nvSpPr>
        <p:spPr>
          <a:xfrm>
            <a:off x="9239250" y="1733550"/>
            <a:ext cx="381000" cy="38100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21" name="Pin centre 08">
            <a:extLst>
              <a:ext uri="{FF2B5EF4-FFF2-40B4-BE49-F238E27FC236}">
                <a16:creationId xmlns:a16="http://schemas.microsoft.com/office/drawing/2014/main" id="{41879EE6-4D36-4126-924F-CD4DD632FF73}"/>
              </a:ext>
            </a:extLst>
          </p:cNvPr>
          <p:cNvSpPr>
            <a:spLocks noGrp="1"/>
          </p:cNvSpPr>
          <p:nvPr/>
        </p:nvSpPr>
        <p:spPr>
          <a:xfrm>
            <a:off x="9296400" y="179070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2" name="08">
            <a:extLst>
              <a:ext uri="{FF2B5EF4-FFF2-40B4-BE49-F238E27FC236}">
                <a16:creationId xmlns:a16="http://schemas.microsoft.com/office/drawing/2014/main" id="{B08261D8-ACCF-420D-9700-E7E7A9A56CA0}"/>
              </a:ext>
            </a:extLst>
          </p:cNvPr>
          <p:cNvSpPr>
            <a:spLocks noGrp="1"/>
          </p:cNvSpPr>
          <p:nvPr/>
        </p:nvSpPr>
        <p:spPr>
          <a:xfrm>
            <a:off x="9191625" y="18002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B981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813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23" name="Leader line">
            <a:extLst>
              <a:ext uri="{FF2B5EF4-FFF2-40B4-BE49-F238E27FC236}">
                <a16:creationId xmlns:a16="http://schemas.microsoft.com/office/drawing/2014/main" id="{A7953FEF-DBAD-4D85-B753-362C700E3271}"/>
              </a:ext>
            </a:extLst>
          </p:cNvPr>
          <p:cNvSpPr>
            <a:spLocks noGrp="1"/>
          </p:cNvSpPr>
          <p:nvPr/>
        </p:nvSpPr>
        <p:spPr>
          <a:xfrm>
            <a:off x="9934575" y="2238375"/>
            <a:ext cx="171741" cy="800100"/>
          </a:xfrm>
          <a:custGeom>
            <a:avLst/>
            <a:gdLst/>
            <a:ahLst/>
            <a:cxnLst/>
            <a:rect l="0" t="0" r="0" b="0"/>
            <a:pathLst>
              <a:path w="171741" h="800100">
                <a:moveTo>
                  <a:pt x="171741" y="8001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B98132"/>
            </a:solidFill>
          </a:ln>
        </p:spPr>
      </p:sp>
      <p:sp>
        <p:nvSpPr>
          <p:cNvPr id="324" name="Country location">
            <a:extLst>
              <a:ext uri="{FF2B5EF4-FFF2-40B4-BE49-F238E27FC236}">
                <a16:creationId xmlns:a16="http://schemas.microsoft.com/office/drawing/2014/main" id="{FD999B94-DC6A-4507-A598-5875D16C3021}"/>
              </a:ext>
            </a:extLst>
          </p:cNvPr>
          <p:cNvSpPr>
            <a:spLocks noGrp="1"/>
          </p:cNvSpPr>
          <p:nvPr/>
        </p:nvSpPr>
        <p:spPr>
          <a:xfrm>
            <a:off x="10077741" y="3009900"/>
            <a:ext cx="57150" cy="5715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25" name="Pin point 09">
            <a:extLst>
              <a:ext uri="{FF2B5EF4-FFF2-40B4-BE49-F238E27FC236}">
                <a16:creationId xmlns:a16="http://schemas.microsoft.com/office/drawing/2014/main" id="{82AE730D-E88A-4B03-B4EC-98E0B57A6689}"/>
              </a:ext>
            </a:extLst>
          </p:cNvPr>
          <p:cNvSpPr>
            <a:spLocks noGrp="1"/>
          </p:cNvSpPr>
          <p:nvPr/>
        </p:nvSpPr>
        <p:spPr>
          <a:xfrm>
            <a:off x="9810750" y="20002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B98132"/>
          </a:solidFill>
          <a:ln w="0">
            <a:noFill/>
          </a:ln>
        </p:spPr>
      </p:sp>
      <p:sp>
        <p:nvSpPr>
          <p:cNvPr id="326" name="Pin 09">
            <a:extLst>
              <a:ext uri="{FF2B5EF4-FFF2-40B4-BE49-F238E27FC236}">
                <a16:creationId xmlns:a16="http://schemas.microsoft.com/office/drawing/2014/main" id="{18962D7C-3682-47E7-8DD4-D7E165A60745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381000" cy="38100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27" name="Pin centre 09">
            <a:extLst>
              <a:ext uri="{FF2B5EF4-FFF2-40B4-BE49-F238E27FC236}">
                <a16:creationId xmlns:a16="http://schemas.microsoft.com/office/drawing/2014/main" id="{C7E1ADDD-FDF4-44D2-B633-D0A4F3651E1C}"/>
              </a:ext>
            </a:extLst>
          </p:cNvPr>
          <p:cNvSpPr>
            <a:spLocks noGrp="1"/>
          </p:cNvSpPr>
          <p:nvPr/>
        </p:nvSpPr>
        <p:spPr>
          <a:xfrm>
            <a:off x="9801225" y="179070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28" name="09">
            <a:extLst>
              <a:ext uri="{FF2B5EF4-FFF2-40B4-BE49-F238E27FC236}">
                <a16:creationId xmlns:a16="http://schemas.microsoft.com/office/drawing/2014/main" id="{BA2BF3C0-E777-4B19-B2A4-9F96DB0F4ED8}"/>
              </a:ext>
            </a:extLst>
          </p:cNvPr>
          <p:cNvSpPr>
            <a:spLocks noGrp="1"/>
          </p:cNvSpPr>
          <p:nvPr/>
        </p:nvSpPr>
        <p:spPr>
          <a:xfrm>
            <a:off x="9696450" y="18002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B981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813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29" name="Leader line">
            <a:extLst>
              <a:ext uri="{FF2B5EF4-FFF2-40B4-BE49-F238E27FC236}">
                <a16:creationId xmlns:a16="http://schemas.microsoft.com/office/drawing/2014/main" id="{71405408-EB33-4EBB-80B8-9DF26283D5FF}"/>
              </a:ext>
            </a:extLst>
          </p:cNvPr>
          <p:cNvSpPr>
            <a:spLocks noGrp="1"/>
          </p:cNvSpPr>
          <p:nvPr/>
        </p:nvSpPr>
        <p:spPr>
          <a:xfrm>
            <a:off x="10356312" y="2238375"/>
            <a:ext cx="83088" cy="707231"/>
          </a:xfrm>
          <a:custGeom>
            <a:avLst/>
            <a:gdLst/>
            <a:ahLst/>
            <a:cxnLst/>
            <a:rect l="0" t="0" r="0" b="0"/>
            <a:pathLst>
              <a:path w="83088" h="707231">
                <a:moveTo>
                  <a:pt x="0" y="707231"/>
                </a:moveTo>
                <a:lnTo>
                  <a:pt x="83088" y="0"/>
                </a:lnTo>
              </a:path>
            </a:pathLst>
          </a:custGeom>
          <a:noFill/>
          <a:ln w="11430">
            <a:solidFill>
              <a:srgbClr val="B98132"/>
            </a:solidFill>
          </a:ln>
        </p:spPr>
      </p:sp>
      <p:sp>
        <p:nvSpPr>
          <p:cNvPr id="330" name="Country location">
            <a:extLst>
              <a:ext uri="{FF2B5EF4-FFF2-40B4-BE49-F238E27FC236}">
                <a16:creationId xmlns:a16="http://schemas.microsoft.com/office/drawing/2014/main" id="{BFEEA521-40C1-416F-9C37-EDD71AE5FBD6}"/>
              </a:ext>
            </a:extLst>
          </p:cNvPr>
          <p:cNvSpPr>
            <a:spLocks noGrp="1"/>
          </p:cNvSpPr>
          <p:nvPr/>
        </p:nvSpPr>
        <p:spPr>
          <a:xfrm>
            <a:off x="10327737" y="2917031"/>
            <a:ext cx="57150" cy="5715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31" name="Pin point 10">
            <a:extLst>
              <a:ext uri="{FF2B5EF4-FFF2-40B4-BE49-F238E27FC236}">
                <a16:creationId xmlns:a16="http://schemas.microsoft.com/office/drawing/2014/main" id="{226457FC-E5AE-49BB-AA49-C8424617DBF6}"/>
              </a:ext>
            </a:extLst>
          </p:cNvPr>
          <p:cNvSpPr>
            <a:spLocks noGrp="1"/>
          </p:cNvSpPr>
          <p:nvPr/>
        </p:nvSpPr>
        <p:spPr>
          <a:xfrm>
            <a:off x="10315575" y="20002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B98132"/>
          </a:solidFill>
          <a:ln w="0">
            <a:noFill/>
          </a:ln>
        </p:spPr>
      </p:sp>
      <p:sp>
        <p:nvSpPr>
          <p:cNvPr id="332" name="Pin 10">
            <a:extLst>
              <a:ext uri="{FF2B5EF4-FFF2-40B4-BE49-F238E27FC236}">
                <a16:creationId xmlns:a16="http://schemas.microsoft.com/office/drawing/2014/main" id="{5B1ED1A6-A960-4CD0-BFCD-2AD49A49CE4C}"/>
              </a:ext>
            </a:extLst>
          </p:cNvPr>
          <p:cNvSpPr>
            <a:spLocks noGrp="1"/>
          </p:cNvSpPr>
          <p:nvPr/>
        </p:nvSpPr>
        <p:spPr>
          <a:xfrm>
            <a:off x="10248900" y="1733550"/>
            <a:ext cx="381000" cy="381000"/>
          </a:xfrm>
          <a:prstGeom prst="ellipse">
            <a:avLst/>
          </a:prstGeom>
          <a:solidFill>
            <a:srgbClr val="B98132"/>
          </a:solidFill>
          <a:ln w="0">
            <a:noFill/>
          </a:ln>
        </p:spPr>
      </p:sp>
      <p:sp>
        <p:nvSpPr>
          <p:cNvPr id="333" name="Pin centre 10">
            <a:extLst>
              <a:ext uri="{FF2B5EF4-FFF2-40B4-BE49-F238E27FC236}">
                <a16:creationId xmlns:a16="http://schemas.microsoft.com/office/drawing/2014/main" id="{60EBD78A-A21C-4B31-A62F-76332B57E926}"/>
              </a:ext>
            </a:extLst>
          </p:cNvPr>
          <p:cNvSpPr>
            <a:spLocks noGrp="1"/>
          </p:cNvSpPr>
          <p:nvPr/>
        </p:nvSpPr>
        <p:spPr>
          <a:xfrm>
            <a:off x="10306050" y="179070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34" name="10">
            <a:extLst>
              <a:ext uri="{FF2B5EF4-FFF2-40B4-BE49-F238E27FC236}">
                <a16:creationId xmlns:a16="http://schemas.microsoft.com/office/drawing/2014/main" id="{57E84DE4-F2AE-4AD2-9AF7-8D905D6911C1}"/>
              </a:ext>
            </a:extLst>
          </p:cNvPr>
          <p:cNvSpPr>
            <a:spLocks noGrp="1"/>
          </p:cNvSpPr>
          <p:nvPr/>
        </p:nvSpPr>
        <p:spPr>
          <a:xfrm>
            <a:off x="10201275" y="18002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B981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813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35" name="Pin point 11">
            <a:extLst>
              <a:ext uri="{FF2B5EF4-FFF2-40B4-BE49-F238E27FC236}">
                <a16:creationId xmlns:a16="http://schemas.microsoft.com/office/drawing/2014/main" id="{5BFCF207-44F5-421F-B503-66B9338B4E5C}"/>
              </a:ext>
            </a:extLst>
          </p:cNvPr>
          <p:cNvSpPr>
            <a:spLocks noGrp="1"/>
          </p:cNvSpPr>
          <p:nvPr/>
        </p:nvSpPr>
        <p:spPr>
          <a:xfrm>
            <a:off x="12046595" y="3512344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007F91"/>
          </a:solidFill>
          <a:ln w="0">
            <a:noFill/>
          </a:ln>
        </p:spPr>
      </p:sp>
      <p:sp>
        <p:nvSpPr>
          <p:cNvPr id="336" name="Pin 11">
            <a:extLst>
              <a:ext uri="{FF2B5EF4-FFF2-40B4-BE49-F238E27FC236}">
                <a16:creationId xmlns:a16="http://schemas.microsoft.com/office/drawing/2014/main" id="{43F46376-8B02-4759-BA34-02EEB2F86A6B}"/>
              </a:ext>
            </a:extLst>
          </p:cNvPr>
          <p:cNvSpPr>
            <a:spLocks noGrp="1"/>
          </p:cNvSpPr>
          <p:nvPr/>
        </p:nvSpPr>
        <p:spPr>
          <a:xfrm>
            <a:off x="11979920" y="3245644"/>
            <a:ext cx="381000" cy="38100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37" name="Pin centre 11">
            <a:extLst>
              <a:ext uri="{FF2B5EF4-FFF2-40B4-BE49-F238E27FC236}">
                <a16:creationId xmlns:a16="http://schemas.microsoft.com/office/drawing/2014/main" id="{CFC55086-8A5B-4588-9CC1-68F59E66E8B9}"/>
              </a:ext>
            </a:extLst>
          </p:cNvPr>
          <p:cNvSpPr>
            <a:spLocks noGrp="1"/>
          </p:cNvSpPr>
          <p:nvPr/>
        </p:nvSpPr>
        <p:spPr>
          <a:xfrm>
            <a:off x="12037070" y="3302794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38" name="11">
            <a:extLst>
              <a:ext uri="{FF2B5EF4-FFF2-40B4-BE49-F238E27FC236}">
                <a16:creationId xmlns:a16="http://schemas.microsoft.com/office/drawing/2014/main" id="{AAF5B634-0D7C-4955-BBC3-18E45BFAC977}"/>
              </a:ext>
            </a:extLst>
          </p:cNvPr>
          <p:cNvSpPr>
            <a:spLocks noGrp="1"/>
          </p:cNvSpPr>
          <p:nvPr/>
        </p:nvSpPr>
        <p:spPr>
          <a:xfrm>
            <a:off x="11932295" y="3312319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007F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9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39" name="Pin point 12">
            <a:extLst>
              <a:ext uri="{FF2B5EF4-FFF2-40B4-BE49-F238E27FC236}">
                <a16:creationId xmlns:a16="http://schemas.microsoft.com/office/drawing/2014/main" id="{E5373A66-8CEA-4436-8A1F-71DFCB045D09}"/>
              </a:ext>
            </a:extLst>
          </p:cNvPr>
          <p:cNvSpPr>
            <a:spLocks noGrp="1"/>
          </p:cNvSpPr>
          <p:nvPr/>
        </p:nvSpPr>
        <p:spPr>
          <a:xfrm>
            <a:off x="12931822" y="3109913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007F91"/>
          </a:solidFill>
          <a:ln w="0">
            <a:noFill/>
          </a:ln>
        </p:spPr>
      </p:sp>
      <p:sp>
        <p:nvSpPr>
          <p:cNvPr id="340" name="Pin 12">
            <a:extLst>
              <a:ext uri="{FF2B5EF4-FFF2-40B4-BE49-F238E27FC236}">
                <a16:creationId xmlns:a16="http://schemas.microsoft.com/office/drawing/2014/main" id="{C177C0D1-44F5-46AD-8A94-80382A90CA3E}"/>
              </a:ext>
            </a:extLst>
          </p:cNvPr>
          <p:cNvSpPr>
            <a:spLocks noGrp="1"/>
          </p:cNvSpPr>
          <p:nvPr/>
        </p:nvSpPr>
        <p:spPr>
          <a:xfrm>
            <a:off x="12865147" y="2843213"/>
            <a:ext cx="381000" cy="38100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41" name="Pin centre 12">
            <a:extLst>
              <a:ext uri="{FF2B5EF4-FFF2-40B4-BE49-F238E27FC236}">
                <a16:creationId xmlns:a16="http://schemas.microsoft.com/office/drawing/2014/main" id="{561A08E8-70DA-4DCC-BB99-FCBEBE51F10F}"/>
              </a:ext>
            </a:extLst>
          </p:cNvPr>
          <p:cNvSpPr>
            <a:spLocks noGrp="1"/>
          </p:cNvSpPr>
          <p:nvPr/>
        </p:nvSpPr>
        <p:spPr>
          <a:xfrm>
            <a:off x="12922297" y="2900363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42" name="12">
            <a:extLst>
              <a:ext uri="{FF2B5EF4-FFF2-40B4-BE49-F238E27FC236}">
                <a16:creationId xmlns:a16="http://schemas.microsoft.com/office/drawing/2014/main" id="{A4CDB958-3CD4-47AC-8847-3DB0F53955D8}"/>
              </a:ext>
            </a:extLst>
          </p:cNvPr>
          <p:cNvSpPr>
            <a:spLocks noGrp="1"/>
          </p:cNvSpPr>
          <p:nvPr/>
        </p:nvSpPr>
        <p:spPr>
          <a:xfrm>
            <a:off x="12817522" y="2909888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007F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9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43" name="Leader line">
            <a:extLst>
              <a:ext uri="{FF2B5EF4-FFF2-40B4-BE49-F238E27FC236}">
                <a16:creationId xmlns:a16="http://schemas.microsoft.com/office/drawing/2014/main" id="{6173CEAB-FC39-4453-A967-B37FE81E25FA}"/>
              </a:ext>
            </a:extLst>
          </p:cNvPr>
          <p:cNvSpPr>
            <a:spLocks noGrp="1"/>
          </p:cNvSpPr>
          <p:nvPr/>
        </p:nvSpPr>
        <p:spPr>
          <a:xfrm>
            <a:off x="13826620" y="4090988"/>
            <a:ext cx="365630" cy="185738"/>
          </a:xfrm>
          <a:custGeom>
            <a:avLst/>
            <a:gdLst/>
            <a:ahLst/>
            <a:cxnLst/>
            <a:rect l="0" t="0" r="0" b="0"/>
            <a:pathLst>
              <a:path w="365630" h="185738">
                <a:moveTo>
                  <a:pt x="0" y="0"/>
                </a:moveTo>
                <a:lnTo>
                  <a:pt x="365630" y="185738"/>
                </a:lnTo>
              </a:path>
            </a:pathLst>
          </a:custGeom>
          <a:noFill/>
          <a:ln w="11430">
            <a:solidFill>
              <a:srgbClr val="007F91"/>
            </a:solidFill>
          </a:ln>
        </p:spPr>
      </p:sp>
      <p:sp>
        <p:nvSpPr>
          <p:cNvPr id="344" name="Country location">
            <a:extLst>
              <a:ext uri="{FF2B5EF4-FFF2-40B4-BE49-F238E27FC236}">
                <a16:creationId xmlns:a16="http://schemas.microsoft.com/office/drawing/2014/main" id="{3EE32E61-69C5-482A-8A33-EC62DE0F9ABE}"/>
              </a:ext>
            </a:extLst>
          </p:cNvPr>
          <p:cNvSpPr>
            <a:spLocks noGrp="1"/>
          </p:cNvSpPr>
          <p:nvPr/>
        </p:nvSpPr>
        <p:spPr>
          <a:xfrm>
            <a:off x="13798045" y="4062413"/>
            <a:ext cx="57150" cy="5715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45" name="Pin point 13">
            <a:extLst>
              <a:ext uri="{FF2B5EF4-FFF2-40B4-BE49-F238E27FC236}">
                <a16:creationId xmlns:a16="http://schemas.microsoft.com/office/drawing/2014/main" id="{A38A013B-E94F-4AFB-BD43-DF338E6CD407}"/>
              </a:ext>
            </a:extLst>
          </p:cNvPr>
          <p:cNvSpPr>
            <a:spLocks noGrp="1"/>
          </p:cNvSpPr>
          <p:nvPr/>
        </p:nvSpPr>
        <p:spPr>
          <a:xfrm>
            <a:off x="14068425" y="403860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007F91"/>
          </a:solidFill>
          <a:ln w="0">
            <a:noFill/>
          </a:ln>
        </p:spPr>
      </p:sp>
      <p:sp>
        <p:nvSpPr>
          <p:cNvPr id="346" name="Pin 13">
            <a:extLst>
              <a:ext uri="{FF2B5EF4-FFF2-40B4-BE49-F238E27FC236}">
                <a16:creationId xmlns:a16="http://schemas.microsoft.com/office/drawing/2014/main" id="{3F414264-BAAC-489E-8091-024B717F5A60}"/>
              </a:ext>
            </a:extLst>
          </p:cNvPr>
          <p:cNvSpPr>
            <a:spLocks noGrp="1"/>
          </p:cNvSpPr>
          <p:nvPr/>
        </p:nvSpPr>
        <p:spPr>
          <a:xfrm>
            <a:off x="14001750" y="3771900"/>
            <a:ext cx="381000" cy="38100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47" name="Pin centre 13">
            <a:extLst>
              <a:ext uri="{FF2B5EF4-FFF2-40B4-BE49-F238E27FC236}">
                <a16:creationId xmlns:a16="http://schemas.microsoft.com/office/drawing/2014/main" id="{21DF9150-5A82-445D-942C-D2EF501504DB}"/>
              </a:ext>
            </a:extLst>
          </p:cNvPr>
          <p:cNvSpPr>
            <a:spLocks noGrp="1"/>
          </p:cNvSpPr>
          <p:nvPr/>
        </p:nvSpPr>
        <p:spPr>
          <a:xfrm>
            <a:off x="14058900" y="38290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48" name="13">
            <a:extLst>
              <a:ext uri="{FF2B5EF4-FFF2-40B4-BE49-F238E27FC236}">
                <a16:creationId xmlns:a16="http://schemas.microsoft.com/office/drawing/2014/main" id="{752453AB-3424-407A-9294-B09839A778AD}"/>
              </a:ext>
            </a:extLst>
          </p:cNvPr>
          <p:cNvSpPr>
            <a:spLocks noGrp="1"/>
          </p:cNvSpPr>
          <p:nvPr/>
        </p:nvSpPr>
        <p:spPr>
          <a:xfrm>
            <a:off x="13954125" y="38385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007F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9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49" name="Leader line">
            <a:extLst>
              <a:ext uri="{FF2B5EF4-FFF2-40B4-BE49-F238E27FC236}">
                <a16:creationId xmlns:a16="http://schemas.microsoft.com/office/drawing/2014/main" id="{491BDC3C-CE84-4C1A-BAA6-6FB4AA2A965F}"/>
              </a:ext>
            </a:extLst>
          </p:cNvPr>
          <p:cNvSpPr>
            <a:spLocks noGrp="1"/>
          </p:cNvSpPr>
          <p:nvPr/>
        </p:nvSpPr>
        <p:spPr>
          <a:xfrm>
            <a:off x="12468225" y="4422219"/>
            <a:ext cx="685667" cy="1016556"/>
          </a:xfrm>
          <a:custGeom>
            <a:avLst/>
            <a:gdLst/>
            <a:ahLst/>
            <a:cxnLst/>
            <a:rect l="0" t="0" r="0" b="0"/>
            <a:pathLst>
              <a:path w="685667" h="1016556">
                <a:moveTo>
                  <a:pt x="685667" y="0"/>
                </a:moveTo>
                <a:lnTo>
                  <a:pt x="0" y="1016556"/>
                </a:lnTo>
              </a:path>
            </a:pathLst>
          </a:custGeom>
          <a:noFill/>
          <a:ln w="11430">
            <a:solidFill>
              <a:srgbClr val="007F91"/>
            </a:solidFill>
          </a:ln>
        </p:spPr>
      </p:sp>
      <p:sp>
        <p:nvSpPr>
          <p:cNvPr id="350" name="Country location">
            <a:extLst>
              <a:ext uri="{FF2B5EF4-FFF2-40B4-BE49-F238E27FC236}">
                <a16:creationId xmlns:a16="http://schemas.microsoft.com/office/drawing/2014/main" id="{6C5714C0-BAAF-48F4-9E5E-D79FA7B8748F}"/>
              </a:ext>
            </a:extLst>
          </p:cNvPr>
          <p:cNvSpPr>
            <a:spLocks noGrp="1"/>
          </p:cNvSpPr>
          <p:nvPr/>
        </p:nvSpPr>
        <p:spPr>
          <a:xfrm>
            <a:off x="13125317" y="4393644"/>
            <a:ext cx="57150" cy="5715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51" name="Pin point 14">
            <a:extLst>
              <a:ext uri="{FF2B5EF4-FFF2-40B4-BE49-F238E27FC236}">
                <a16:creationId xmlns:a16="http://schemas.microsoft.com/office/drawing/2014/main" id="{C79356F8-87B6-4CD0-8180-DFE1EB8E6416}"/>
              </a:ext>
            </a:extLst>
          </p:cNvPr>
          <p:cNvSpPr>
            <a:spLocks noGrp="1"/>
          </p:cNvSpPr>
          <p:nvPr/>
        </p:nvSpPr>
        <p:spPr>
          <a:xfrm>
            <a:off x="12344400" y="52006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007F91"/>
          </a:solidFill>
          <a:ln w="0">
            <a:noFill/>
          </a:ln>
        </p:spPr>
      </p:sp>
      <p:sp>
        <p:nvSpPr>
          <p:cNvPr id="352" name="Pin 14">
            <a:extLst>
              <a:ext uri="{FF2B5EF4-FFF2-40B4-BE49-F238E27FC236}">
                <a16:creationId xmlns:a16="http://schemas.microsoft.com/office/drawing/2014/main" id="{10D7F885-9C9A-4AB1-9C62-ACE496A429C8}"/>
              </a:ext>
            </a:extLst>
          </p:cNvPr>
          <p:cNvSpPr>
            <a:spLocks noGrp="1"/>
          </p:cNvSpPr>
          <p:nvPr/>
        </p:nvSpPr>
        <p:spPr>
          <a:xfrm>
            <a:off x="12277725" y="4933950"/>
            <a:ext cx="381000" cy="38100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53" name="Pin centre 14">
            <a:extLst>
              <a:ext uri="{FF2B5EF4-FFF2-40B4-BE49-F238E27FC236}">
                <a16:creationId xmlns:a16="http://schemas.microsoft.com/office/drawing/2014/main" id="{0440C01E-402F-451A-9EC8-942DF69A0273}"/>
              </a:ext>
            </a:extLst>
          </p:cNvPr>
          <p:cNvSpPr>
            <a:spLocks noGrp="1"/>
          </p:cNvSpPr>
          <p:nvPr/>
        </p:nvSpPr>
        <p:spPr>
          <a:xfrm>
            <a:off x="12334875" y="499110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54" name="14">
            <a:extLst>
              <a:ext uri="{FF2B5EF4-FFF2-40B4-BE49-F238E27FC236}">
                <a16:creationId xmlns:a16="http://schemas.microsoft.com/office/drawing/2014/main" id="{3C58675E-E26D-464C-9A58-DE85936B0D05}"/>
              </a:ext>
            </a:extLst>
          </p:cNvPr>
          <p:cNvSpPr>
            <a:spLocks noGrp="1"/>
          </p:cNvSpPr>
          <p:nvPr/>
        </p:nvSpPr>
        <p:spPr>
          <a:xfrm>
            <a:off x="12230100" y="50006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007F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9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55" name="Leader line">
            <a:extLst>
              <a:ext uri="{FF2B5EF4-FFF2-40B4-BE49-F238E27FC236}">
                <a16:creationId xmlns:a16="http://schemas.microsoft.com/office/drawing/2014/main" id="{45BD1718-249E-4CD1-A264-83C3DA450CB7}"/>
              </a:ext>
            </a:extLst>
          </p:cNvPr>
          <p:cNvSpPr>
            <a:spLocks noGrp="1"/>
          </p:cNvSpPr>
          <p:nvPr/>
        </p:nvSpPr>
        <p:spPr>
          <a:xfrm>
            <a:off x="13285703" y="3967163"/>
            <a:ext cx="525547" cy="966788"/>
          </a:xfrm>
          <a:custGeom>
            <a:avLst/>
            <a:gdLst/>
            <a:ahLst/>
            <a:cxnLst/>
            <a:rect l="0" t="0" r="0" b="0"/>
            <a:pathLst>
              <a:path w="525547" h="966788">
                <a:moveTo>
                  <a:pt x="0" y="0"/>
                </a:moveTo>
                <a:lnTo>
                  <a:pt x="525547" y="966788"/>
                </a:lnTo>
              </a:path>
            </a:pathLst>
          </a:custGeom>
          <a:noFill/>
          <a:ln w="11430">
            <a:solidFill>
              <a:srgbClr val="007F91"/>
            </a:solidFill>
          </a:ln>
        </p:spPr>
      </p:sp>
      <p:sp>
        <p:nvSpPr>
          <p:cNvPr id="356" name="Country location">
            <a:extLst>
              <a:ext uri="{FF2B5EF4-FFF2-40B4-BE49-F238E27FC236}">
                <a16:creationId xmlns:a16="http://schemas.microsoft.com/office/drawing/2014/main" id="{1EF76E61-6C68-453C-A5C7-1EEB5EA972E2}"/>
              </a:ext>
            </a:extLst>
          </p:cNvPr>
          <p:cNvSpPr>
            <a:spLocks noGrp="1"/>
          </p:cNvSpPr>
          <p:nvPr/>
        </p:nvSpPr>
        <p:spPr>
          <a:xfrm>
            <a:off x="13257128" y="3938588"/>
            <a:ext cx="57150" cy="5715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57" name="Pin point 15">
            <a:extLst>
              <a:ext uri="{FF2B5EF4-FFF2-40B4-BE49-F238E27FC236}">
                <a16:creationId xmlns:a16="http://schemas.microsoft.com/office/drawing/2014/main" id="{691FBAAF-C0B0-4586-86C8-457B066B2ED0}"/>
              </a:ext>
            </a:extLst>
          </p:cNvPr>
          <p:cNvSpPr>
            <a:spLocks noGrp="1"/>
          </p:cNvSpPr>
          <p:nvPr/>
        </p:nvSpPr>
        <p:spPr>
          <a:xfrm>
            <a:off x="13687425" y="4695825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0"/>
                </a:lnTo>
                <a:lnTo>
                  <a:pt x="123825" y="247650"/>
                </a:lnTo>
                <a:close/>
              </a:path>
            </a:pathLst>
          </a:custGeom>
          <a:solidFill>
            <a:srgbClr val="007F91"/>
          </a:solidFill>
          <a:ln w="0">
            <a:noFill/>
          </a:ln>
        </p:spPr>
      </p:sp>
      <p:sp>
        <p:nvSpPr>
          <p:cNvPr id="358" name="Pin 15">
            <a:extLst>
              <a:ext uri="{FF2B5EF4-FFF2-40B4-BE49-F238E27FC236}">
                <a16:creationId xmlns:a16="http://schemas.microsoft.com/office/drawing/2014/main" id="{3313FEB4-72DE-40BF-A20D-214B6E9EE382}"/>
              </a:ext>
            </a:extLst>
          </p:cNvPr>
          <p:cNvSpPr>
            <a:spLocks noGrp="1"/>
          </p:cNvSpPr>
          <p:nvPr/>
        </p:nvSpPr>
        <p:spPr>
          <a:xfrm>
            <a:off x="13620750" y="4429125"/>
            <a:ext cx="381000" cy="381000"/>
          </a:xfrm>
          <a:prstGeom prst="ellipse">
            <a:avLst/>
          </a:prstGeom>
          <a:solidFill>
            <a:srgbClr val="007F91"/>
          </a:solidFill>
          <a:ln w="0">
            <a:noFill/>
          </a:ln>
        </p:spPr>
      </p:sp>
      <p:sp>
        <p:nvSpPr>
          <p:cNvPr id="359" name="Pin centre 15">
            <a:extLst>
              <a:ext uri="{FF2B5EF4-FFF2-40B4-BE49-F238E27FC236}">
                <a16:creationId xmlns:a16="http://schemas.microsoft.com/office/drawing/2014/main" id="{000196F4-0B94-43FF-B065-0F7F785BC1B6}"/>
              </a:ext>
            </a:extLst>
          </p:cNvPr>
          <p:cNvSpPr>
            <a:spLocks noGrp="1"/>
          </p:cNvSpPr>
          <p:nvPr/>
        </p:nvSpPr>
        <p:spPr>
          <a:xfrm>
            <a:off x="13677900" y="4486275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60" name="15">
            <a:extLst>
              <a:ext uri="{FF2B5EF4-FFF2-40B4-BE49-F238E27FC236}">
                <a16:creationId xmlns:a16="http://schemas.microsoft.com/office/drawing/2014/main" id="{0B77FAE0-0E53-4E3B-B2A7-60769207268E}"/>
              </a:ext>
            </a:extLst>
          </p:cNvPr>
          <p:cNvSpPr>
            <a:spLocks noGrp="1"/>
          </p:cNvSpPr>
          <p:nvPr/>
        </p:nvSpPr>
        <p:spPr>
          <a:xfrm>
            <a:off x="13573125" y="44958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007F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9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1" name="Leader line">
            <a:extLst>
              <a:ext uri="{FF2B5EF4-FFF2-40B4-BE49-F238E27FC236}">
                <a16:creationId xmlns:a16="http://schemas.microsoft.com/office/drawing/2014/main" id="{E5CA0034-CA5F-4E0B-92B3-627DADA662CC}"/>
              </a:ext>
            </a:extLst>
          </p:cNvPr>
          <p:cNvSpPr>
            <a:spLocks noGrp="1"/>
          </p:cNvSpPr>
          <p:nvPr/>
        </p:nvSpPr>
        <p:spPr>
          <a:xfrm>
            <a:off x="666750" y="6686550"/>
            <a:ext cx="5238750" cy="9525"/>
          </a:xfrm>
          <a:custGeom>
            <a:avLst/>
            <a:gdLst/>
            <a:ahLst/>
            <a:cxnLst/>
            <a:rect l="0" t="0" r="0" b="0"/>
            <a:pathLst>
              <a:path w="5238750" h="9525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/>
          <a:ln w="9525">
            <a:solidFill>
              <a:srgbClr val="DCE1E4"/>
            </a:solidFill>
          </a:ln>
        </p:spPr>
      </p:sp>
      <p:sp>
        <p:nvSpPr>
          <p:cNvPr id="362" name="Leader line">
            <a:extLst>
              <a:ext uri="{FF2B5EF4-FFF2-40B4-BE49-F238E27FC236}">
                <a16:creationId xmlns:a16="http://schemas.microsoft.com/office/drawing/2014/main" id="{432BB14D-31A5-410D-B9D8-5662B8FC1B59}"/>
              </a:ext>
            </a:extLst>
          </p:cNvPr>
          <p:cNvSpPr>
            <a:spLocks noGrp="1"/>
          </p:cNvSpPr>
          <p:nvPr/>
        </p:nvSpPr>
        <p:spPr>
          <a:xfrm>
            <a:off x="666750" y="6686550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735284"/>
            </a:solidFill>
          </a:ln>
        </p:spPr>
      </p:sp>
      <p:sp>
        <p:nvSpPr>
          <p:cNvPr id="363" name="Americas">
            <a:extLst>
              <a:ext uri="{FF2B5EF4-FFF2-40B4-BE49-F238E27FC236}">
                <a16:creationId xmlns:a16="http://schemas.microsoft.com/office/drawing/2014/main" id="{3D75F6DD-0EC4-4FBD-A880-52179E48E5F3}"/>
              </a:ext>
            </a:extLst>
          </p:cNvPr>
          <p:cNvSpPr>
            <a:spLocks noGrp="1"/>
          </p:cNvSpPr>
          <p:nvPr/>
        </p:nvSpPr>
        <p:spPr>
          <a:xfrm>
            <a:off x="590550" y="6800850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735284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735284"/>
                </a:solidFill>
                <a:latin typeface="Georgia"/>
                <a:ea typeface="Georgia"/>
                <a:cs typeface="Georgia"/>
              </a:rPr>
              <a:t>Americas</a:t>
            </a:r>
          </a:p>
        </p:txBody>
      </p:sp>
      <p:sp>
        <p:nvSpPr>
          <p:cNvPr id="364" name="Pay: USD k/yr   STEM: grads k/yr">
            <a:extLst>
              <a:ext uri="{FF2B5EF4-FFF2-40B4-BE49-F238E27FC236}">
                <a16:creationId xmlns:a16="http://schemas.microsoft.com/office/drawing/2014/main" id="{BAC16038-87D0-4B7C-B676-4CDB09CB09F4}"/>
              </a:ext>
            </a:extLst>
          </p:cNvPr>
          <p:cNvSpPr>
            <a:spLocks noGrp="1"/>
          </p:cNvSpPr>
          <p:nvPr/>
        </p:nvSpPr>
        <p:spPr>
          <a:xfrm>
            <a:off x="2619375" y="6867525"/>
            <a:ext cx="3286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7481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8189"/>
                </a:solidFill>
                <a:latin typeface="Arial"/>
                <a:ea typeface="Arial"/>
                <a:cs typeface="Arial"/>
              </a:rPr>
              <a:t>Pay: USD k/yr   STEM: grads k/yr</a:t>
            </a:r>
          </a:p>
        </p:txBody>
      </p:sp>
      <p:graphicFrame>
        <p:nvGraphicFramePr>
          <p:cNvPr id="742" name="Table 741"/>
          <p:cNvGraphicFramePr/>
          <p:nvPr/>
        </p:nvGraphicFramePr>
        <p:xfrm>
          <a:off x="666750" y="7286625"/>
          <a:ext cx="5238750" cy="2286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Country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Software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AI / ML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STEM (k)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01  Canada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735284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143.1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02  USA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136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735284"/>
                          </a:solidFill>
                          <a:latin typeface="Arial"/>
                          <a:ea typeface="Arial"/>
                          <a:cs typeface="Arial"/>
                        </a:rPr>
                        <a:t>162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03  Mexico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735284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175.7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04  Colombia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38.5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735284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121.8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05  Brazil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38.5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735284"/>
                          </a:solidFill>
                          <a:latin typeface="Arial"/>
                          <a:ea typeface="Arial"/>
                          <a:cs typeface="Arial"/>
                        </a:rPr>
                        <a:t>57.5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6" name="Leader line">
            <a:extLst>
              <a:ext uri="{FF2B5EF4-FFF2-40B4-BE49-F238E27FC236}">
                <a16:creationId xmlns:a16="http://schemas.microsoft.com/office/drawing/2014/main" id="{E473A42D-1AD8-4133-8B47-2DF70FC615FA}"/>
              </a:ext>
            </a:extLst>
          </p:cNvPr>
          <p:cNvSpPr>
            <a:spLocks noGrp="1"/>
          </p:cNvSpPr>
          <p:nvPr/>
        </p:nvSpPr>
        <p:spPr>
          <a:xfrm>
            <a:off x="6524625" y="6686550"/>
            <a:ext cx="5238750" cy="9525"/>
          </a:xfrm>
          <a:custGeom>
            <a:avLst/>
            <a:gdLst/>
            <a:ahLst/>
            <a:cxnLst/>
            <a:rect l="0" t="0" r="0" b="0"/>
            <a:pathLst>
              <a:path w="5238750" h="9525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/>
          <a:ln w="9525">
            <a:solidFill>
              <a:srgbClr val="DCE1E4"/>
            </a:solidFill>
          </a:ln>
        </p:spPr>
      </p:sp>
      <p:sp>
        <p:nvSpPr>
          <p:cNvPr id="367" name="Leader line">
            <a:extLst>
              <a:ext uri="{FF2B5EF4-FFF2-40B4-BE49-F238E27FC236}">
                <a16:creationId xmlns:a16="http://schemas.microsoft.com/office/drawing/2014/main" id="{5BDB3E1B-C26E-44B7-A6AB-9B0C774EC692}"/>
              </a:ext>
            </a:extLst>
          </p:cNvPr>
          <p:cNvSpPr>
            <a:spLocks noGrp="1"/>
          </p:cNvSpPr>
          <p:nvPr/>
        </p:nvSpPr>
        <p:spPr>
          <a:xfrm>
            <a:off x="6524625" y="6686550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98132"/>
            </a:solidFill>
          </a:ln>
        </p:spPr>
      </p:sp>
      <p:sp>
        <p:nvSpPr>
          <p:cNvPr id="368" name="Europe">
            <a:extLst>
              <a:ext uri="{FF2B5EF4-FFF2-40B4-BE49-F238E27FC236}">
                <a16:creationId xmlns:a16="http://schemas.microsoft.com/office/drawing/2014/main" id="{8C421228-29E1-4620-B639-4E2F8A9DFCFE}"/>
              </a:ext>
            </a:extLst>
          </p:cNvPr>
          <p:cNvSpPr>
            <a:spLocks noGrp="1"/>
          </p:cNvSpPr>
          <p:nvPr/>
        </p:nvSpPr>
        <p:spPr>
          <a:xfrm>
            <a:off x="6448425" y="6800850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B98132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B98132"/>
                </a:solidFill>
                <a:latin typeface="Georgia"/>
                <a:ea typeface="Georgia"/>
                <a:cs typeface="Georgia"/>
              </a:rPr>
              <a:t>Europe</a:t>
            </a:r>
          </a:p>
        </p:txBody>
      </p:sp>
      <p:sp>
        <p:nvSpPr>
          <p:cNvPr id="369" name="Pay: USD k/yr   STEM: grads k/yr">
            <a:extLst>
              <a:ext uri="{FF2B5EF4-FFF2-40B4-BE49-F238E27FC236}">
                <a16:creationId xmlns:a16="http://schemas.microsoft.com/office/drawing/2014/main" id="{832C97A6-A24C-450A-82D1-CD1D27B3A672}"/>
              </a:ext>
            </a:extLst>
          </p:cNvPr>
          <p:cNvSpPr>
            <a:spLocks noGrp="1"/>
          </p:cNvSpPr>
          <p:nvPr/>
        </p:nvSpPr>
        <p:spPr>
          <a:xfrm>
            <a:off x="8477250" y="6867525"/>
            <a:ext cx="3286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7481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8189"/>
                </a:solidFill>
                <a:latin typeface="Arial"/>
                <a:ea typeface="Arial"/>
                <a:cs typeface="Arial"/>
              </a:rPr>
              <a:t>Pay: USD k/yr   STEM: grads k/yr</a:t>
            </a:r>
          </a:p>
        </p:txBody>
      </p:sp>
      <p:graphicFrame>
        <p:nvGraphicFramePr>
          <p:cNvPr id="747" name="Table 746"/>
          <p:cNvGraphicFramePr/>
          <p:nvPr/>
        </p:nvGraphicFramePr>
        <p:xfrm>
          <a:off x="6524625" y="7286625"/>
          <a:ext cx="5238750" cy="2286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Country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Software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AI / ML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STEM (k)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06  UK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69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B98132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07  Germany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65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B98132"/>
                          </a:solidFill>
                          <a:latin typeface="Arial"/>
                          <a:ea typeface="Arial"/>
                          <a:cs typeface="Arial"/>
                        </a:rPr>
                        <a:t>92.5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227.2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08  Poland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50.5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B98132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76.3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09  Romania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32.5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B98132"/>
                          </a:solidFill>
                          <a:latin typeface="Arial"/>
                          <a:ea typeface="Arial"/>
                          <a:cs typeface="Arial"/>
                        </a:rPr>
                        <a:t>44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37.1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10  Ukraine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B98132"/>
                          </a:solidFill>
                          <a:latin typeface="Arial"/>
                          <a:ea typeface="Arial"/>
                          <a:cs typeface="Arial"/>
                        </a:rPr>
                        <a:t>45.5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110.9†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1" name="Leader line">
            <a:extLst>
              <a:ext uri="{FF2B5EF4-FFF2-40B4-BE49-F238E27FC236}">
                <a16:creationId xmlns:a16="http://schemas.microsoft.com/office/drawing/2014/main" id="{A3EB5A36-B692-4086-AECD-6328725EA5E3}"/>
              </a:ext>
            </a:extLst>
          </p:cNvPr>
          <p:cNvSpPr>
            <a:spLocks noGrp="1"/>
          </p:cNvSpPr>
          <p:nvPr/>
        </p:nvSpPr>
        <p:spPr>
          <a:xfrm>
            <a:off x="12382500" y="6686550"/>
            <a:ext cx="5238750" cy="9525"/>
          </a:xfrm>
          <a:custGeom>
            <a:avLst/>
            <a:gdLst/>
            <a:ahLst/>
            <a:cxnLst/>
            <a:rect l="0" t="0" r="0" b="0"/>
            <a:pathLst>
              <a:path w="5238750" h="9525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/>
          <a:ln w="9525">
            <a:solidFill>
              <a:srgbClr val="DCE1E4"/>
            </a:solidFill>
          </a:ln>
        </p:spPr>
      </p:sp>
      <p:sp>
        <p:nvSpPr>
          <p:cNvPr id="372" name="Leader line">
            <a:extLst>
              <a:ext uri="{FF2B5EF4-FFF2-40B4-BE49-F238E27FC236}">
                <a16:creationId xmlns:a16="http://schemas.microsoft.com/office/drawing/2014/main" id="{F54F37A9-58A1-4889-B735-903C6B2D0C91}"/>
              </a:ext>
            </a:extLst>
          </p:cNvPr>
          <p:cNvSpPr>
            <a:spLocks noGrp="1"/>
          </p:cNvSpPr>
          <p:nvPr/>
        </p:nvSpPr>
        <p:spPr>
          <a:xfrm>
            <a:off x="12382500" y="6686550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007F91"/>
            </a:solidFill>
          </a:ln>
        </p:spPr>
      </p:sp>
      <p:sp>
        <p:nvSpPr>
          <p:cNvPr id="373" name="Asia">
            <a:extLst>
              <a:ext uri="{FF2B5EF4-FFF2-40B4-BE49-F238E27FC236}">
                <a16:creationId xmlns:a16="http://schemas.microsoft.com/office/drawing/2014/main" id="{161A6797-4981-47CC-964F-AEAFC252851B}"/>
              </a:ext>
            </a:extLst>
          </p:cNvPr>
          <p:cNvSpPr>
            <a:spLocks noGrp="1"/>
          </p:cNvSpPr>
          <p:nvPr/>
        </p:nvSpPr>
        <p:spPr>
          <a:xfrm>
            <a:off x="12306300" y="6800850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007F9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007F91"/>
                </a:solidFill>
                <a:latin typeface="Georgia"/>
                <a:ea typeface="Georgia"/>
                <a:cs typeface="Georgia"/>
              </a:rPr>
              <a:t>Asia</a:t>
            </a:r>
          </a:p>
        </p:txBody>
      </p:sp>
      <p:sp>
        <p:nvSpPr>
          <p:cNvPr id="374" name="Pay: USD k/yr   STEM: grads k/yr">
            <a:extLst>
              <a:ext uri="{FF2B5EF4-FFF2-40B4-BE49-F238E27FC236}">
                <a16:creationId xmlns:a16="http://schemas.microsoft.com/office/drawing/2014/main" id="{6A1D3B14-FEEB-4101-AA21-1916E31034FA}"/>
              </a:ext>
            </a:extLst>
          </p:cNvPr>
          <p:cNvSpPr>
            <a:spLocks noGrp="1"/>
          </p:cNvSpPr>
          <p:nvPr/>
        </p:nvSpPr>
        <p:spPr>
          <a:xfrm>
            <a:off x="14335125" y="6867525"/>
            <a:ext cx="3286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7481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8189"/>
                </a:solidFill>
                <a:latin typeface="Arial"/>
                <a:ea typeface="Arial"/>
                <a:cs typeface="Arial"/>
              </a:rPr>
              <a:t>Pay: USD k/yr   STEM: grads k/yr</a:t>
            </a:r>
          </a:p>
        </p:txBody>
      </p:sp>
      <p:graphicFrame>
        <p:nvGraphicFramePr>
          <p:cNvPr id="752" name="Table 751"/>
          <p:cNvGraphicFramePr/>
          <p:nvPr/>
        </p:nvGraphicFramePr>
        <p:xfrm>
          <a:off x="12382500" y="7286625"/>
          <a:ext cx="5238750" cy="2286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Country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Software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AI / ML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748189"/>
                          </a:solidFill>
                          <a:latin typeface="Arial"/>
                          <a:ea typeface="Arial"/>
                          <a:cs typeface="Arial"/>
                        </a:rPr>
                        <a:t>STEM (k)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11  India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21.5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25.5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2,500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12  China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73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101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4,300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13  Philippines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14  Singapore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99.5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115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&gt;15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15  Vietnam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148</a:t>
                      </a:r>
                    </a:p>
                  </a:txBody>
                  <a:tcPr marL="38100" marR="381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6" name="STEM = annual graduates, thousands. Mixed source years and education coverage; estimates are directional. Sources and years: slide 2.">
            <a:extLst>
              <a:ext uri="{FF2B5EF4-FFF2-40B4-BE49-F238E27FC236}">
                <a16:creationId xmlns:a16="http://schemas.microsoft.com/office/drawing/2014/main" id="{3CAD4E2B-5AB3-4B5D-812C-5CBD171F50C8}"/>
              </a:ext>
            </a:extLst>
          </p:cNvPr>
          <p:cNvSpPr>
            <a:spLocks noGrp="1"/>
          </p:cNvSpPr>
          <p:nvPr/>
        </p:nvSpPr>
        <p:spPr>
          <a:xfrm>
            <a:off x="590550" y="9715500"/>
            <a:ext cx="170973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7481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8189"/>
                </a:solidFill>
                <a:latin typeface="Arial"/>
                <a:ea typeface="Arial"/>
                <a:cs typeface="Arial"/>
              </a:rPr>
              <a:t>STEM = annual graduates, thousands. Mixed source years and education coverage; estimates are directional. Sources and years: slide 2.</a:t>
            </a:r>
          </a:p>
        </p:txBody>
      </p:sp>
      <p:sp>
        <p:nvSpPr>
          <p:cNvPr id="377" name="†Ukraine: 2018 historical baseline. Singapore: reference year not specified. Salary figures unchanged from the supplied table.">
            <a:extLst>
              <a:ext uri="{FF2B5EF4-FFF2-40B4-BE49-F238E27FC236}">
                <a16:creationId xmlns:a16="http://schemas.microsoft.com/office/drawing/2014/main" id="{41435385-F190-4B11-860C-3567AC0B4F50}"/>
              </a:ext>
            </a:extLst>
          </p:cNvPr>
          <p:cNvSpPr>
            <a:spLocks noGrp="1"/>
          </p:cNvSpPr>
          <p:nvPr/>
        </p:nvSpPr>
        <p:spPr>
          <a:xfrm>
            <a:off x="590550" y="9963150"/>
            <a:ext cx="170973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7481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8189"/>
                </a:solidFill>
                <a:latin typeface="Arial"/>
                <a:ea typeface="Arial"/>
                <a:cs typeface="Arial"/>
              </a:rPr>
              <a:t>†Ukraine: 2018 historical baseline. Singapore: reference year not specified. Salary figures unchanged from the supplied table.</a:t>
            </a:r>
          </a:p>
        </p:txBody>
      </p:sp>
    </p:spTree>
    <p:extLst>
      <p:ext uri="{BB962C8B-B14F-4D97-AF65-F5344CB8AC3E}">
        <p14:creationId xmlns:p14="http://schemas.microsoft.com/office/powerpoint/2010/main" val="214136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EM pipeline: sources and reporting years">
            <a:extLst>
              <a:ext uri="{FF2B5EF4-FFF2-40B4-BE49-F238E27FC236}">
                <a16:creationId xmlns:a16="http://schemas.microsoft.com/office/drawing/2014/main" id="{0F5ADFEB-DB9E-4E68-B307-C5471CF26504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6954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525" b="0">
                <a:solidFill>
                  <a:srgbClr val="182A32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82A32"/>
                </a:solidFill>
                <a:latin typeface="Georgia"/>
                <a:ea typeface="Georgia"/>
                <a:cs typeface="Georgia"/>
              </a:rPr>
              <a:t>STEM pipeline: sources and reporting years</a:t>
            </a:r>
          </a:p>
        </p:txBody>
      </p:sp>
      <p:sp>
        <p:nvSpPr>
          <p:cNvPr id="2" name="Annual graduates, rounded to thousands. Country definitions vary, so use these as directional benchmarks.">
            <a:extLst>
              <a:ext uri="{FF2B5EF4-FFF2-40B4-BE49-F238E27FC236}">
                <a16:creationId xmlns:a16="http://schemas.microsoft.com/office/drawing/2014/main" id="{AF4809E7-FC8F-4111-85B3-76C7B75B9C5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6954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87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77E"/>
                </a:solidFill>
                <a:latin typeface="Arial"/>
                <a:ea typeface="Arial"/>
                <a:cs typeface="Arial"/>
              </a:rPr>
              <a:t>Annual graduates, rounded to thousands. Country definitions vary, so use these as directional benchmarks.</a:t>
            </a:r>
          </a:p>
        </p:txBody>
      </p:sp>
      <p:sp>
        <p:nvSpPr>
          <p:cNvPr id="3" name="Leader line">
            <a:extLst>
              <a:ext uri="{FF2B5EF4-FFF2-40B4-BE49-F238E27FC236}">
                <a16:creationId xmlns:a16="http://schemas.microsoft.com/office/drawing/2014/main" id="{D483E16D-CA35-4CF7-B8F1-C926D0F01BDA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6954500" cy="9525"/>
          </a:xfrm>
          <a:custGeom>
            <a:avLst/>
            <a:gdLst/>
            <a:ahLst/>
            <a:cxnLst/>
            <a:rect l="0" t="0" r="0" b="0"/>
            <a:pathLst>
              <a:path w="16954500" h="9525">
                <a:moveTo>
                  <a:pt x="0" y="0"/>
                </a:moveTo>
                <a:lnTo>
                  <a:pt x="16954500" y="0"/>
                </a:lnTo>
              </a:path>
            </a:pathLst>
          </a:custGeom>
          <a:noFill/>
          <a:ln w="28575">
            <a:solidFill>
              <a:srgbClr val="007F91"/>
            </a:solidFill>
          </a:ln>
        </p:spPr>
      </p:sp>
      <p:graphicFrame>
        <p:nvGraphicFramePr>
          <p:cNvPr id="11" name="Table 10"/>
          <p:cNvGraphicFramePr/>
          <p:nvPr/>
        </p:nvGraphicFramePr>
        <p:xfrm>
          <a:off x="666750" y="2152650"/>
          <a:ext cx="16954500" cy="6248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Country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STEM (k/year)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Data year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Source and education coverage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E1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Canada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143.1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Statistics Canada; tertiary STEM programmes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USA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JLL estimate; all higher-education levels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Mexico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175.7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El Pais / government figures; reported STEM graduates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Colombia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121.8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U. del Rosario / OLE; national STEM classification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Brazil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JLL estimate; all higher-education levels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UK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JLL estimate; all higher-education levels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Germany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227.2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Eurostat; ISCED 5-8, fields 05 + 06 + 07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Poland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76.3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Eurostat estimate; ISCED 5-8, definition differs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Romania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37.1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Eurostat; ISCED 5-8, fields 05 + 06 + 07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Ukraine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110.9†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2018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UIS historical calculation; pre-war baseline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India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2,500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JLL estimate; all higher-education levels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China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4,300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JLL estimate; all higher-education levels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Philippines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JLL estimate; all higher-education levels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Singapore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&gt;15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Unspecified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EDB annual statement; page updated Aug 2026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EF0F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Vietnam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91"/>
                          </a:solidFill>
                          <a:latin typeface="Arial"/>
                          <a:ea typeface="Arial"/>
                          <a:cs typeface="Arial"/>
                        </a:rPr>
                        <a:t>148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83941"/>
                          </a:solidFill>
                          <a:latin typeface="Arial"/>
                          <a:ea typeface="Arial"/>
                          <a:cs typeface="Arial"/>
                        </a:rPr>
                        <a:t>World Bank; engineering / STEM university graduates</a:t>
                      </a:r>
                    </a:p>
                  </a:txBody>
                  <a:tcPr marL="76200" marR="76200" marT="47625" marB="47625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E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†Ukraine is a pre-war baseline and should not be read as current output. Singapore’s source gives no graduation year.">
            <a:extLst>
              <a:ext uri="{FF2B5EF4-FFF2-40B4-BE49-F238E27FC236}">
                <a16:creationId xmlns:a16="http://schemas.microsoft.com/office/drawing/2014/main" id="{792F33F7-EDF1-4CD4-8EFA-A7E2A4053F94}"/>
              </a:ext>
            </a:extLst>
          </p:cNvPr>
          <p:cNvSpPr>
            <a:spLocks noGrp="1"/>
          </p:cNvSpPr>
          <p:nvPr/>
        </p:nvSpPr>
        <p:spPr>
          <a:xfrm>
            <a:off x="666750" y="8677275"/>
            <a:ext cx="16954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6877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77E"/>
                </a:solidFill>
                <a:latin typeface="Arial"/>
                <a:ea typeface="Arial"/>
                <a:cs typeface="Arial"/>
              </a:rPr>
              <a:t>†Ukraine is a pre-war baseline and should not be read as current output. Singapore’s source gives no graduation year.</a:t>
            </a:r>
          </a:p>
        </p:txBody>
      </p:sp>
      <p:sp>
        <p:nvSpPr>
          <p:cNvPr id="6" name="JLL’s 2024 comparison places China (4.3m) ahead of India (2.5m). STEM output is broader than the software / AI hiring pipeline.">
            <a:extLst>
              <a:ext uri="{FF2B5EF4-FFF2-40B4-BE49-F238E27FC236}">
                <a16:creationId xmlns:a16="http://schemas.microsoft.com/office/drawing/2014/main" id="{EF14ACBA-CB90-4038-8789-75FBD35CF91B}"/>
              </a:ext>
            </a:extLst>
          </p:cNvPr>
          <p:cNvSpPr>
            <a:spLocks noGrp="1"/>
          </p:cNvSpPr>
          <p:nvPr/>
        </p:nvSpPr>
        <p:spPr>
          <a:xfrm>
            <a:off x="666750" y="9124950"/>
            <a:ext cx="16954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6877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77E"/>
                </a:solidFill>
                <a:latin typeface="Arial"/>
                <a:ea typeface="Arial"/>
                <a:cs typeface="Arial"/>
              </a:rPr>
              <a:t>JLL’s 2024 comparison places China (4.3m) ahead of India (2.5m). STEM output is broader than the software / AI hiring pipeline.</a:t>
            </a:r>
          </a:p>
        </p:txBody>
      </p:sp>
      <p:sp>
        <p:nvSpPr>
          <p:cNvPr id="7" name="Full source links and calculation details are in the slide notes.">
            <a:extLst>
              <a:ext uri="{FF2B5EF4-FFF2-40B4-BE49-F238E27FC236}">
                <a16:creationId xmlns:a16="http://schemas.microsoft.com/office/drawing/2014/main" id="{AB503899-BB87-416C-9565-60240C971CAB}"/>
              </a:ext>
            </a:extLst>
          </p:cNvPr>
          <p:cNvSpPr>
            <a:spLocks noGrp="1"/>
          </p:cNvSpPr>
          <p:nvPr/>
        </p:nvSpPr>
        <p:spPr>
          <a:xfrm>
            <a:off x="666750" y="9810750"/>
            <a:ext cx="1695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7481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8189"/>
                </a:solidFill>
                <a:latin typeface="Arial"/>
                <a:ea typeface="Arial"/>
                <a:cs typeface="Arial"/>
              </a:rPr>
              <a:t>Full source links and calculation details are in the slide notes.</a:t>
            </a:r>
          </a:p>
        </p:txBody>
      </p:sp>
    </p:spTree>
    <p:extLst>
      <p:ext uri="{BB962C8B-B14F-4D97-AF65-F5344CB8AC3E}">
        <p14:creationId xmlns:p14="http://schemas.microsoft.com/office/powerpoint/2010/main" val="4876124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2787</Words>
  <Application>Microsoft Office PowerPoint</Application>
  <DocSecurity>0</DocSecurity>
  <PresentationFormat>Custom</PresentationFormat>
  <Paragraphs>214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Anusha Kumar</cp:lastModifiedBy>
  <cp:revision>1</cp:revision>
  <dcterms:created xsi:type="dcterms:W3CDTF">2026-09-23T06:56:41Z</dcterms:created>
  <dcterms:modified xsi:type="dcterms:W3CDTF">2026-09-23T07:03:25Z</dcterms:modified>
</cp:coreProperties>
</file>